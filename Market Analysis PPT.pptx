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7"/>
  </p:notesMasterIdLst>
  <p:sldIdLst>
    <p:sldId id="256" r:id="rId2"/>
    <p:sldId id="257" r:id="rId3"/>
    <p:sldId id="311" r:id="rId4"/>
    <p:sldId id="258" r:id="rId5"/>
    <p:sldId id="259" r:id="rId6"/>
    <p:sldId id="260" r:id="rId7"/>
    <p:sldId id="261" r:id="rId8"/>
    <p:sldId id="262" r:id="rId9"/>
    <p:sldId id="263"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304" r:id="rId41"/>
    <p:sldId id="305" r:id="rId42"/>
    <p:sldId id="306" r:id="rId43"/>
    <p:sldId id="307" r:id="rId44"/>
    <p:sldId id="308" r:id="rId45"/>
    <p:sldId id="295" r:id="rId46"/>
    <p:sldId id="296" r:id="rId47"/>
    <p:sldId id="297" r:id="rId48"/>
    <p:sldId id="298" r:id="rId49"/>
    <p:sldId id="299" r:id="rId50"/>
    <p:sldId id="300" r:id="rId51"/>
    <p:sldId id="301" r:id="rId52"/>
    <p:sldId id="302" r:id="rId53"/>
    <p:sldId id="303" r:id="rId54"/>
    <p:sldId id="309" r:id="rId55"/>
    <p:sldId id="310" r:id="rId56"/>
  </p:sldIdLst>
  <p:sldSz cx="16256000" cy="9144000"/>
  <p:notesSz cx="9144000" cy="16256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BBF3218-6E9E-4DF8-A6E3-20C3B9EAED47}" v="162" dt="2026-07-10T15:42:18.14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2" d="100"/>
          <a:sy n="62" d="100"/>
        </p:scale>
        <p:origin x="667"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mmett Gilbert" userId="aa7b3766c4c24eb4" providerId="LiveId" clId="{C1022422-C44F-4721-92FF-9DDB880F5282}"/>
    <pc:docChg chg="undo redo custSel addSld delSld modSld sldOrd addMainMaster delMainMaster modMainMaster">
      <pc:chgData name="Emmett Gilbert" userId="aa7b3766c4c24eb4" providerId="LiveId" clId="{C1022422-C44F-4721-92FF-9DDB880F5282}" dt="2026-07-11T09:11:06.109" v="2724" actId="403"/>
      <pc:docMkLst>
        <pc:docMk/>
      </pc:docMkLst>
      <pc:sldChg chg="delSp modSp mod">
        <pc:chgData name="Emmett Gilbert" userId="aa7b3766c4c24eb4" providerId="LiveId" clId="{C1022422-C44F-4721-92FF-9DDB880F5282}" dt="2026-07-10T09:37:41.594" v="497" actId="404"/>
        <pc:sldMkLst>
          <pc:docMk/>
          <pc:sldMk cId="0" sldId="256"/>
        </pc:sldMkLst>
        <pc:spChg chg="mod">
          <ac:chgData name="Emmett Gilbert" userId="aa7b3766c4c24eb4" providerId="LiveId" clId="{C1022422-C44F-4721-92FF-9DDB880F5282}" dt="2026-07-10T09:37:41.594" v="497" actId="404"/>
          <ac:spMkLst>
            <pc:docMk/>
            <pc:sldMk cId="0" sldId="256"/>
            <ac:spMk id="3" creationId="{00000000-0000-0000-0000-000000000000}"/>
          </ac:spMkLst>
        </pc:spChg>
        <pc:spChg chg="del">
          <ac:chgData name="Emmett Gilbert" userId="aa7b3766c4c24eb4" providerId="LiveId" clId="{C1022422-C44F-4721-92FF-9DDB880F5282}" dt="2026-07-10T05:47:22.337" v="9" actId="478"/>
          <ac:spMkLst>
            <pc:docMk/>
            <pc:sldMk cId="0" sldId="256"/>
            <ac:spMk id="6" creationId="{00000000-0000-0000-0000-000000000000}"/>
          </ac:spMkLst>
        </pc:spChg>
      </pc:sldChg>
      <pc:sldChg chg="modSp mod">
        <pc:chgData name="Emmett Gilbert" userId="aa7b3766c4c24eb4" providerId="LiveId" clId="{C1022422-C44F-4721-92FF-9DDB880F5282}" dt="2026-07-10T15:01:15.175" v="2200"/>
        <pc:sldMkLst>
          <pc:docMk/>
          <pc:sldMk cId="0" sldId="257"/>
        </pc:sldMkLst>
        <pc:spChg chg="mod">
          <ac:chgData name="Emmett Gilbert" userId="aa7b3766c4c24eb4" providerId="LiveId" clId="{C1022422-C44F-4721-92FF-9DDB880F5282}" dt="2026-07-10T05:47:05.410" v="7" actId="1076"/>
          <ac:spMkLst>
            <pc:docMk/>
            <pc:sldMk cId="0" sldId="257"/>
            <ac:spMk id="7" creationId="{00000000-0000-0000-0000-000000000000}"/>
          </ac:spMkLst>
        </pc:spChg>
        <pc:spChg chg="mod">
          <ac:chgData name="Emmett Gilbert" userId="aa7b3766c4c24eb4" providerId="LiveId" clId="{C1022422-C44F-4721-92FF-9DDB880F5282}" dt="2026-07-10T05:47:14.848" v="8" actId="1076"/>
          <ac:spMkLst>
            <pc:docMk/>
            <pc:sldMk cId="0" sldId="257"/>
            <ac:spMk id="9" creationId="{00000000-0000-0000-0000-000000000000}"/>
          </ac:spMkLst>
        </pc:spChg>
        <pc:spChg chg="mod">
          <ac:chgData name="Emmett Gilbert" userId="aa7b3766c4c24eb4" providerId="LiveId" clId="{C1022422-C44F-4721-92FF-9DDB880F5282}" dt="2026-07-10T05:47:14.848" v="8" actId="1076"/>
          <ac:spMkLst>
            <pc:docMk/>
            <pc:sldMk cId="0" sldId="257"/>
            <ac:spMk id="12" creationId="{00000000-0000-0000-0000-000000000000}"/>
          </ac:spMkLst>
        </pc:spChg>
        <pc:spChg chg="mod">
          <ac:chgData name="Emmett Gilbert" userId="aa7b3766c4c24eb4" providerId="LiveId" clId="{C1022422-C44F-4721-92FF-9DDB880F5282}" dt="2026-07-10T05:47:14.848" v="8" actId="1076"/>
          <ac:spMkLst>
            <pc:docMk/>
            <pc:sldMk cId="0" sldId="257"/>
            <ac:spMk id="14" creationId="{00000000-0000-0000-0000-000000000000}"/>
          </ac:spMkLst>
        </pc:spChg>
        <pc:spChg chg="mod">
          <ac:chgData name="Emmett Gilbert" userId="aa7b3766c4c24eb4" providerId="LiveId" clId="{C1022422-C44F-4721-92FF-9DDB880F5282}" dt="2026-07-10T05:47:14.848" v="8" actId="1076"/>
          <ac:spMkLst>
            <pc:docMk/>
            <pc:sldMk cId="0" sldId="257"/>
            <ac:spMk id="19" creationId="{00000000-0000-0000-0000-000000000000}"/>
          </ac:spMkLst>
        </pc:spChg>
        <pc:spChg chg="mod">
          <ac:chgData name="Emmett Gilbert" userId="aa7b3766c4c24eb4" providerId="LiveId" clId="{C1022422-C44F-4721-92FF-9DDB880F5282}" dt="2026-07-10T05:47:14.848" v="8" actId="1076"/>
          <ac:spMkLst>
            <pc:docMk/>
            <pc:sldMk cId="0" sldId="257"/>
            <ac:spMk id="26" creationId="{00000000-0000-0000-0000-000000000000}"/>
          </ac:spMkLst>
        </pc:spChg>
        <pc:spChg chg="mod">
          <ac:chgData name="Emmett Gilbert" userId="aa7b3766c4c24eb4" providerId="LiveId" clId="{C1022422-C44F-4721-92FF-9DDB880F5282}" dt="2026-07-10T05:47:14.848" v="8" actId="1076"/>
          <ac:spMkLst>
            <pc:docMk/>
            <pc:sldMk cId="0" sldId="257"/>
            <ac:spMk id="29" creationId="{00000000-0000-0000-0000-000000000000}"/>
          </ac:spMkLst>
        </pc:spChg>
        <pc:spChg chg="mod">
          <ac:chgData name="Emmett Gilbert" userId="aa7b3766c4c24eb4" providerId="LiveId" clId="{C1022422-C44F-4721-92FF-9DDB880F5282}" dt="2026-07-10T15:00:51.880" v="2195" actId="20577"/>
          <ac:spMkLst>
            <pc:docMk/>
            <pc:sldMk cId="0" sldId="257"/>
            <ac:spMk id="30" creationId="{00000000-0000-0000-0000-000000000000}"/>
          </ac:spMkLst>
        </pc:spChg>
        <pc:spChg chg="mod">
          <ac:chgData name="Emmett Gilbert" userId="aa7b3766c4c24eb4" providerId="LiveId" clId="{C1022422-C44F-4721-92FF-9DDB880F5282}" dt="2026-07-10T15:01:12.168" v="2199" actId="21"/>
          <ac:spMkLst>
            <pc:docMk/>
            <pc:sldMk cId="0" sldId="257"/>
            <ac:spMk id="33" creationId="{00000000-0000-0000-0000-000000000000}"/>
          </ac:spMkLst>
        </pc:spChg>
        <pc:spChg chg="mod">
          <ac:chgData name="Emmett Gilbert" userId="aa7b3766c4c24eb4" providerId="LiveId" clId="{C1022422-C44F-4721-92FF-9DDB880F5282}" dt="2026-07-10T15:01:15.175" v="2200"/>
          <ac:spMkLst>
            <pc:docMk/>
            <pc:sldMk cId="0" sldId="257"/>
            <ac:spMk id="36" creationId="{00000000-0000-0000-0000-000000000000}"/>
          </ac:spMkLst>
        </pc:spChg>
        <pc:spChg chg="mod">
          <ac:chgData name="Emmett Gilbert" userId="aa7b3766c4c24eb4" providerId="LiveId" clId="{C1022422-C44F-4721-92FF-9DDB880F5282}" dt="2026-07-10T05:47:14.848" v="8" actId="1076"/>
          <ac:spMkLst>
            <pc:docMk/>
            <pc:sldMk cId="0" sldId="257"/>
            <ac:spMk id="37" creationId="{00000000-0000-0000-0000-000000000000}"/>
          </ac:spMkLst>
        </pc:spChg>
        <pc:spChg chg="mod">
          <ac:chgData name="Emmett Gilbert" userId="aa7b3766c4c24eb4" providerId="LiveId" clId="{C1022422-C44F-4721-92FF-9DDB880F5282}" dt="2026-07-10T05:47:14.848" v="8" actId="1076"/>
          <ac:spMkLst>
            <pc:docMk/>
            <pc:sldMk cId="0" sldId="257"/>
            <ac:spMk id="40" creationId="{00000000-0000-0000-0000-000000000000}"/>
          </ac:spMkLst>
        </pc:spChg>
      </pc:sldChg>
      <pc:sldChg chg="modSp mod">
        <pc:chgData name="Emmett Gilbert" userId="aa7b3766c4c24eb4" providerId="LiveId" clId="{C1022422-C44F-4721-92FF-9DDB880F5282}" dt="2026-07-10T09:59:51.614" v="701" actId="403"/>
        <pc:sldMkLst>
          <pc:docMk/>
          <pc:sldMk cId="0" sldId="258"/>
        </pc:sldMkLst>
        <pc:spChg chg="mod">
          <ac:chgData name="Emmett Gilbert" userId="aa7b3766c4c24eb4" providerId="LiveId" clId="{C1022422-C44F-4721-92FF-9DDB880F5282}" dt="2026-07-10T09:37:01.765" v="493" actId="20577"/>
          <ac:spMkLst>
            <pc:docMk/>
            <pc:sldMk cId="0" sldId="258"/>
            <ac:spMk id="2" creationId="{00000000-0000-0000-0000-000000000000}"/>
          </ac:spMkLst>
        </pc:spChg>
        <pc:spChg chg="mod">
          <ac:chgData name="Emmett Gilbert" userId="aa7b3766c4c24eb4" providerId="LiveId" clId="{C1022422-C44F-4721-92FF-9DDB880F5282}" dt="2026-07-10T05:46:29.494" v="3" actId="1076"/>
          <ac:spMkLst>
            <pc:docMk/>
            <pc:sldMk cId="0" sldId="258"/>
            <ac:spMk id="4" creationId="{00000000-0000-0000-0000-000000000000}"/>
          </ac:spMkLst>
        </pc:spChg>
        <pc:spChg chg="mod">
          <ac:chgData name="Emmett Gilbert" userId="aa7b3766c4c24eb4" providerId="LiveId" clId="{C1022422-C44F-4721-92FF-9DDB880F5282}" dt="2026-07-10T05:46:29.494" v="3" actId="1076"/>
          <ac:spMkLst>
            <pc:docMk/>
            <pc:sldMk cId="0" sldId="258"/>
            <ac:spMk id="5" creationId="{00000000-0000-0000-0000-000000000000}"/>
          </ac:spMkLst>
        </pc:spChg>
        <pc:spChg chg="mod">
          <ac:chgData name="Emmett Gilbert" userId="aa7b3766c4c24eb4" providerId="LiveId" clId="{C1022422-C44F-4721-92FF-9DDB880F5282}" dt="2026-07-10T05:46:29.494" v="3" actId="1076"/>
          <ac:spMkLst>
            <pc:docMk/>
            <pc:sldMk cId="0" sldId="258"/>
            <ac:spMk id="7" creationId="{00000000-0000-0000-0000-000000000000}"/>
          </ac:spMkLst>
        </pc:spChg>
        <pc:spChg chg="mod">
          <ac:chgData name="Emmett Gilbert" userId="aa7b3766c4c24eb4" providerId="LiveId" clId="{C1022422-C44F-4721-92FF-9DDB880F5282}" dt="2026-07-10T05:46:29.494" v="3" actId="1076"/>
          <ac:spMkLst>
            <pc:docMk/>
            <pc:sldMk cId="0" sldId="258"/>
            <ac:spMk id="8" creationId="{00000000-0000-0000-0000-000000000000}"/>
          </ac:spMkLst>
        </pc:spChg>
        <pc:spChg chg="mod">
          <ac:chgData name="Emmett Gilbert" userId="aa7b3766c4c24eb4" providerId="LiveId" clId="{C1022422-C44F-4721-92FF-9DDB880F5282}" dt="2026-07-10T05:46:29.494" v="3" actId="1076"/>
          <ac:spMkLst>
            <pc:docMk/>
            <pc:sldMk cId="0" sldId="258"/>
            <ac:spMk id="10" creationId="{00000000-0000-0000-0000-000000000000}"/>
          </ac:spMkLst>
        </pc:spChg>
        <pc:spChg chg="mod">
          <ac:chgData name="Emmett Gilbert" userId="aa7b3766c4c24eb4" providerId="LiveId" clId="{C1022422-C44F-4721-92FF-9DDB880F5282}" dt="2026-07-10T05:46:29.494" v="3" actId="1076"/>
          <ac:spMkLst>
            <pc:docMk/>
            <pc:sldMk cId="0" sldId="258"/>
            <ac:spMk id="12" creationId="{00000000-0000-0000-0000-000000000000}"/>
          </ac:spMkLst>
        </pc:spChg>
        <pc:spChg chg="mod">
          <ac:chgData name="Emmett Gilbert" userId="aa7b3766c4c24eb4" providerId="LiveId" clId="{C1022422-C44F-4721-92FF-9DDB880F5282}" dt="2026-07-10T05:46:29.494" v="3" actId="1076"/>
          <ac:spMkLst>
            <pc:docMk/>
            <pc:sldMk cId="0" sldId="258"/>
            <ac:spMk id="13" creationId="{00000000-0000-0000-0000-000000000000}"/>
          </ac:spMkLst>
        </pc:spChg>
        <pc:spChg chg="mod">
          <ac:chgData name="Emmett Gilbert" userId="aa7b3766c4c24eb4" providerId="LiveId" clId="{C1022422-C44F-4721-92FF-9DDB880F5282}" dt="2026-07-10T05:46:29.494" v="3" actId="1076"/>
          <ac:spMkLst>
            <pc:docMk/>
            <pc:sldMk cId="0" sldId="258"/>
            <ac:spMk id="14" creationId="{00000000-0000-0000-0000-000000000000}"/>
          </ac:spMkLst>
        </pc:spChg>
        <pc:spChg chg="mod">
          <ac:chgData name="Emmett Gilbert" userId="aa7b3766c4c24eb4" providerId="LiveId" clId="{C1022422-C44F-4721-92FF-9DDB880F5282}" dt="2026-07-10T05:46:29.494" v="3" actId="1076"/>
          <ac:spMkLst>
            <pc:docMk/>
            <pc:sldMk cId="0" sldId="258"/>
            <ac:spMk id="15" creationId="{00000000-0000-0000-0000-000000000000}"/>
          </ac:spMkLst>
        </pc:spChg>
        <pc:spChg chg="mod">
          <ac:chgData name="Emmett Gilbert" userId="aa7b3766c4c24eb4" providerId="LiveId" clId="{C1022422-C44F-4721-92FF-9DDB880F5282}" dt="2026-07-10T05:46:29.494" v="3" actId="1076"/>
          <ac:spMkLst>
            <pc:docMk/>
            <pc:sldMk cId="0" sldId="258"/>
            <ac:spMk id="16" creationId="{00000000-0000-0000-0000-000000000000}"/>
          </ac:spMkLst>
        </pc:spChg>
        <pc:spChg chg="mod">
          <ac:chgData name="Emmett Gilbert" userId="aa7b3766c4c24eb4" providerId="LiveId" clId="{C1022422-C44F-4721-92FF-9DDB880F5282}" dt="2026-07-10T09:59:51.614" v="701" actId="403"/>
          <ac:spMkLst>
            <pc:docMk/>
            <pc:sldMk cId="0" sldId="258"/>
            <ac:spMk id="17" creationId="{00000000-0000-0000-0000-000000000000}"/>
          </ac:spMkLst>
        </pc:spChg>
        <pc:spChg chg="mod">
          <ac:chgData name="Emmett Gilbert" userId="aa7b3766c4c24eb4" providerId="LiveId" clId="{C1022422-C44F-4721-92FF-9DDB880F5282}" dt="2026-07-10T09:59:47.356" v="700" actId="403"/>
          <ac:spMkLst>
            <pc:docMk/>
            <pc:sldMk cId="0" sldId="258"/>
            <ac:spMk id="18" creationId="{00000000-0000-0000-0000-000000000000}"/>
          </ac:spMkLst>
        </pc:spChg>
        <pc:spChg chg="mod">
          <ac:chgData name="Emmett Gilbert" userId="aa7b3766c4c24eb4" providerId="LiveId" clId="{C1022422-C44F-4721-92FF-9DDB880F5282}" dt="2026-07-10T05:46:18.046" v="2" actId="1076"/>
          <ac:spMkLst>
            <pc:docMk/>
            <pc:sldMk cId="0" sldId="258"/>
            <ac:spMk id="19" creationId="{00000000-0000-0000-0000-000000000000}"/>
          </ac:spMkLst>
        </pc:spChg>
      </pc:sldChg>
      <pc:sldChg chg="modSp mod">
        <pc:chgData name="Emmett Gilbert" userId="aa7b3766c4c24eb4" providerId="LiveId" clId="{C1022422-C44F-4721-92FF-9DDB880F5282}" dt="2026-07-10T10:00:13.514" v="702" actId="123"/>
        <pc:sldMkLst>
          <pc:docMk/>
          <pc:sldMk cId="0" sldId="259"/>
        </pc:sldMkLst>
        <pc:spChg chg="mod">
          <ac:chgData name="Emmett Gilbert" userId="aa7b3766c4c24eb4" providerId="LiveId" clId="{C1022422-C44F-4721-92FF-9DDB880F5282}" dt="2026-07-10T09:36:58.319" v="490" actId="20577"/>
          <ac:spMkLst>
            <pc:docMk/>
            <pc:sldMk cId="0" sldId="259"/>
            <ac:spMk id="2" creationId="{00000000-0000-0000-0000-000000000000}"/>
          </ac:spMkLst>
        </pc:spChg>
        <pc:spChg chg="mod">
          <ac:chgData name="Emmett Gilbert" userId="aa7b3766c4c24eb4" providerId="LiveId" clId="{C1022422-C44F-4721-92FF-9DDB880F5282}" dt="2026-07-10T09:54:07.032" v="671" actId="14100"/>
          <ac:spMkLst>
            <pc:docMk/>
            <pc:sldMk cId="0" sldId="259"/>
            <ac:spMk id="4" creationId="{00000000-0000-0000-0000-000000000000}"/>
          </ac:spMkLst>
        </pc:spChg>
        <pc:spChg chg="mod">
          <ac:chgData name="Emmett Gilbert" userId="aa7b3766c4c24eb4" providerId="LiveId" clId="{C1022422-C44F-4721-92FF-9DDB880F5282}" dt="2026-07-10T09:54:19.281" v="673" actId="14100"/>
          <ac:spMkLst>
            <pc:docMk/>
            <pc:sldMk cId="0" sldId="259"/>
            <ac:spMk id="5" creationId="{00000000-0000-0000-0000-000000000000}"/>
          </ac:spMkLst>
        </pc:spChg>
        <pc:spChg chg="mod">
          <ac:chgData name="Emmett Gilbert" userId="aa7b3766c4c24eb4" providerId="LiveId" clId="{C1022422-C44F-4721-92FF-9DDB880F5282}" dt="2026-07-10T05:45:54.882" v="1" actId="1076"/>
          <ac:spMkLst>
            <pc:docMk/>
            <pc:sldMk cId="0" sldId="259"/>
            <ac:spMk id="6" creationId="{00000000-0000-0000-0000-000000000000}"/>
          </ac:spMkLst>
        </pc:spChg>
        <pc:spChg chg="mod">
          <ac:chgData name="Emmett Gilbert" userId="aa7b3766c4c24eb4" providerId="LiveId" clId="{C1022422-C44F-4721-92FF-9DDB880F5282}" dt="2026-07-10T05:45:54.882" v="1" actId="1076"/>
          <ac:spMkLst>
            <pc:docMk/>
            <pc:sldMk cId="0" sldId="259"/>
            <ac:spMk id="7" creationId="{00000000-0000-0000-0000-000000000000}"/>
          </ac:spMkLst>
        </pc:spChg>
        <pc:spChg chg="mod">
          <ac:chgData name="Emmett Gilbert" userId="aa7b3766c4c24eb4" providerId="LiveId" clId="{C1022422-C44F-4721-92FF-9DDB880F5282}" dt="2026-07-10T06:10:33.175" v="178" actId="123"/>
          <ac:spMkLst>
            <pc:docMk/>
            <pc:sldMk cId="0" sldId="259"/>
            <ac:spMk id="8" creationId="{00000000-0000-0000-0000-000000000000}"/>
          </ac:spMkLst>
        </pc:spChg>
        <pc:spChg chg="mod">
          <ac:chgData name="Emmett Gilbert" userId="aa7b3766c4c24eb4" providerId="LiveId" clId="{C1022422-C44F-4721-92FF-9DDB880F5282}" dt="2026-07-10T05:53:28.983" v="43" actId="1076"/>
          <ac:spMkLst>
            <pc:docMk/>
            <pc:sldMk cId="0" sldId="259"/>
            <ac:spMk id="9" creationId="{00000000-0000-0000-0000-000000000000}"/>
          </ac:spMkLst>
        </pc:spChg>
        <pc:spChg chg="mod">
          <ac:chgData name="Emmett Gilbert" userId="aa7b3766c4c24eb4" providerId="LiveId" clId="{C1022422-C44F-4721-92FF-9DDB880F5282}" dt="2026-07-10T05:52:23.622" v="37" actId="14100"/>
          <ac:spMkLst>
            <pc:docMk/>
            <pc:sldMk cId="0" sldId="259"/>
            <ac:spMk id="10" creationId="{00000000-0000-0000-0000-000000000000}"/>
          </ac:spMkLst>
        </pc:spChg>
        <pc:spChg chg="mod">
          <ac:chgData name="Emmett Gilbert" userId="aa7b3766c4c24eb4" providerId="LiveId" clId="{C1022422-C44F-4721-92FF-9DDB880F5282}" dt="2026-07-10T05:53:28.983" v="43" actId="1076"/>
          <ac:spMkLst>
            <pc:docMk/>
            <pc:sldMk cId="0" sldId="259"/>
            <ac:spMk id="12" creationId="{00000000-0000-0000-0000-000000000000}"/>
          </ac:spMkLst>
        </pc:spChg>
        <pc:spChg chg="mod">
          <ac:chgData name="Emmett Gilbert" userId="aa7b3766c4c24eb4" providerId="LiveId" clId="{C1022422-C44F-4721-92FF-9DDB880F5282}" dt="2026-07-10T06:10:42.790" v="180" actId="123"/>
          <ac:spMkLst>
            <pc:docMk/>
            <pc:sldMk cId="0" sldId="259"/>
            <ac:spMk id="13" creationId="{00000000-0000-0000-0000-000000000000}"/>
          </ac:spMkLst>
        </pc:spChg>
        <pc:spChg chg="mod">
          <ac:chgData name="Emmett Gilbert" userId="aa7b3766c4c24eb4" providerId="LiveId" clId="{C1022422-C44F-4721-92FF-9DDB880F5282}" dt="2026-07-10T05:53:28.983" v="43" actId="1076"/>
          <ac:spMkLst>
            <pc:docMk/>
            <pc:sldMk cId="0" sldId="259"/>
            <ac:spMk id="14" creationId="{00000000-0000-0000-0000-000000000000}"/>
          </ac:spMkLst>
        </pc:spChg>
        <pc:spChg chg="mod">
          <ac:chgData name="Emmett Gilbert" userId="aa7b3766c4c24eb4" providerId="LiveId" clId="{C1022422-C44F-4721-92FF-9DDB880F5282}" dt="2026-07-10T05:53:28.983" v="43" actId="1076"/>
          <ac:spMkLst>
            <pc:docMk/>
            <pc:sldMk cId="0" sldId="259"/>
            <ac:spMk id="15" creationId="{00000000-0000-0000-0000-000000000000}"/>
          </ac:spMkLst>
        </pc:spChg>
        <pc:spChg chg="mod">
          <ac:chgData name="Emmett Gilbert" userId="aa7b3766c4c24eb4" providerId="LiveId" clId="{C1022422-C44F-4721-92FF-9DDB880F5282}" dt="2026-07-10T05:53:28.983" v="43" actId="1076"/>
          <ac:spMkLst>
            <pc:docMk/>
            <pc:sldMk cId="0" sldId="259"/>
            <ac:spMk id="16" creationId="{00000000-0000-0000-0000-000000000000}"/>
          </ac:spMkLst>
        </pc:spChg>
        <pc:spChg chg="mod">
          <ac:chgData name="Emmett Gilbert" userId="aa7b3766c4c24eb4" providerId="LiveId" clId="{C1022422-C44F-4721-92FF-9DDB880F5282}" dt="2026-07-10T06:10:39.832" v="179" actId="123"/>
          <ac:spMkLst>
            <pc:docMk/>
            <pc:sldMk cId="0" sldId="259"/>
            <ac:spMk id="17" creationId="{00000000-0000-0000-0000-000000000000}"/>
          </ac:spMkLst>
        </pc:spChg>
        <pc:spChg chg="mod">
          <ac:chgData name="Emmett Gilbert" userId="aa7b3766c4c24eb4" providerId="LiveId" clId="{C1022422-C44F-4721-92FF-9DDB880F5282}" dt="2026-07-10T05:53:28.983" v="43" actId="1076"/>
          <ac:spMkLst>
            <pc:docMk/>
            <pc:sldMk cId="0" sldId="259"/>
            <ac:spMk id="18" creationId="{00000000-0000-0000-0000-000000000000}"/>
          </ac:spMkLst>
        </pc:spChg>
        <pc:spChg chg="mod">
          <ac:chgData name="Emmett Gilbert" userId="aa7b3766c4c24eb4" providerId="LiveId" clId="{C1022422-C44F-4721-92FF-9DDB880F5282}" dt="2026-07-10T05:53:28.983" v="43" actId="1076"/>
          <ac:spMkLst>
            <pc:docMk/>
            <pc:sldMk cId="0" sldId="259"/>
            <ac:spMk id="19" creationId="{00000000-0000-0000-0000-000000000000}"/>
          </ac:spMkLst>
        </pc:spChg>
        <pc:spChg chg="mod">
          <ac:chgData name="Emmett Gilbert" userId="aa7b3766c4c24eb4" providerId="LiveId" clId="{C1022422-C44F-4721-92FF-9DDB880F5282}" dt="2026-07-10T05:53:28.983" v="43" actId="1076"/>
          <ac:spMkLst>
            <pc:docMk/>
            <pc:sldMk cId="0" sldId="259"/>
            <ac:spMk id="20" creationId="{00000000-0000-0000-0000-000000000000}"/>
          </ac:spMkLst>
        </pc:spChg>
        <pc:spChg chg="mod">
          <ac:chgData name="Emmett Gilbert" userId="aa7b3766c4c24eb4" providerId="LiveId" clId="{C1022422-C44F-4721-92FF-9DDB880F5282}" dt="2026-07-10T06:10:46.578" v="181" actId="123"/>
          <ac:spMkLst>
            <pc:docMk/>
            <pc:sldMk cId="0" sldId="259"/>
            <ac:spMk id="21" creationId="{00000000-0000-0000-0000-000000000000}"/>
          </ac:spMkLst>
        </pc:spChg>
        <pc:spChg chg="mod">
          <ac:chgData name="Emmett Gilbert" userId="aa7b3766c4c24eb4" providerId="LiveId" clId="{C1022422-C44F-4721-92FF-9DDB880F5282}" dt="2026-07-10T10:00:13.514" v="702" actId="123"/>
          <ac:spMkLst>
            <pc:docMk/>
            <pc:sldMk cId="0" sldId="259"/>
            <ac:spMk id="22" creationId="{00000000-0000-0000-0000-000000000000}"/>
          </ac:spMkLst>
        </pc:spChg>
      </pc:sldChg>
      <pc:sldChg chg="modSp mod">
        <pc:chgData name="Emmett Gilbert" userId="aa7b3766c4c24eb4" providerId="LiveId" clId="{C1022422-C44F-4721-92FF-9DDB880F5282}" dt="2026-07-10T10:02:57.202" v="726" actId="1076"/>
        <pc:sldMkLst>
          <pc:docMk/>
          <pc:sldMk cId="0" sldId="260"/>
        </pc:sldMkLst>
        <pc:spChg chg="mod">
          <ac:chgData name="Emmett Gilbert" userId="aa7b3766c4c24eb4" providerId="LiveId" clId="{C1022422-C44F-4721-92FF-9DDB880F5282}" dt="2026-07-10T06:10:57.092" v="182" actId="123"/>
          <ac:spMkLst>
            <pc:docMk/>
            <pc:sldMk cId="0" sldId="260"/>
            <ac:spMk id="4" creationId="{00000000-0000-0000-0000-000000000000}"/>
          </ac:spMkLst>
        </pc:spChg>
        <pc:spChg chg="mod">
          <ac:chgData name="Emmett Gilbert" userId="aa7b3766c4c24eb4" providerId="LiveId" clId="{C1022422-C44F-4721-92FF-9DDB880F5282}" dt="2026-07-10T10:01:32.263" v="713" actId="14100"/>
          <ac:spMkLst>
            <pc:docMk/>
            <pc:sldMk cId="0" sldId="260"/>
            <ac:spMk id="5" creationId="{00000000-0000-0000-0000-000000000000}"/>
          </ac:spMkLst>
        </pc:spChg>
        <pc:spChg chg="mod">
          <ac:chgData name="Emmett Gilbert" userId="aa7b3766c4c24eb4" providerId="LiveId" clId="{C1022422-C44F-4721-92FF-9DDB880F5282}" dt="2026-07-10T05:49:06.578" v="11" actId="1076"/>
          <ac:spMkLst>
            <pc:docMk/>
            <pc:sldMk cId="0" sldId="260"/>
            <ac:spMk id="6" creationId="{00000000-0000-0000-0000-000000000000}"/>
          </ac:spMkLst>
        </pc:spChg>
        <pc:spChg chg="mod">
          <ac:chgData name="Emmett Gilbert" userId="aa7b3766c4c24eb4" providerId="LiveId" clId="{C1022422-C44F-4721-92FF-9DDB880F5282}" dt="2026-07-10T05:49:16.580" v="12" actId="1076"/>
          <ac:spMkLst>
            <pc:docMk/>
            <pc:sldMk cId="0" sldId="260"/>
            <ac:spMk id="7" creationId="{00000000-0000-0000-0000-000000000000}"/>
          </ac:spMkLst>
        </pc:spChg>
        <pc:spChg chg="mod">
          <ac:chgData name="Emmett Gilbert" userId="aa7b3766c4c24eb4" providerId="LiveId" clId="{C1022422-C44F-4721-92FF-9DDB880F5282}" dt="2026-07-10T10:02:57.202" v="726" actId="1076"/>
          <ac:spMkLst>
            <pc:docMk/>
            <pc:sldMk cId="0" sldId="260"/>
            <ac:spMk id="8" creationId="{00000000-0000-0000-0000-000000000000}"/>
          </ac:spMkLst>
        </pc:spChg>
        <pc:spChg chg="mod">
          <ac:chgData name="Emmett Gilbert" userId="aa7b3766c4c24eb4" providerId="LiveId" clId="{C1022422-C44F-4721-92FF-9DDB880F5282}" dt="2026-07-10T10:02:36.875" v="723" actId="1076"/>
          <ac:spMkLst>
            <pc:docMk/>
            <pc:sldMk cId="0" sldId="260"/>
            <ac:spMk id="9" creationId="{00000000-0000-0000-0000-000000000000}"/>
          </ac:spMkLst>
        </pc:spChg>
        <pc:spChg chg="mod">
          <ac:chgData name="Emmett Gilbert" userId="aa7b3766c4c24eb4" providerId="LiveId" clId="{C1022422-C44F-4721-92FF-9DDB880F5282}" dt="2026-07-10T10:02:57.202" v="726" actId="1076"/>
          <ac:spMkLst>
            <pc:docMk/>
            <pc:sldMk cId="0" sldId="260"/>
            <ac:spMk id="10" creationId="{00000000-0000-0000-0000-000000000000}"/>
          </ac:spMkLst>
        </pc:spChg>
        <pc:spChg chg="mod">
          <ac:chgData name="Emmett Gilbert" userId="aa7b3766c4c24eb4" providerId="LiveId" clId="{C1022422-C44F-4721-92FF-9DDB880F5282}" dt="2026-07-10T10:02:57.202" v="726" actId="1076"/>
          <ac:spMkLst>
            <pc:docMk/>
            <pc:sldMk cId="0" sldId="260"/>
            <ac:spMk id="11" creationId="{00000000-0000-0000-0000-000000000000}"/>
          </ac:spMkLst>
        </pc:spChg>
        <pc:spChg chg="mod">
          <ac:chgData name="Emmett Gilbert" userId="aa7b3766c4c24eb4" providerId="LiveId" clId="{C1022422-C44F-4721-92FF-9DDB880F5282}" dt="2026-07-10T10:02:57.202" v="726" actId="1076"/>
          <ac:spMkLst>
            <pc:docMk/>
            <pc:sldMk cId="0" sldId="260"/>
            <ac:spMk id="12" creationId="{00000000-0000-0000-0000-000000000000}"/>
          </ac:spMkLst>
        </pc:spChg>
        <pc:spChg chg="mod">
          <ac:chgData name="Emmett Gilbert" userId="aa7b3766c4c24eb4" providerId="LiveId" clId="{C1022422-C44F-4721-92FF-9DDB880F5282}" dt="2026-07-10T10:02:57.202" v="726" actId="1076"/>
          <ac:spMkLst>
            <pc:docMk/>
            <pc:sldMk cId="0" sldId="260"/>
            <ac:spMk id="13" creationId="{00000000-0000-0000-0000-000000000000}"/>
          </ac:spMkLst>
        </pc:spChg>
        <pc:spChg chg="mod">
          <ac:chgData name="Emmett Gilbert" userId="aa7b3766c4c24eb4" providerId="LiveId" clId="{C1022422-C44F-4721-92FF-9DDB880F5282}" dt="2026-07-10T10:02:57.202" v="726" actId="1076"/>
          <ac:spMkLst>
            <pc:docMk/>
            <pc:sldMk cId="0" sldId="260"/>
            <ac:spMk id="14" creationId="{00000000-0000-0000-0000-000000000000}"/>
          </ac:spMkLst>
        </pc:spChg>
        <pc:spChg chg="mod">
          <ac:chgData name="Emmett Gilbert" userId="aa7b3766c4c24eb4" providerId="LiveId" clId="{C1022422-C44F-4721-92FF-9DDB880F5282}" dt="2026-07-10T10:01:50.461" v="714" actId="1076"/>
          <ac:spMkLst>
            <pc:docMk/>
            <pc:sldMk cId="0" sldId="260"/>
            <ac:spMk id="15" creationId="{00000000-0000-0000-0000-000000000000}"/>
          </ac:spMkLst>
        </pc:spChg>
        <pc:spChg chg="mod">
          <ac:chgData name="Emmett Gilbert" userId="aa7b3766c4c24eb4" providerId="LiveId" clId="{C1022422-C44F-4721-92FF-9DDB880F5282}" dt="2026-07-10T10:02:57.202" v="726" actId="1076"/>
          <ac:spMkLst>
            <pc:docMk/>
            <pc:sldMk cId="0" sldId="260"/>
            <ac:spMk id="16" creationId="{00000000-0000-0000-0000-000000000000}"/>
          </ac:spMkLst>
        </pc:spChg>
        <pc:spChg chg="mod">
          <ac:chgData name="Emmett Gilbert" userId="aa7b3766c4c24eb4" providerId="LiveId" clId="{C1022422-C44F-4721-92FF-9DDB880F5282}" dt="2026-07-10T10:02:57.202" v="726" actId="1076"/>
          <ac:spMkLst>
            <pc:docMk/>
            <pc:sldMk cId="0" sldId="260"/>
            <ac:spMk id="17" creationId="{00000000-0000-0000-0000-000000000000}"/>
          </ac:spMkLst>
        </pc:spChg>
        <pc:spChg chg="mod">
          <ac:chgData name="Emmett Gilbert" userId="aa7b3766c4c24eb4" providerId="LiveId" clId="{C1022422-C44F-4721-92FF-9DDB880F5282}" dt="2026-07-10T10:01:54.230" v="715" actId="14100"/>
          <ac:spMkLst>
            <pc:docMk/>
            <pc:sldMk cId="0" sldId="260"/>
            <ac:spMk id="18" creationId="{00000000-0000-0000-0000-000000000000}"/>
          </ac:spMkLst>
        </pc:spChg>
        <pc:spChg chg="mod">
          <ac:chgData name="Emmett Gilbert" userId="aa7b3766c4c24eb4" providerId="LiveId" clId="{C1022422-C44F-4721-92FF-9DDB880F5282}" dt="2026-07-10T10:02:57.202" v="726" actId="1076"/>
          <ac:spMkLst>
            <pc:docMk/>
            <pc:sldMk cId="0" sldId="260"/>
            <ac:spMk id="19" creationId="{00000000-0000-0000-0000-000000000000}"/>
          </ac:spMkLst>
        </pc:spChg>
        <pc:spChg chg="mod">
          <ac:chgData name="Emmett Gilbert" userId="aa7b3766c4c24eb4" providerId="LiveId" clId="{C1022422-C44F-4721-92FF-9DDB880F5282}" dt="2026-07-10T10:02:57.202" v="726" actId="1076"/>
          <ac:spMkLst>
            <pc:docMk/>
            <pc:sldMk cId="0" sldId="260"/>
            <ac:spMk id="20" creationId="{00000000-0000-0000-0000-000000000000}"/>
          </ac:spMkLst>
        </pc:spChg>
        <pc:spChg chg="mod">
          <ac:chgData name="Emmett Gilbert" userId="aa7b3766c4c24eb4" providerId="LiveId" clId="{C1022422-C44F-4721-92FF-9DDB880F5282}" dt="2026-07-10T09:45:42.928" v="656" actId="14100"/>
          <ac:spMkLst>
            <pc:docMk/>
            <pc:sldMk cId="0" sldId="260"/>
            <ac:spMk id="21" creationId="{00000000-0000-0000-0000-000000000000}"/>
          </ac:spMkLst>
        </pc:spChg>
      </pc:sldChg>
      <pc:sldChg chg="modSp mod">
        <pc:chgData name="Emmett Gilbert" userId="aa7b3766c4c24eb4" providerId="LiveId" clId="{C1022422-C44F-4721-92FF-9DDB880F5282}" dt="2026-07-10T10:04:20.280" v="739" actId="1076"/>
        <pc:sldMkLst>
          <pc:docMk/>
          <pc:sldMk cId="0" sldId="261"/>
        </pc:sldMkLst>
        <pc:spChg chg="mod">
          <ac:chgData name="Emmett Gilbert" userId="aa7b3766c4c24eb4" providerId="LiveId" clId="{C1022422-C44F-4721-92FF-9DDB880F5282}" dt="2026-07-10T10:03:53.844" v="734" actId="14100"/>
          <ac:spMkLst>
            <pc:docMk/>
            <pc:sldMk cId="0" sldId="261"/>
            <ac:spMk id="5" creationId="{00000000-0000-0000-0000-000000000000}"/>
          </ac:spMkLst>
        </pc:spChg>
        <pc:spChg chg="mod">
          <ac:chgData name="Emmett Gilbert" userId="aa7b3766c4c24eb4" providerId="LiveId" clId="{C1022422-C44F-4721-92FF-9DDB880F5282}" dt="2026-07-10T05:50:02.688" v="16" actId="1076"/>
          <ac:spMkLst>
            <pc:docMk/>
            <pc:sldMk cId="0" sldId="261"/>
            <ac:spMk id="6" creationId="{00000000-0000-0000-0000-000000000000}"/>
          </ac:spMkLst>
        </pc:spChg>
        <pc:spChg chg="mod">
          <ac:chgData name="Emmett Gilbert" userId="aa7b3766c4c24eb4" providerId="LiveId" clId="{C1022422-C44F-4721-92FF-9DDB880F5282}" dt="2026-07-10T10:03:57.599" v="735" actId="123"/>
          <ac:spMkLst>
            <pc:docMk/>
            <pc:sldMk cId="0" sldId="261"/>
            <ac:spMk id="9" creationId="{00000000-0000-0000-0000-000000000000}"/>
          </ac:spMkLst>
        </pc:spChg>
        <pc:spChg chg="mod">
          <ac:chgData name="Emmett Gilbert" userId="aa7b3766c4c24eb4" providerId="LiveId" clId="{C1022422-C44F-4721-92FF-9DDB880F5282}" dt="2026-07-10T10:04:20.280" v="739" actId="1076"/>
          <ac:spMkLst>
            <pc:docMk/>
            <pc:sldMk cId="0" sldId="261"/>
            <ac:spMk id="10" creationId="{00000000-0000-0000-0000-000000000000}"/>
          </ac:spMkLst>
        </pc:spChg>
        <pc:spChg chg="mod">
          <ac:chgData name="Emmett Gilbert" userId="aa7b3766c4c24eb4" providerId="LiveId" clId="{C1022422-C44F-4721-92FF-9DDB880F5282}" dt="2026-07-10T10:04:20.280" v="739" actId="1076"/>
          <ac:spMkLst>
            <pc:docMk/>
            <pc:sldMk cId="0" sldId="261"/>
            <ac:spMk id="11" creationId="{00000000-0000-0000-0000-000000000000}"/>
          </ac:spMkLst>
        </pc:spChg>
        <pc:spChg chg="mod">
          <ac:chgData name="Emmett Gilbert" userId="aa7b3766c4c24eb4" providerId="LiveId" clId="{C1022422-C44F-4721-92FF-9DDB880F5282}" dt="2026-07-10T10:04:20.280" v="739" actId="1076"/>
          <ac:spMkLst>
            <pc:docMk/>
            <pc:sldMk cId="0" sldId="261"/>
            <ac:spMk id="12" creationId="{00000000-0000-0000-0000-000000000000}"/>
          </ac:spMkLst>
        </pc:spChg>
        <pc:spChg chg="mod">
          <ac:chgData name="Emmett Gilbert" userId="aa7b3766c4c24eb4" providerId="LiveId" clId="{C1022422-C44F-4721-92FF-9DDB880F5282}" dt="2026-07-10T10:04:20.280" v="739" actId="1076"/>
          <ac:spMkLst>
            <pc:docMk/>
            <pc:sldMk cId="0" sldId="261"/>
            <ac:spMk id="13" creationId="{00000000-0000-0000-0000-000000000000}"/>
          </ac:spMkLst>
        </pc:spChg>
        <pc:spChg chg="mod">
          <ac:chgData name="Emmett Gilbert" userId="aa7b3766c4c24eb4" providerId="LiveId" clId="{C1022422-C44F-4721-92FF-9DDB880F5282}" dt="2026-07-10T10:04:20.280" v="739" actId="1076"/>
          <ac:spMkLst>
            <pc:docMk/>
            <pc:sldMk cId="0" sldId="261"/>
            <ac:spMk id="14" creationId="{00000000-0000-0000-0000-000000000000}"/>
          </ac:spMkLst>
        </pc:spChg>
        <pc:spChg chg="mod">
          <ac:chgData name="Emmett Gilbert" userId="aa7b3766c4c24eb4" providerId="LiveId" clId="{C1022422-C44F-4721-92FF-9DDB880F5282}" dt="2026-07-10T10:03:53.844" v="734" actId="14100"/>
          <ac:spMkLst>
            <pc:docMk/>
            <pc:sldMk cId="0" sldId="261"/>
            <ac:spMk id="15" creationId="{00000000-0000-0000-0000-000000000000}"/>
          </ac:spMkLst>
        </pc:spChg>
        <pc:spChg chg="mod">
          <ac:chgData name="Emmett Gilbert" userId="aa7b3766c4c24eb4" providerId="LiveId" clId="{C1022422-C44F-4721-92FF-9DDB880F5282}" dt="2026-07-10T07:01:04.332" v="452" actId="1076"/>
          <ac:spMkLst>
            <pc:docMk/>
            <pc:sldMk cId="0" sldId="261"/>
            <ac:spMk id="16" creationId="{00000000-0000-0000-0000-000000000000}"/>
          </ac:spMkLst>
        </pc:spChg>
        <pc:spChg chg="mod">
          <ac:chgData name="Emmett Gilbert" userId="aa7b3766c4c24eb4" providerId="LiveId" clId="{C1022422-C44F-4721-92FF-9DDB880F5282}" dt="2026-07-10T07:01:04.332" v="452" actId="1076"/>
          <ac:spMkLst>
            <pc:docMk/>
            <pc:sldMk cId="0" sldId="261"/>
            <ac:spMk id="17" creationId="{00000000-0000-0000-0000-000000000000}"/>
          </ac:spMkLst>
        </pc:spChg>
        <pc:spChg chg="mod">
          <ac:chgData name="Emmett Gilbert" userId="aa7b3766c4c24eb4" providerId="LiveId" clId="{C1022422-C44F-4721-92FF-9DDB880F5282}" dt="2026-07-10T07:01:04.332" v="452" actId="1076"/>
          <ac:spMkLst>
            <pc:docMk/>
            <pc:sldMk cId="0" sldId="261"/>
            <ac:spMk id="18" creationId="{00000000-0000-0000-0000-000000000000}"/>
          </ac:spMkLst>
        </pc:spChg>
        <pc:spChg chg="mod">
          <ac:chgData name="Emmett Gilbert" userId="aa7b3766c4c24eb4" providerId="LiveId" clId="{C1022422-C44F-4721-92FF-9DDB880F5282}" dt="2026-07-10T10:04:00.570" v="736" actId="123"/>
          <ac:spMkLst>
            <pc:docMk/>
            <pc:sldMk cId="0" sldId="261"/>
            <ac:spMk id="19" creationId="{00000000-0000-0000-0000-000000000000}"/>
          </ac:spMkLst>
        </pc:spChg>
        <pc:spChg chg="mod">
          <ac:chgData name="Emmett Gilbert" userId="aa7b3766c4c24eb4" providerId="LiveId" clId="{C1022422-C44F-4721-92FF-9DDB880F5282}" dt="2026-07-10T10:04:20.280" v="739" actId="1076"/>
          <ac:spMkLst>
            <pc:docMk/>
            <pc:sldMk cId="0" sldId="261"/>
            <ac:spMk id="20" creationId="{00000000-0000-0000-0000-000000000000}"/>
          </ac:spMkLst>
        </pc:spChg>
        <pc:spChg chg="mod">
          <ac:chgData name="Emmett Gilbert" userId="aa7b3766c4c24eb4" providerId="LiveId" clId="{C1022422-C44F-4721-92FF-9DDB880F5282}" dt="2026-07-10T10:04:20.280" v="739" actId="1076"/>
          <ac:spMkLst>
            <pc:docMk/>
            <pc:sldMk cId="0" sldId="261"/>
            <ac:spMk id="21" creationId="{00000000-0000-0000-0000-000000000000}"/>
          </ac:spMkLst>
        </pc:spChg>
        <pc:spChg chg="mod">
          <ac:chgData name="Emmett Gilbert" userId="aa7b3766c4c24eb4" providerId="LiveId" clId="{C1022422-C44F-4721-92FF-9DDB880F5282}" dt="2026-07-10T10:04:20.280" v="739" actId="1076"/>
          <ac:spMkLst>
            <pc:docMk/>
            <pc:sldMk cId="0" sldId="261"/>
            <ac:spMk id="22" creationId="{00000000-0000-0000-0000-000000000000}"/>
          </ac:spMkLst>
        </pc:spChg>
        <pc:spChg chg="mod">
          <ac:chgData name="Emmett Gilbert" userId="aa7b3766c4c24eb4" providerId="LiveId" clId="{C1022422-C44F-4721-92FF-9DDB880F5282}" dt="2026-07-10T10:04:20.280" v="739" actId="1076"/>
          <ac:spMkLst>
            <pc:docMk/>
            <pc:sldMk cId="0" sldId="261"/>
            <ac:spMk id="23" creationId="{00000000-0000-0000-0000-000000000000}"/>
          </ac:spMkLst>
        </pc:spChg>
        <pc:spChg chg="mod">
          <ac:chgData name="Emmett Gilbert" userId="aa7b3766c4c24eb4" providerId="LiveId" clId="{C1022422-C44F-4721-92FF-9DDB880F5282}" dt="2026-07-10T10:04:20.280" v="739" actId="1076"/>
          <ac:spMkLst>
            <pc:docMk/>
            <pc:sldMk cId="0" sldId="261"/>
            <ac:spMk id="24" creationId="{00000000-0000-0000-0000-000000000000}"/>
          </ac:spMkLst>
        </pc:spChg>
        <pc:spChg chg="mod">
          <ac:chgData name="Emmett Gilbert" userId="aa7b3766c4c24eb4" providerId="LiveId" clId="{C1022422-C44F-4721-92FF-9DDB880F5282}" dt="2026-07-10T05:49:54.524" v="15" actId="1076"/>
          <ac:spMkLst>
            <pc:docMk/>
            <pc:sldMk cId="0" sldId="261"/>
            <ac:spMk id="25" creationId="{00000000-0000-0000-0000-000000000000}"/>
          </ac:spMkLst>
        </pc:spChg>
        <pc:spChg chg="mod">
          <ac:chgData name="Emmett Gilbert" userId="aa7b3766c4c24eb4" providerId="LiveId" clId="{C1022422-C44F-4721-92FF-9DDB880F5282}" dt="2026-07-10T05:49:54.524" v="15" actId="1076"/>
          <ac:spMkLst>
            <pc:docMk/>
            <pc:sldMk cId="0" sldId="261"/>
            <ac:spMk id="26" creationId="{00000000-0000-0000-0000-000000000000}"/>
          </ac:spMkLst>
        </pc:spChg>
      </pc:sldChg>
      <pc:sldChg chg="addSp delSp modSp mod">
        <pc:chgData name="Emmett Gilbert" userId="aa7b3766c4c24eb4" providerId="LiveId" clId="{C1022422-C44F-4721-92FF-9DDB880F5282}" dt="2026-07-10T10:06:15.500" v="749" actId="123"/>
        <pc:sldMkLst>
          <pc:docMk/>
          <pc:sldMk cId="0" sldId="262"/>
        </pc:sldMkLst>
        <pc:spChg chg="mod">
          <ac:chgData name="Emmett Gilbert" userId="aa7b3766c4c24eb4" providerId="LiveId" clId="{C1022422-C44F-4721-92FF-9DDB880F5282}" dt="2026-07-10T10:05:13.577" v="741" actId="14100"/>
          <ac:spMkLst>
            <pc:docMk/>
            <pc:sldMk cId="0" sldId="262"/>
            <ac:spMk id="4" creationId="{00000000-0000-0000-0000-000000000000}"/>
          </ac:spMkLst>
        </pc:spChg>
        <pc:spChg chg="del">
          <ac:chgData name="Emmett Gilbert" userId="aa7b3766c4c24eb4" providerId="LiveId" clId="{C1022422-C44F-4721-92FF-9DDB880F5282}" dt="2026-07-10T06:02:15.268" v="108" actId="478"/>
          <ac:spMkLst>
            <pc:docMk/>
            <pc:sldMk cId="0" sldId="262"/>
            <ac:spMk id="6" creationId="{00000000-0000-0000-0000-000000000000}"/>
          </ac:spMkLst>
        </pc:spChg>
        <pc:spChg chg="mod">
          <ac:chgData name="Emmett Gilbert" userId="aa7b3766c4c24eb4" providerId="LiveId" clId="{C1022422-C44F-4721-92FF-9DDB880F5282}" dt="2026-07-10T10:05:27.366" v="742" actId="1076"/>
          <ac:spMkLst>
            <pc:docMk/>
            <pc:sldMk cId="0" sldId="262"/>
            <ac:spMk id="7" creationId="{00000000-0000-0000-0000-000000000000}"/>
          </ac:spMkLst>
        </pc:spChg>
        <pc:spChg chg="mod">
          <ac:chgData name="Emmett Gilbert" userId="aa7b3766c4c24eb4" providerId="LiveId" clId="{C1022422-C44F-4721-92FF-9DDB880F5282}" dt="2026-07-10T10:05:38.842" v="744" actId="14100"/>
          <ac:spMkLst>
            <pc:docMk/>
            <pc:sldMk cId="0" sldId="262"/>
            <ac:spMk id="9" creationId="{00000000-0000-0000-0000-000000000000}"/>
          </ac:spMkLst>
        </pc:spChg>
        <pc:spChg chg="mod">
          <ac:chgData name="Emmett Gilbert" userId="aa7b3766c4c24eb4" providerId="LiveId" clId="{C1022422-C44F-4721-92FF-9DDB880F5282}" dt="2026-07-10T10:06:15.500" v="749" actId="123"/>
          <ac:spMkLst>
            <pc:docMk/>
            <pc:sldMk cId="0" sldId="262"/>
            <ac:spMk id="10" creationId="{00000000-0000-0000-0000-000000000000}"/>
          </ac:spMkLst>
        </pc:spChg>
        <pc:spChg chg="add mod">
          <ac:chgData name="Emmett Gilbert" userId="aa7b3766c4c24eb4" providerId="LiveId" clId="{C1022422-C44F-4721-92FF-9DDB880F5282}" dt="2026-07-10T10:05:13.577" v="741" actId="14100"/>
          <ac:spMkLst>
            <pc:docMk/>
            <pc:sldMk cId="0" sldId="262"/>
            <ac:spMk id="14" creationId="{0D6262E7-177F-5E3B-391C-980BE4F06AD7}"/>
          </ac:spMkLst>
        </pc:spChg>
        <pc:spChg chg="add mod ord">
          <ac:chgData name="Emmett Gilbert" userId="aa7b3766c4c24eb4" providerId="LiveId" clId="{C1022422-C44F-4721-92FF-9DDB880F5282}" dt="2026-07-10T10:05:13.577" v="741" actId="14100"/>
          <ac:spMkLst>
            <pc:docMk/>
            <pc:sldMk cId="0" sldId="262"/>
            <ac:spMk id="16" creationId="{BA801A6B-11A3-1D52-637E-C543303EDF8B}"/>
          </ac:spMkLst>
        </pc:spChg>
        <pc:spChg chg="add mod ord">
          <ac:chgData name="Emmett Gilbert" userId="aa7b3766c4c24eb4" providerId="LiveId" clId="{C1022422-C44F-4721-92FF-9DDB880F5282}" dt="2026-07-10T10:05:13.577" v="741" actId="14100"/>
          <ac:spMkLst>
            <pc:docMk/>
            <pc:sldMk cId="0" sldId="262"/>
            <ac:spMk id="18" creationId="{DF856946-7B35-508B-1DF5-08EDD1C678BA}"/>
          </ac:spMkLst>
        </pc:spChg>
        <pc:graphicFrameChg chg="mod modGraphic">
          <ac:chgData name="Emmett Gilbert" userId="aa7b3766c4c24eb4" providerId="LiveId" clId="{C1022422-C44F-4721-92FF-9DDB880F5282}" dt="2026-07-10T09:55:51.693" v="675" actId="14100"/>
          <ac:graphicFrameMkLst>
            <pc:docMk/>
            <pc:sldMk cId="0" sldId="262"/>
            <ac:graphicFrameMk id="8" creationId="{00000000-0000-0000-0000-000000000000}"/>
          </ac:graphicFrameMkLst>
        </pc:graphicFrameChg>
      </pc:sldChg>
      <pc:sldChg chg="addSp modSp mod">
        <pc:chgData name="Emmett Gilbert" userId="aa7b3766c4c24eb4" providerId="LiveId" clId="{C1022422-C44F-4721-92FF-9DDB880F5282}" dt="2026-07-10T10:06:09.901" v="748" actId="123"/>
        <pc:sldMkLst>
          <pc:docMk/>
          <pc:sldMk cId="0" sldId="263"/>
        </pc:sldMkLst>
        <pc:spChg chg="mod">
          <ac:chgData name="Emmett Gilbert" userId="aa7b3766c4c24eb4" providerId="LiveId" clId="{C1022422-C44F-4721-92FF-9DDB880F5282}" dt="2026-07-10T05:54:55.059" v="45" actId="1076"/>
          <ac:spMkLst>
            <pc:docMk/>
            <pc:sldMk cId="0" sldId="263"/>
            <ac:spMk id="4" creationId="{00000000-0000-0000-0000-000000000000}"/>
          </ac:spMkLst>
        </pc:spChg>
        <pc:spChg chg="mod">
          <ac:chgData name="Emmett Gilbert" userId="aa7b3766c4c24eb4" providerId="LiveId" clId="{C1022422-C44F-4721-92FF-9DDB880F5282}" dt="2026-07-10T05:54:55.059" v="45" actId="1076"/>
          <ac:spMkLst>
            <pc:docMk/>
            <pc:sldMk cId="0" sldId="263"/>
            <ac:spMk id="5" creationId="{00000000-0000-0000-0000-000000000000}"/>
          </ac:spMkLst>
        </pc:spChg>
        <pc:spChg chg="mod">
          <ac:chgData name="Emmett Gilbert" userId="aa7b3766c4c24eb4" providerId="LiveId" clId="{C1022422-C44F-4721-92FF-9DDB880F5282}" dt="2026-07-10T10:06:05.751" v="747" actId="123"/>
          <ac:spMkLst>
            <pc:docMk/>
            <pc:sldMk cId="0" sldId="263"/>
            <ac:spMk id="6" creationId="{00000000-0000-0000-0000-000000000000}"/>
          </ac:spMkLst>
        </pc:spChg>
        <pc:spChg chg="mod">
          <ac:chgData name="Emmett Gilbert" userId="aa7b3766c4c24eb4" providerId="LiveId" clId="{C1022422-C44F-4721-92FF-9DDB880F5282}" dt="2026-07-10T05:55:07.576" v="46" actId="1076"/>
          <ac:spMkLst>
            <pc:docMk/>
            <pc:sldMk cId="0" sldId="263"/>
            <ac:spMk id="7" creationId="{00000000-0000-0000-0000-000000000000}"/>
          </ac:spMkLst>
        </pc:spChg>
        <pc:spChg chg="mod">
          <ac:chgData name="Emmett Gilbert" userId="aa7b3766c4c24eb4" providerId="LiveId" clId="{C1022422-C44F-4721-92FF-9DDB880F5282}" dt="2026-07-10T06:01:47.752" v="105" actId="1076"/>
          <ac:spMkLst>
            <pc:docMk/>
            <pc:sldMk cId="0" sldId="263"/>
            <ac:spMk id="8" creationId="{00000000-0000-0000-0000-000000000000}"/>
          </ac:spMkLst>
        </pc:spChg>
        <pc:spChg chg="mod">
          <ac:chgData name="Emmett Gilbert" userId="aa7b3766c4c24eb4" providerId="LiveId" clId="{C1022422-C44F-4721-92FF-9DDB880F5282}" dt="2026-07-10T10:05:52.585" v="745" actId="1076"/>
          <ac:spMkLst>
            <pc:docMk/>
            <pc:sldMk cId="0" sldId="263"/>
            <ac:spMk id="10" creationId="{00000000-0000-0000-0000-000000000000}"/>
          </ac:spMkLst>
        </pc:spChg>
        <pc:spChg chg="mod">
          <ac:chgData name="Emmett Gilbert" userId="aa7b3766c4c24eb4" providerId="LiveId" clId="{C1022422-C44F-4721-92FF-9DDB880F5282}" dt="2026-07-10T10:06:09.901" v="748" actId="123"/>
          <ac:spMkLst>
            <pc:docMk/>
            <pc:sldMk cId="0" sldId="263"/>
            <ac:spMk id="11" creationId="{00000000-0000-0000-0000-000000000000}"/>
          </ac:spMkLst>
        </pc:spChg>
        <pc:spChg chg="add mod ord">
          <ac:chgData name="Emmett Gilbert" userId="aa7b3766c4c24eb4" providerId="LiveId" clId="{C1022422-C44F-4721-92FF-9DDB880F5282}" dt="2026-07-10T06:01:13.236" v="102" actId="14100"/>
          <ac:spMkLst>
            <pc:docMk/>
            <pc:sldMk cId="0" sldId="263"/>
            <ac:spMk id="15" creationId="{E9A41701-0C51-17FA-9DB4-AF22E620372A}"/>
          </ac:spMkLst>
        </pc:spChg>
        <pc:graphicFrameChg chg="mod modGraphic">
          <ac:chgData name="Emmett Gilbert" userId="aa7b3766c4c24eb4" providerId="LiveId" clId="{C1022422-C44F-4721-92FF-9DDB880F5282}" dt="2026-07-10T07:00:47.969" v="451" actId="1076"/>
          <ac:graphicFrameMkLst>
            <pc:docMk/>
            <pc:sldMk cId="0" sldId="263"/>
            <ac:graphicFrameMk id="9" creationId="{00000000-0000-0000-0000-000000000000}"/>
          </ac:graphicFrameMkLst>
        </pc:graphicFrameChg>
      </pc:sldChg>
      <pc:sldChg chg="delSp modSp del mod">
        <pc:chgData name="Emmett Gilbert" userId="aa7b3766c4c24eb4" providerId="LiveId" clId="{C1022422-C44F-4721-92FF-9DDB880F5282}" dt="2026-07-10T05:59:57.720" v="89" actId="2696"/>
        <pc:sldMkLst>
          <pc:docMk/>
          <pc:sldMk cId="0" sldId="264"/>
        </pc:sldMkLst>
        <pc:spChg chg="del">
          <ac:chgData name="Emmett Gilbert" userId="aa7b3766c4c24eb4" providerId="LiveId" clId="{C1022422-C44F-4721-92FF-9DDB880F5282}" dt="2026-07-10T05:56:40.701" v="55" actId="478"/>
          <ac:spMkLst>
            <pc:docMk/>
            <pc:sldMk cId="0" sldId="264"/>
            <ac:spMk id="4" creationId="{00000000-0000-0000-0000-000000000000}"/>
          </ac:spMkLst>
        </pc:spChg>
        <pc:spChg chg="del">
          <ac:chgData name="Emmett Gilbert" userId="aa7b3766c4c24eb4" providerId="LiveId" clId="{C1022422-C44F-4721-92FF-9DDB880F5282}" dt="2026-07-10T05:56:27.844" v="52" actId="478"/>
          <ac:spMkLst>
            <pc:docMk/>
            <pc:sldMk cId="0" sldId="264"/>
            <ac:spMk id="5" creationId="{00000000-0000-0000-0000-000000000000}"/>
          </ac:spMkLst>
        </pc:spChg>
        <pc:spChg chg="del mod">
          <ac:chgData name="Emmett Gilbert" userId="aa7b3766c4c24eb4" providerId="LiveId" clId="{C1022422-C44F-4721-92FF-9DDB880F5282}" dt="2026-07-10T05:56:31.758" v="54" actId="478"/>
          <ac:spMkLst>
            <pc:docMk/>
            <pc:sldMk cId="0" sldId="264"/>
            <ac:spMk id="6" creationId="{00000000-0000-0000-0000-000000000000}"/>
          </ac:spMkLst>
        </pc:spChg>
        <pc:spChg chg="mod">
          <ac:chgData name="Emmett Gilbert" userId="aa7b3766c4c24eb4" providerId="LiveId" clId="{C1022422-C44F-4721-92FF-9DDB880F5282}" dt="2026-07-10T05:56:53.105" v="56" actId="1076"/>
          <ac:spMkLst>
            <pc:docMk/>
            <pc:sldMk cId="0" sldId="264"/>
            <ac:spMk id="9" creationId="{00000000-0000-0000-0000-000000000000}"/>
          </ac:spMkLst>
        </pc:spChg>
        <pc:spChg chg="mod">
          <ac:chgData name="Emmett Gilbert" userId="aa7b3766c4c24eb4" providerId="LiveId" clId="{C1022422-C44F-4721-92FF-9DDB880F5282}" dt="2026-07-10T05:56:53.105" v="56" actId="1076"/>
          <ac:spMkLst>
            <pc:docMk/>
            <pc:sldMk cId="0" sldId="264"/>
            <ac:spMk id="10" creationId="{00000000-0000-0000-0000-000000000000}"/>
          </ac:spMkLst>
        </pc:spChg>
        <pc:spChg chg="mod">
          <ac:chgData name="Emmett Gilbert" userId="aa7b3766c4c24eb4" providerId="LiveId" clId="{C1022422-C44F-4721-92FF-9DDB880F5282}" dt="2026-07-10T05:56:53.105" v="56" actId="1076"/>
          <ac:spMkLst>
            <pc:docMk/>
            <pc:sldMk cId="0" sldId="264"/>
            <ac:spMk id="11" creationId="{00000000-0000-0000-0000-000000000000}"/>
          </ac:spMkLst>
        </pc:spChg>
        <pc:spChg chg="mod">
          <ac:chgData name="Emmett Gilbert" userId="aa7b3766c4c24eb4" providerId="LiveId" clId="{C1022422-C44F-4721-92FF-9DDB880F5282}" dt="2026-07-10T05:56:53.105" v="56" actId="1076"/>
          <ac:spMkLst>
            <pc:docMk/>
            <pc:sldMk cId="0" sldId="264"/>
            <ac:spMk id="12" creationId="{00000000-0000-0000-0000-000000000000}"/>
          </ac:spMkLst>
        </pc:spChg>
        <pc:spChg chg="mod">
          <ac:chgData name="Emmett Gilbert" userId="aa7b3766c4c24eb4" providerId="LiveId" clId="{C1022422-C44F-4721-92FF-9DDB880F5282}" dt="2026-07-10T05:56:53.105" v="56" actId="1076"/>
          <ac:spMkLst>
            <pc:docMk/>
            <pc:sldMk cId="0" sldId="264"/>
            <ac:spMk id="15" creationId="{00000000-0000-0000-0000-000000000000}"/>
          </ac:spMkLst>
        </pc:spChg>
        <pc:spChg chg="mod">
          <ac:chgData name="Emmett Gilbert" userId="aa7b3766c4c24eb4" providerId="LiveId" clId="{C1022422-C44F-4721-92FF-9DDB880F5282}" dt="2026-07-10T05:56:53.105" v="56" actId="1076"/>
          <ac:spMkLst>
            <pc:docMk/>
            <pc:sldMk cId="0" sldId="264"/>
            <ac:spMk id="17" creationId="{00000000-0000-0000-0000-000000000000}"/>
          </ac:spMkLst>
        </pc:spChg>
        <pc:spChg chg="mod">
          <ac:chgData name="Emmett Gilbert" userId="aa7b3766c4c24eb4" providerId="LiveId" clId="{C1022422-C44F-4721-92FF-9DDB880F5282}" dt="2026-07-10T05:56:53.105" v="56" actId="1076"/>
          <ac:spMkLst>
            <pc:docMk/>
            <pc:sldMk cId="0" sldId="264"/>
            <ac:spMk id="18" creationId="{00000000-0000-0000-0000-000000000000}"/>
          </ac:spMkLst>
        </pc:spChg>
        <pc:spChg chg="mod">
          <ac:chgData name="Emmett Gilbert" userId="aa7b3766c4c24eb4" providerId="LiveId" clId="{C1022422-C44F-4721-92FF-9DDB880F5282}" dt="2026-07-10T05:56:53.105" v="56" actId="1076"/>
          <ac:spMkLst>
            <pc:docMk/>
            <pc:sldMk cId="0" sldId="264"/>
            <ac:spMk id="19" creationId="{00000000-0000-0000-0000-000000000000}"/>
          </ac:spMkLst>
        </pc:spChg>
        <pc:spChg chg="mod">
          <ac:chgData name="Emmett Gilbert" userId="aa7b3766c4c24eb4" providerId="LiveId" clId="{C1022422-C44F-4721-92FF-9DDB880F5282}" dt="2026-07-10T05:56:53.105" v="56" actId="1076"/>
          <ac:spMkLst>
            <pc:docMk/>
            <pc:sldMk cId="0" sldId="264"/>
            <ac:spMk id="20" creationId="{00000000-0000-0000-0000-000000000000}"/>
          </ac:spMkLst>
        </pc:spChg>
        <pc:spChg chg="mod">
          <ac:chgData name="Emmett Gilbert" userId="aa7b3766c4c24eb4" providerId="LiveId" clId="{C1022422-C44F-4721-92FF-9DDB880F5282}" dt="2026-07-10T05:56:53.105" v="56" actId="1076"/>
          <ac:spMkLst>
            <pc:docMk/>
            <pc:sldMk cId="0" sldId="264"/>
            <ac:spMk id="22" creationId="{00000000-0000-0000-0000-000000000000}"/>
          </ac:spMkLst>
        </pc:spChg>
      </pc:sldChg>
      <pc:sldChg chg="modSp mod">
        <pc:chgData name="Emmett Gilbert" userId="aa7b3766c4c24eb4" providerId="LiveId" clId="{C1022422-C44F-4721-92FF-9DDB880F5282}" dt="2026-07-10T09:49:43.010" v="658" actId="1076"/>
        <pc:sldMkLst>
          <pc:docMk/>
          <pc:sldMk cId="0" sldId="265"/>
        </pc:sldMkLst>
        <pc:spChg chg="mod">
          <ac:chgData name="Emmett Gilbert" userId="aa7b3766c4c24eb4" providerId="LiveId" clId="{C1022422-C44F-4721-92FF-9DDB880F5282}" dt="2026-07-10T06:33:23.806" v="195" actId="1076"/>
          <ac:spMkLst>
            <pc:docMk/>
            <pc:sldMk cId="0" sldId="265"/>
            <ac:spMk id="5" creationId="{00000000-0000-0000-0000-000000000000}"/>
          </ac:spMkLst>
        </pc:spChg>
        <pc:spChg chg="mod">
          <ac:chgData name="Emmett Gilbert" userId="aa7b3766c4c24eb4" providerId="LiveId" clId="{C1022422-C44F-4721-92FF-9DDB880F5282}" dt="2026-07-10T06:06:13.166" v="136" actId="20577"/>
          <ac:spMkLst>
            <pc:docMk/>
            <pc:sldMk cId="0" sldId="265"/>
            <ac:spMk id="6" creationId="{00000000-0000-0000-0000-000000000000}"/>
          </ac:spMkLst>
        </pc:spChg>
        <pc:spChg chg="mod">
          <ac:chgData name="Emmett Gilbert" userId="aa7b3766c4c24eb4" providerId="LiveId" clId="{C1022422-C44F-4721-92FF-9DDB880F5282}" dt="2026-07-10T06:06:35.010" v="145" actId="20577"/>
          <ac:spMkLst>
            <pc:docMk/>
            <pc:sldMk cId="0" sldId="265"/>
            <ac:spMk id="7" creationId="{00000000-0000-0000-0000-000000000000}"/>
          </ac:spMkLst>
        </pc:spChg>
        <pc:spChg chg="mod">
          <ac:chgData name="Emmett Gilbert" userId="aa7b3766c4c24eb4" providerId="LiveId" clId="{C1022422-C44F-4721-92FF-9DDB880F5282}" dt="2026-07-10T09:49:43.010" v="658" actId="1076"/>
          <ac:spMkLst>
            <pc:docMk/>
            <pc:sldMk cId="0" sldId="265"/>
            <ac:spMk id="8" creationId="{00000000-0000-0000-0000-000000000000}"/>
          </ac:spMkLst>
        </pc:spChg>
        <pc:graphicFrameChg chg="mod modGraphic">
          <ac:chgData name="Emmett Gilbert" userId="aa7b3766c4c24eb4" providerId="LiveId" clId="{C1022422-C44F-4721-92FF-9DDB880F5282}" dt="2026-07-10T06:33:15.238" v="194" actId="14734"/>
          <ac:graphicFrameMkLst>
            <pc:docMk/>
            <pc:sldMk cId="0" sldId="265"/>
            <ac:graphicFrameMk id="11" creationId="{00000000-0000-0000-0000-000000000000}"/>
          </ac:graphicFrameMkLst>
        </pc:graphicFrameChg>
      </pc:sldChg>
      <pc:sldChg chg="modSp mod">
        <pc:chgData name="Emmett Gilbert" userId="aa7b3766c4c24eb4" providerId="LiveId" clId="{C1022422-C44F-4721-92FF-9DDB880F5282}" dt="2026-07-10T06:33:39.584" v="196" actId="1076"/>
        <pc:sldMkLst>
          <pc:docMk/>
          <pc:sldMk cId="0" sldId="266"/>
        </pc:sldMkLst>
        <pc:spChg chg="mod">
          <ac:chgData name="Emmett Gilbert" userId="aa7b3766c4c24eb4" providerId="LiveId" clId="{C1022422-C44F-4721-92FF-9DDB880F5282}" dt="2026-07-10T06:08:32.088" v="156" actId="123"/>
          <ac:spMkLst>
            <pc:docMk/>
            <pc:sldMk cId="0" sldId="266"/>
            <ac:spMk id="7" creationId="{00000000-0000-0000-0000-000000000000}"/>
          </ac:spMkLst>
        </pc:spChg>
        <pc:spChg chg="mod">
          <ac:chgData name="Emmett Gilbert" userId="aa7b3766c4c24eb4" providerId="LiveId" clId="{C1022422-C44F-4721-92FF-9DDB880F5282}" dt="2026-07-10T06:33:39.584" v="196" actId="1076"/>
          <ac:spMkLst>
            <pc:docMk/>
            <pc:sldMk cId="0" sldId="266"/>
            <ac:spMk id="8" creationId="{00000000-0000-0000-0000-000000000000}"/>
          </ac:spMkLst>
        </pc:spChg>
        <pc:spChg chg="mod">
          <ac:chgData name="Emmett Gilbert" userId="aa7b3766c4c24eb4" providerId="LiveId" clId="{C1022422-C44F-4721-92FF-9DDB880F5282}" dt="2026-07-10T06:33:39.584" v="196" actId="1076"/>
          <ac:spMkLst>
            <pc:docMk/>
            <pc:sldMk cId="0" sldId="266"/>
            <ac:spMk id="9" creationId="{00000000-0000-0000-0000-000000000000}"/>
          </ac:spMkLst>
        </pc:spChg>
        <pc:spChg chg="mod">
          <ac:chgData name="Emmett Gilbert" userId="aa7b3766c4c24eb4" providerId="LiveId" clId="{C1022422-C44F-4721-92FF-9DDB880F5282}" dt="2026-07-10T06:08:35.327" v="157" actId="123"/>
          <ac:spMkLst>
            <pc:docMk/>
            <pc:sldMk cId="0" sldId="266"/>
            <ac:spMk id="12" creationId="{00000000-0000-0000-0000-000000000000}"/>
          </ac:spMkLst>
        </pc:spChg>
        <pc:spChg chg="mod">
          <ac:chgData name="Emmett Gilbert" userId="aa7b3766c4c24eb4" providerId="LiveId" clId="{C1022422-C44F-4721-92FF-9DDB880F5282}" dt="2026-07-10T06:07:21.414" v="147" actId="208"/>
          <ac:spMkLst>
            <pc:docMk/>
            <pc:sldMk cId="0" sldId="266"/>
            <ac:spMk id="13" creationId="{00000000-0000-0000-0000-000000000000}"/>
          </ac:spMkLst>
        </pc:spChg>
        <pc:spChg chg="mod">
          <ac:chgData name="Emmett Gilbert" userId="aa7b3766c4c24eb4" providerId="LiveId" clId="{C1022422-C44F-4721-92FF-9DDB880F5282}" dt="2026-07-10T06:33:39.584" v="196" actId="1076"/>
          <ac:spMkLst>
            <pc:docMk/>
            <pc:sldMk cId="0" sldId="266"/>
            <ac:spMk id="14" creationId="{00000000-0000-0000-0000-000000000000}"/>
          </ac:spMkLst>
        </pc:spChg>
        <pc:spChg chg="mod">
          <ac:chgData name="Emmett Gilbert" userId="aa7b3766c4c24eb4" providerId="LiveId" clId="{C1022422-C44F-4721-92FF-9DDB880F5282}" dt="2026-07-10T06:33:39.584" v="196" actId="1076"/>
          <ac:spMkLst>
            <pc:docMk/>
            <pc:sldMk cId="0" sldId="266"/>
            <ac:spMk id="15" creationId="{00000000-0000-0000-0000-000000000000}"/>
          </ac:spMkLst>
        </pc:spChg>
        <pc:spChg chg="mod">
          <ac:chgData name="Emmett Gilbert" userId="aa7b3766c4c24eb4" providerId="LiveId" clId="{C1022422-C44F-4721-92FF-9DDB880F5282}" dt="2026-07-10T06:33:39.584" v="196" actId="1076"/>
          <ac:spMkLst>
            <pc:docMk/>
            <pc:sldMk cId="0" sldId="266"/>
            <ac:spMk id="17" creationId="{00000000-0000-0000-0000-000000000000}"/>
          </ac:spMkLst>
        </pc:spChg>
        <pc:spChg chg="mod">
          <ac:chgData name="Emmett Gilbert" userId="aa7b3766c4c24eb4" providerId="LiveId" clId="{C1022422-C44F-4721-92FF-9DDB880F5282}" dt="2026-07-10T06:07:21.414" v="147" actId="208"/>
          <ac:spMkLst>
            <pc:docMk/>
            <pc:sldMk cId="0" sldId="266"/>
            <ac:spMk id="18" creationId="{00000000-0000-0000-0000-000000000000}"/>
          </ac:spMkLst>
        </pc:spChg>
        <pc:spChg chg="mod">
          <ac:chgData name="Emmett Gilbert" userId="aa7b3766c4c24eb4" providerId="LiveId" clId="{C1022422-C44F-4721-92FF-9DDB880F5282}" dt="2026-07-10T06:33:39.584" v="196" actId="1076"/>
          <ac:spMkLst>
            <pc:docMk/>
            <pc:sldMk cId="0" sldId="266"/>
            <ac:spMk id="20" creationId="{00000000-0000-0000-0000-000000000000}"/>
          </ac:spMkLst>
        </pc:spChg>
        <pc:spChg chg="mod">
          <ac:chgData name="Emmett Gilbert" userId="aa7b3766c4c24eb4" providerId="LiveId" clId="{C1022422-C44F-4721-92FF-9DDB880F5282}" dt="2026-07-10T06:08:41.641" v="159" actId="123"/>
          <ac:spMkLst>
            <pc:docMk/>
            <pc:sldMk cId="0" sldId="266"/>
            <ac:spMk id="22" creationId="{00000000-0000-0000-0000-000000000000}"/>
          </ac:spMkLst>
        </pc:spChg>
        <pc:spChg chg="mod">
          <ac:chgData name="Emmett Gilbert" userId="aa7b3766c4c24eb4" providerId="LiveId" clId="{C1022422-C44F-4721-92FF-9DDB880F5282}" dt="2026-07-10T06:33:39.584" v="196" actId="1076"/>
          <ac:spMkLst>
            <pc:docMk/>
            <pc:sldMk cId="0" sldId="266"/>
            <ac:spMk id="23" creationId="{00000000-0000-0000-0000-000000000000}"/>
          </ac:spMkLst>
        </pc:spChg>
        <pc:spChg chg="mod">
          <ac:chgData name="Emmett Gilbert" userId="aa7b3766c4c24eb4" providerId="LiveId" clId="{C1022422-C44F-4721-92FF-9DDB880F5282}" dt="2026-07-10T06:33:39.584" v="196" actId="1076"/>
          <ac:spMkLst>
            <pc:docMk/>
            <pc:sldMk cId="0" sldId="266"/>
            <ac:spMk id="27" creationId="{00000000-0000-0000-0000-000000000000}"/>
          </ac:spMkLst>
        </pc:spChg>
        <pc:spChg chg="mod">
          <ac:chgData name="Emmett Gilbert" userId="aa7b3766c4c24eb4" providerId="LiveId" clId="{C1022422-C44F-4721-92FF-9DDB880F5282}" dt="2026-07-10T06:33:39.584" v="196" actId="1076"/>
          <ac:spMkLst>
            <pc:docMk/>
            <pc:sldMk cId="0" sldId="266"/>
            <ac:spMk id="28" creationId="{00000000-0000-0000-0000-000000000000}"/>
          </ac:spMkLst>
        </pc:spChg>
        <pc:spChg chg="mod">
          <ac:chgData name="Emmett Gilbert" userId="aa7b3766c4c24eb4" providerId="LiveId" clId="{C1022422-C44F-4721-92FF-9DDB880F5282}" dt="2026-07-10T06:33:39.584" v="196" actId="1076"/>
          <ac:spMkLst>
            <pc:docMk/>
            <pc:sldMk cId="0" sldId="266"/>
            <ac:spMk id="30" creationId="{00000000-0000-0000-0000-000000000000}"/>
          </ac:spMkLst>
        </pc:spChg>
        <pc:spChg chg="mod">
          <ac:chgData name="Emmett Gilbert" userId="aa7b3766c4c24eb4" providerId="LiveId" clId="{C1022422-C44F-4721-92FF-9DDB880F5282}" dt="2026-07-10T06:08:47.781" v="161" actId="123"/>
          <ac:spMkLst>
            <pc:docMk/>
            <pc:sldMk cId="0" sldId="266"/>
            <ac:spMk id="32" creationId="{00000000-0000-0000-0000-000000000000}"/>
          </ac:spMkLst>
        </pc:spChg>
        <pc:spChg chg="mod">
          <ac:chgData name="Emmett Gilbert" userId="aa7b3766c4c24eb4" providerId="LiveId" clId="{C1022422-C44F-4721-92FF-9DDB880F5282}" dt="2026-07-10T06:08:23.326" v="155" actId="14100"/>
          <ac:spMkLst>
            <pc:docMk/>
            <pc:sldMk cId="0" sldId="266"/>
            <ac:spMk id="33" creationId="{00000000-0000-0000-0000-000000000000}"/>
          </ac:spMkLst>
        </pc:spChg>
        <pc:spChg chg="mod">
          <ac:chgData name="Emmett Gilbert" userId="aa7b3766c4c24eb4" providerId="LiveId" clId="{C1022422-C44F-4721-92FF-9DDB880F5282}" dt="2026-07-10T06:09:17.316" v="163" actId="14100"/>
          <ac:spMkLst>
            <pc:docMk/>
            <pc:sldMk cId="0" sldId="266"/>
            <ac:spMk id="35" creationId="{00000000-0000-0000-0000-000000000000}"/>
          </ac:spMkLst>
        </pc:spChg>
      </pc:sldChg>
      <pc:sldChg chg="modSp mod">
        <pc:chgData name="Emmett Gilbert" userId="aa7b3766c4c24eb4" providerId="LiveId" clId="{C1022422-C44F-4721-92FF-9DDB880F5282}" dt="2026-07-10T15:02:34.433" v="2214" actId="14100"/>
        <pc:sldMkLst>
          <pc:docMk/>
          <pc:sldMk cId="0" sldId="267"/>
        </pc:sldMkLst>
        <pc:spChg chg="mod">
          <ac:chgData name="Emmett Gilbert" userId="aa7b3766c4c24eb4" providerId="LiveId" clId="{C1022422-C44F-4721-92FF-9DDB880F5282}" dt="2026-07-10T15:02:34.433" v="2214" actId="14100"/>
          <ac:spMkLst>
            <pc:docMk/>
            <pc:sldMk cId="0" sldId="267"/>
            <ac:spMk id="2" creationId="{00000000-0000-0000-0000-000000000000}"/>
          </ac:spMkLst>
        </pc:spChg>
      </pc:sldChg>
      <pc:sldChg chg="addSp delSp modSp mod">
        <pc:chgData name="Emmett Gilbert" userId="aa7b3766c4c24eb4" providerId="LiveId" clId="{C1022422-C44F-4721-92FF-9DDB880F5282}" dt="2026-07-10T15:50:08.878" v="2689" actId="14100"/>
        <pc:sldMkLst>
          <pc:docMk/>
          <pc:sldMk cId="0" sldId="268"/>
        </pc:sldMkLst>
        <pc:spChg chg="mod">
          <ac:chgData name="Emmett Gilbert" userId="aa7b3766c4c24eb4" providerId="LiveId" clId="{C1022422-C44F-4721-92FF-9DDB880F5282}" dt="2026-07-10T10:06:51.932" v="750" actId="123"/>
          <ac:spMkLst>
            <pc:docMk/>
            <pc:sldMk cId="0" sldId="268"/>
            <ac:spMk id="5" creationId="{00000000-0000-0000-0000-000000000000}"/>
          </ac:spMkLst>
        </pc:spChg>
        <pc:spChg chg="mod">
          <ac:chgData name="Emmett Gilbert" userId="aa7b3766c4c24eb4" providerId="LiveId" clId="{C1022422-C44F-4721-92FF-9DDB880F5282}" dt="2026-07-10T10:06:55.200" v="751" actId="123"/>
          <ac:spMkLst>
            <pc:docMk/>
            <pc:sldMk cId="0" sldId="268"/>
            <ac:spMk id="7" creationId="{00000000-0000-0000-0000-000000000000}"/>
          </ac:spMkLst>
        </pc:spChg>
        <pc:spChg chg="mod">
          <ac:chgData name="Emmett Gilbert" userId="aa7b3766c4c24eb4" providerId="LiveId" clId="{C1022422-C44F-4721-92FF-9DDB880F5282}" dt="2026-07-10T09:57:08.321" v="678" actId="1076"/>
          <ac:spMkLst>
            <pc:docMk/>
            <pc:sldMk cId="0" sldId="268"/>
            <ac:spMk id="8" creationId="{00000000-0000-0000-0000-000000000000}"/>
          </ac:spMkLst>
        </pc:spChg>
        <pc:spChg chg="del">
          <ac:chgData name="Emmett Gilbert" userId="aa7b3766c4c24eb4" providerId="LiveId" clId="{C1022422-C44F-4721-92FF-9DDB880F5282}" dt="2026-07-10T06:36:27.950" v="201" actId="21"/>
          <ac:spMkLst>
            <pc:docMk/>
            <pc:sldMk cId="0" sldId="268"/>
            <ac:spMk id="9" creationId="{00000000-0000-0000-0000-000000000000}"/>
          </ac:spMkLst>
        </pc:spChg>
        <pc:spChg chg="del">
          <ac:chgData name="Emmett Gilbert" userId="aa7b3766c4c24eb4" providerId="LiveId" clId="{C1022422-C44F-4721-92FF-9DDB880F5282}" dt="2026-07-10T06:36:16.829" v="200" actId="478"/>
          <ac:spMkLst>
            <pc:docMk/>
            <pc:sldMk cId="0" sldId="268"/>
            <ac:spMk id="10" creationId="{00000000-0000-0000-0000-000000000000}"/>
          </ac:spMkLst>
        </pc:spChg>
        <pc:spChg chg="add del mod">
          <ac:chgData name="Emmett Gilbert" userId="aa7b3766c4c24eb4" providerId="LiveId" clId="{C1022422-C44F-4721-92FF-9DDB880F5282}" dt="2026-07-10T06:45:05.826" v="305" actId="478"/>
          <ac:spMkLst>
            <pc:docMk/>
            <pc:sldMk cId="0" sldId="268"/>
            <ac:spMk id="11" creationId="{00000000-0000-0000-0000-000000000000}"/>
          </ac:spMkLst>
        </pc:spChg>
        <pc:spChg chg="del mod">
          <ac:chgData name="Emmett Gilbert" userId="aa7b3766c4c24eb4" providerId="LiveId" clId="{C1022422-C44F-4721-92FF-9DDB880F5282}" dt="2026-07-10T06:36:14.607" v="199" actId="478"/>
          <ac:spMkLst>
            <pc:docMk/>
            <pc:sldMk cId="0" sldId="268"/>
            <ac:spMk id="12" creationId="{00000000-0000-0000-0000-000000000000}"/>
          </ac:spMkLst>
        </pc:spChg>
        <pc:spChg chg="del">
          <ac:chgData name="Emmett Gilbert" userId="aa7b3766c4c24eb4" providerId="LiveId" clId="{C1022422-C44F-4721-92FF-9DDB880F5282}" dt="2026-07-10T06:40:01.861" v="240" actId="21"/>
          <ac:spMkLst>
            <pc:docMk/>
            <pc:sldMk cId="0" sldId="268"/>
            <ac:spMk id="13" creationId="{00000000-0000-0000-0000-000000000000}"/>
          </ac:spMkLst>
        </pc:spChg>
        <pc:spChg chg="add del mod">
          <ac:chgData name="Emmett Gilbert" userId="aa7b3766c4c24eb4" providerId="LiveId" clId="{C1022422-C44F-4721-92FF-9DDB880F5282}" dt="2026-07-10T06:45:00.614" v="302" actId="478"/>
          <ac:spMkLst>
            <pc:docMk/>
            <pc:sldMk cId="0" sldId="268"/>
            <ac:spMk id="18" creationId="{D0D1921B-0F34-A08D-95B0-F91CBCB69210}"/>
          </ac:spMkLst>
        </pc:spChg>
        <pc:graphicFrameChg chg="del mod modGraphic">
          <ac:chgData name="Emmett Gilbert" userId="aa7b3766c4c24eb4" providerId="LiveId" clId="{C1022422-C44F-4721-92FF-9DDB880F5282}" dt="2026-07-10T06:37:41.136" v="211" actId="21"/>
          <ac:graphicFrameMkLst>
            <pc:docMk/>
            <pc:sldMk cId="0" sldId="268"/>
            <ac:graphicFrameMk id="14" creationId="{00000000-0000-0000-0000-000000000000}"/>
          </ac:graphicFrameMkLst>
        </pc:graphicFrameChg>
        <pc:picChg chg="add mod">
          <ac:chgData name="Emmett Gilbert" userId="aa7b3766c4c24eb4" providerId="LiveId" clId="{C1022422-C44F-4721-92FF-9DDB880F5282}" dt="2026-07-10T09:57:17.274" v="680" actId="1076"/>
          <ac:picMkLst>
            <pc:docMk/>
            <pc:sldMk cId="0" sldId="268"/>
            <ac:picMk id="19" creationId="{2903144F-6C4A-585E-DE83-504668FF4AB1}"/>
          </ac:picMkLst>
        </pc:picChg>
        <pc:picChg chg="add mod">
          <ac:chgData name="Emmett Gilbert" userId="aa7b3766c4c24eb4" providerId="LiveId" clId="{C1022422-C44F-4721-92FF-9DDB880F5282}" dt="2026-07-10T09:57:14.836" v="679" actId="1076"/>
          <ac:picMkLst>
            <pc:docMk/>
            <pc:sldMk cId="0" sldId="268"/>
            <ac:picMk id="20" creationId="{E0A71842-08AC-9127-0CF5-56749AC5618E}"/>
          </ac:picMkLst>
        </pc:picChg>
        <pc:picChg chg="add mod">
          <ac:chgData name="Emmett Gilbert" userId="aa7b3766c4c24eb4" providerId="LiveId" clId="{C1022422-C44F-4721-92FF-9DDB880F5282}" dt="2026-07-10T15:50:08.878" v="2689" actId="14100"/>
          <ac:picMkLst>
            <pc:docMk/>
            <pc:sldMk cId="0" sldId="268"/>
            <ac:picMk id="22" creationId="{AA35DAF8-60E7-C369-B11B-2C2A8F969A07}"/>
          </ac:picMkLst>
        </pc:picChg>
      </pc:sldChg>
      <pc:sldChg chg="addSp delSp modSp mod">
        <pc:chgData name="Emmett Gilbert" userId="aa7b3766c4c24eb4" providerId="LiveId" clId="{C1022422-C44F-4721-92FF-9DDB880F5282}" dt="2026-07-10T09:59:27.273" v="698" actId="14100"/>
        <pc:sldMkLst>
          <pc:docMk/>
          <pc:sldMk cId="0" sldId="269"/>
        </pc:sldMkLst>
        <pc:spChg chg="mod">
          <ac:chgData name="Emmett Gilbert" userId="aa7b3766c4c24eb4" providerId="LiveId" clId="{C1022422-C44F-4721-92FF-9DDB880F5282}" dt="2026-07-10T09:59:27.273" v="698" actId="14100"/>
          <ac:spMkLst>
            <pc:docMk/>
            <pc:sldMk cId="0" sldId="269"/>
            <ac:spMk id="4" creationId="{00000000-0000-0000-0000-000000000000}"/>
          </ac:spMkLst>
        </pc:spChg>
        <pc:spChg chg="del mod">
          <ac:chgData name="Emmett Gilbert" userId="aa7b3766c4c24eb4" providerId="LiveId" clId="{C1022422-C44F-4721-92FF-9DDB880F5282}" dt="2026-07-10T06:38:59.159" v="230" actId="478"/>
          <ac:spMkLst>
            <pc:docMk/>
            <pc:sldMk cId="0" sldId="269"/>
            <ac:spMk id="5" creationId="{00000000-0000-0000-0000-000000000000}"/>
          </ac:spMkLst>
        </pc:spChg>
        <pc:spChg chg="mod">
          <ac:chgData name="Emmett Gilbert" userId="aa7b3766c4c24eb4" providerId="LiveId" clId="{C1022422-C44F-4721-92FF-9DDB880F5282}" dt="2026-07-10T06:47:57.769" v="342" actId="1076"/>
          <ac:spMkLst>
            <pc:docMk/>
            <pc:sldMk cId="0" sldId="269"/>
            <ac:spMk id="6" creationId="{00000000-0000-0000-0000-000000000000}"/>
          </ac:spMkLst>
        </pc:spChg>
        <pc:spChg chg="del mod">
          <ac:chgData name="Emmett Gilbert" userId="aa7b3766c4c24eb4" providerId="LiveId" clId="{C1022422-C44F-4721-92FF-9DDB880F5282}" dt="2026-07-10T06:38:09.732" v="219" actId="478"/>
          <ac:spMkLst>
            <pc:docMk/>
            <pc:sldMk cId="0" sldId="269"/>
            <ac:spMk id="7" creationId="{00000000-0000-0000-0000-000000000000}"/>
          </ac:spMkLst>
        </pc:spChg>
        <pc:spChg chg="del mod">
          <ac:chgData name="Emmett Gilbert" userId="aa7b3766c4c24eb4" providerId="LiveId" clId="{C1022422-C44F-4721-92FF-9DDB880F5282}" dt="2026-07-10T06:38:08.731" v="218" actId="478"/>
          <ac:spMkLst>
            <pc:docMk/>
            <pc:sldMk cId="0" sldId="269"/>
            <ac:spMk id="8" creationId="{00000000-0000-0000-0000-000000000000}"/>
          </ac:spMkLst>
        </pc:spChg>
        <pc:spChg chg="mod">
          <ac:chgData name="Emmett Gilbert" userId="aa7b3766c4c24eb4" providerId="LiveId" clId="{C1022422-C44F-4721-92FF-9DDB880F5282}" dt="2026-07-10T09:59:21.171" v="696" actId="14100"/>
          <ac:spMkLst>
            <pc:docMk/>
            <pc:sldMk cId="0" sldId="269"/>
            <ac:spMk id="9" creationId="{00000000-0000-0000-0000-000000000000}"/>
          </ac:spMkLst>
        </pc:spChg>
        <pc:spChg chg="add mod">
          <ac:chgData name="Emmett Gilbert" userId="aa7b3766c4c24eb4" providerId="LiveId" clId="{C1022422-C44F-4721-92FF-9DDB880F5282}" dt="2026-07-10T06:47:39.232" v="340" actId="14100"/>
          <ac:spMkLst>
            <pc:docMk/>
            <pc:sldMk cId="0" sldId="269"/>
            <ac:spMk id="16" creationId="{9ADE52CB-C001-B570-2D15-CBF8D3A49DEE}"/>
          </ac:spMkLst>
        </pc:spChg>
        <pc:graphicFrameChg chg="add mod modGraphic">
          <ac:chgData name="Emmett Gilbert" userId="aa7b3766c4c24eb4" providerId="LiveId" clId="{C1022422-C44F-4721-92FF-9DDB880F5282}" dt="2026-07-10T09:59:13.525" v="694" actId="14100"/>
          <ac:graphicFrameMkLst>
            <pc:docMk/>
            <pc:sldMk cId="0" sldId="269"/>
            <ac:graphicFrameMk id="13" creationId="{861D643E-8C85-528C-BE28-A90BAF53CE6C}"/>
          </ac:graphicFrameMkLst>
        </pc:graphicFrameChg>
        <pc:picChg chg="add del mod">
          <ac:chgData name="Emmett Gilbert" userId="aa7b3766c4c24eb4" providerId="LiveId" clId="{C1022422-C44F-4721-92FF-9DDB880F5282}" dt="2026-07-10T06:46:11.834" v="323" actId="478"/>
          <ac:picMkLst>
            <pc:docMk/>
            <pc:sldMk cId="0" sldId="269"/>
            <ac:picMk id="14" creationId="{1B867A44-D036-F381-58C7-DC2CD57F982F}"/>
          </ac:picMkLst>
        </pc:picChg>
        <pc:picChg chg="add mod">
          <ac:chgData name="Emmett Gilbert" userId="aa7b3766c4c24eb4" providerId="LiveId" clId="{C1022422-C44F-4721-92FF-9DDB880F5282}" dt="2026-07-10T09:58:59.116" v="691" actId="14100"/>
          <ac:picMkLst>
            <pc:docMk/>
            <pc:sldMk cId="0" sldId="269"/>
            <ac:picMk id="17" creationId="{EBBC34D6-AF3E-0FD4-E40D-68065F24D4B8}"/>
          </ac:picMkLst>
        </pc:picChg>
      </pc:sldChg>
      <pc:sldChg chg="addSp delSp modSp mod">
        <pc:chgData name="Emmett Gilbert" userId="aa7b3766c4c24eb4" providerId="LiveId" clId="{C1022422-C44F-4721-92FF-9DDB880F5282}" dt="2026-07-10T15:50:15.105" v="2690" actId="14100"/>
        <pc:sldMkLst>
          <pc:docMk/>
          <pc:sldMk cId="0" sldId="270"/>
        </pc:sldMkLst>
        <pc:spChg chg="mod">
          <ac:chgData name="Emmett Gilbert" userId="aa7b3766c4c24eb4" providerId="LiveId" clId="{C1022422-C44F-4721-92FF-9DDB880F5282}" dt="2026-07-10T06:43:51.925" v="285" actId="1076"/>
          <ac:spMkLst>
            <pc:docMk/>
            <pc:sldMk cId="0" sldId="270"/>
            <ac:spMk id="5" creationId="{00000000-0000-0000-0000-000000000000}"/>
          </ac:spMkLst>
        </pc:spChg>
        <pc:spChg chg="mod">
          <ac:chgData name="Emmett Gilbert" userId="aa7b3766c4c24eb4" providerId="LiveId" clId="{C1022422-C44F-4721-92FF-9DDB880F5282}" dt="2026-07-10T10:07:30.295" v="756" actId="123"/>
          <ac:spMkLst>
            <pc:docMk/>
            <pc:sldMk cId="0" sldId="270"/>
            <ac:spMk id="6" creationId="{00000000-0000-0000-0000-000000000000}"/>
          </ac:spMkLst>
        </pc:spChg>
        <pc:spChg chg="mod">
          <ac:chgData name="Emmett Gilbert" userId="aa7b3766c4c24eb4" providerId="LiveId" clId="{C1022422-C44F-4721-92FF-9DDB880F5282}" dt="2026-07-10T06:44:06.428" v="294" actId="20577"/>
          <ac:spMkLst>
            <pc:docMk/>
            <pc:sldMk cId="0" sldId="270"/>
            <ac:spMk id="7" creationId="{00000000-0000-0000-0000-000000000000}"/>
          </ac:spMkLst>
        </pc:spChg>
        <pc:spChg chg="mod">
          <ac:chgData name="Emmett Gilbert" userId="aa7b3766c4c24eb4" providerId="LiveId" clId="{C1022422-C44F-4721-92FF-9DDB880F5282}" dt="2026-07-10T10:07:18.428" v="753" actId="14100"/>
          <ac:spMkLst>
            <pc:docMk/>
            <pc:sldMk cId="0" sldId="270"/>
            <ac:spMk id="8" creationId="{00000000-0000-0000-0000-000000000000}"/>
          </ac:spMkLst>
        </pc:spChg>
        <pc:spChg chg="mod">
          <ac:chgData name="Emmett Gilbert" userId="aa7b3766c4c24eb4" providerId="LiveId" clId="{C1022422-C44F-4721-92FF-9DDB880F5282}" dt="2026-07-10T10:07:45.861" v="757" actId="1076"/>
          <ac:spMkLst>
            <pc:docMk/>
            <pc:sldMk cId="0" sldId="270"/>
            <ac:spMk id="9" creationId="{00000000-0000-0000-0000-000000000000}"/>
          </ac:spMkLst>
        </pc:spChg>
        <pc:spChg chg="del">
          <ac:chgData name="Emmett Gilbert" userId="aa7b3766c4c24eb4" providerId="LiveId" clId="{C1022422-C44F-4721-92FF-9DDB880F5282}" dt="2026-07-10T06:48:34.631" v="344" actId="478"/>
          <ac:spMkLst>
            <pc:docMk/>
            <pc:sldMk cId="0" sldId="270"/>
            <ac:spMk id="10" creationId="{00000000-0000-0000-0000-000000000000}"/>
          </ac:spMkLst>
        </pc:spChg>
        <pc:spChg chg="del">
          <ac:chgData name="Emmett Gilbert" userId="aa7b3766c4c24eb4" providerId="LiveId" clId="{C1022422-C44F-4721-92FF-9DDB880F5282}" dt="2026-07-10T06:48:31.341" v="343" actId="478"/>
          <ac:spMkLst>
            <pc:docMk/>
            <pc:sldMk cId="0" sldId="270"/>
            <ac:spMk id="11" creationId="{00000000-0000-0000-0000-000000000000}"/>
          </ac:spMkLst>
        </pc:spChg>
        <pc:picChg chg="add mod">
          <ac:chgData name="Emmett Gilbert" userId="aa7b3766c4c24eb4" providerId="LiveId" clId="{C1022422-C44F-4721-92FF-9DDB880F5282}" dt="2026-07-10T09:58:32.168" v="688" actId="1076"/>
          <ac:picMkLst>
            <pc:docMk/>
            <pc:sldMk cId="0" sldId="270"/>
            <ac:picMk id="14" creationId="{C146C9DD-0546-4FEA-6C5E-1DD7387C04A6}"/>
          </ac:picMkLst>
        </pc:picChg>
        <pc:picChg chg="add mod">
          <ac:chgData name="Emmett Gilbert" userId="aa7b3766c4c24eb4" providerId="LiveId" clId="{C1022422-C44F-4721-92FF-9DDB880F5282}" dt="2026-07-10T09:58:29.024" v="687" actId="1076"/>
          <ac:picMkLst>
            <pc:docMk/>
            <pc:sldMk cId="0" sldId="270"/>
            <ac:picMk id="15" creationId="{FF7741FE-C634-B1C2-0B31-C1E4F8CB0F2E}"/>
          </ac:picMkLst>
        </pc:picChg>
        <pc:picChg chg="add mod">
          <ac:chgData name="Emmett Gilbert" userId="aa7b3766c4c24eb4" providerId="LiveId" clId="{C1022422-C44F-4721-92FF-9DDB880F5282}" dt="2026-07-10T15:50:15.105" v="2690" actId="14100"/>
          <ac:picMkLst>
            <pc:docMk/>
            <pc:sldMk cId="0" sldId="270"/>
            <ac:picMk id="16" creationId="{F2840E50-CEA0-C093-A4B1-BDF152E8A4B9}"/>
          </ac:picMkLst>
        </pc:picChg>
      </pc:sldChg>
      <pc:sldChg chg="addSp delSp modSp mod">
        <pc:chgData name="Emmett Gilbert" userId="aa7b3766c4c24eb4" providerId="LiveId" clId="{C1022422-C44F-4721-92FF-9DDB880F5282}" dt="2026-07-10T15:50:19.616" v="2691" actId="14100"/>
        <pc:sldMkLst>
          <pc:docMk/>
          <pc:sldMk cId="0" sldId="271"/>
        </pc:sldMkLst>
        <pc:spChg chg="mod">
          <ac:chgData name="Emmett Gilbert" userId="aa7b3766c4c24eb4" providerId="LiveId" clId="{C1022422-C44F-4721-92FF-9DDB880F5282}" dt="2026-07-10T06:52:10.889" v="381" actId="14100"/>
          <ac:spMkLst>
            <pc:docMk/>
            <pc:sldMk cId="0" sldId="271"/>
            <ac:spMk id="4" creationId="{00000000-0000-0000-0000-000000000000}"/>
          </ac:spMkLst>
        </pc:spChg>
        <pc:spChg chg="mod">
          <ac:chgData name="Emmett Gilbert" userId="aa7b3766c4c24eb4" providerId="LiveId" clId="{C1022422-C44F-4721-92FF-9DDB880F5282}" dt="2026-07-10T06:52:18.670" v="384" actId="1076"/>
          <ac:spMkLst>
            <pc:docMk/>
            <pc:sldMk cId="0" sldId="271"/>
            <ac:spMk id="5" creationId="{00000000-0000-0000-0000-000000000000}"/>
          </ac:spMkLst>
        </pc:spChg>
        <pc:spChg chg="mod">
          <ac:chgData name="Emmett Gilbert" userId="aa7b3766c4c24eb4" providerId="LiveId" clId="{C1022422-C44F-4721-92FF-9DDB880F5282}" dt="2026-07-10T10:08:11.234" v="760" actId="123"/>
          <ac:spMkLst>
            <pc:docMk/>
            <pc:sldMk cId="0" sldId="271"/>
            <ac:spMk id="6" creationId="{00000000-0000-0000-0000-000000000000}"/>
          </ac:spMkLst>
        </pc:spChg>
        <pc:spChg chg="mod">
          <ac:chgData name="Emmett Gilbert" userId="aa7b3766c4c24eb4" providerId="LiveId" clId="{C1022422-C44F-4721-92FF-9DDB880F5282}" dt="2026-07-10T06:52:53.085" v="399" actId="14100"/>
          <ac:spMkLst>
            <pc:docMk/>
            <pc:sldMk cId="0" sldId="271"/>
            <ac:spMk id="7" creationId="{00000000-0000-0000-0000-000000000000}"/>
          </ac:spMkLst>
        </pc:spChg>
        <pc:spChg chg="mod">
          <ac:chgData name="Emmett Gilbert" userId="aa7b3766c4c24eb4" providerId="LiveId" clId="{C1022422-C44F-4721-92FF-9DDB880F5282}" dt="2026-07-10T10:08:00.430" v="758" actId="123"/>
          <ac:spMkLst>
            <pc:docMk/>
            <pc:sldMk cId="0" sldId="271"/>
            <ac:spMk id="8" creationId="{00000000-0000-0000-0000-000000000000}"/>
          </ac:spMkLst>
        </pc:spChg>
        <pc:spChg chg="mod">
          <ac:chgData name="Emmett Gilbert" userId="aa7b3766c4c24eb4" providerId="LiveId" clId="{C1022422-C44F-4721-92FF-9DDB880F5282}" dt="2026-07-10T06:53:36.268" v="406" actId="1076"/>
          <ac:spMkLst>
            <pc:docMk/>
            <pc:sldMk cId="0" sldId="271"/>
            <ac:spMk id="9" creationId="{00000000-0000-0000-0000-000000000000}"/>
          </ac:spMkLst>
        </pc:spChg>
        <pc:spChg chg="del">
          <ac:chgData name="Emmett Gilbert" userId="aa7b3766c4c24eb4" providerId="LiveId" clId="{C1022422-C44F-4721-92FF-9DDB880F5282}" dt="2026-07-10T06:50:52.642" v="366" actId="478"/>
          <ac:spMkLst>
            <pc:docMk/>
            <pc:sldMk cId="0" sldId="271"/>
            <ac:spMk id="10" creationId="{00000000-0000-0000-0000-000000000000}"/>
          </ac:spMkLst>
        </pc:spChg>
        <pc:spChg chg="del">
          <ac:chgData name="Emmett Gilbert" userId="aa7b3766c4c24eb4" providerId="LiveId" clId="{C1022422-C44F-4721-92FF-9DDB880F5282}" dt="2026-07-10T06:50:54.932" v="367" actId="478"/>
          <ac:spMkLst>
            <pc:docMk/>
            <pc:sldMk cId="0" sldId="271"/>
            <ac:spMk id="11" creationId="{00000000-0000-0000-0000-000000000000}"/>
          </ac:spMkLst>
        </pc:spChg>
        <pc:picChg chg="add mod">
          <ac:chgData name="Emmett Gilbert" userId="aa7b3766c4c24eb4" providerId="LiveId" clId="{C1022422-C44F-4721-92FF-9DDB880F5282}" dt="2026-07-10T15:50:19.616" v="2691" actId="14100"/>
          <ac:picMkLst>
            <pc:docMk/>
            <pc:sldMk cId="0" sldId="271"/>
            <ac:picMk id="14" creationId="{FD02E75F-8EC6-28E0-C5CA-3E6C78A96871}"/>
          </ac:picMkLst>
        </pc:picChg>
      </pc:sldChg>
      <pc:sldChg chg="addSp delSp modSp mod">
        <pc:chgData name="Emmett Gilbert" userId="aa7b3766c4c24eb4" providerId="LiveId" clId="{C1022422-C44F-4721-92FF-9DDB880F5282}" dt="2026-07-10T09:58:10.320" v="684" actId="1076"/>
        <pc:sldMkLst>
          <pc:docMk/>
          <pc:sldMk cId="0" sldId="272"/>
        </pc:sldMkLst>
        <pc:spChg chg="mod">
          <ac:chgData name="Emmett Gilbert" userId="aa7b3766c4c24eb4" providerId="LiveId" clId="{C1022422-C44F-4721-92FF-9DDB880F5282}" dt="2026-07-10T09:58:03.810" v="683" actId="123"/>
          <ac:spMkLst>
            <pc:docMk/>
            <pc:sldMk cId="0" sldId="272"/>
            <ac:spMk id="4" creationId="{00000000-0000-0000-0000-000000000000}"/>
          </ac:spMkLst>
        </pc:spChg>
        <pc:spChg chg="mod">
          <ac:chgData name="Emmett Gilbert" userId="aa7b3766c4c24eb4" providerId="LiveId" clId="{C1022422-C44F-4721-92FF-9DDB880F5282}" dt="2026-07-10T06:58:02.068" v="445" actId="1076"/>
          <ac:spMkLst>
            <pc:docMk/>
            <pc:sldMk cId="0" sldId="272"/>
            <ac:spMk id="6" creationId="{00000000-0000-0000-0000-000000000000}"/>
          </ac:spMkLst>
        </pc:spChg>
        <pc:spChg chg="mod">
          <ac:chgData name="Emmett Gilbert" userId="aa7b3766c4c24eb4" providerId="LiveId" clId="{C1022422-C44F-4721-92FF-9DDB880F5282}" dt="2026-07-10T06:57:37.537" v="441" actId="1076"/>
          <ac:spMkLst>
            <pc:docMk/>
            <pc:sldMk cId="0" sldId="272"/>
            <ac:spMk id="7" creationId="{00000000-0000-0000-0000-000000000000}"/>
          </ac:spMkLst>
        </pc:spChg>
        <pc:spChg chg="del">
          <ac:chgData name="Emmett Gilbert" userId="aa7b3766c4c24eb4" providerId="LiveId" clId="{C1022422-C44F-4721-92FF-9DDB880F5282}" dt="2026-07-10T06:55:37.139" v="417" actId="478"/>
          <ac:spMkLst>
            <pc:docMk/>
            <pc:sldMk cId="0" sldId="272"/>
            <ac:spMk id="8" creationId="{00000000-0000-0000-0000-000000000000}"/>
          </ac:spMkLst>
        </pc:spChg>
        <pc:spChg chg="del">
          <ac:chgData name="Emmett Gilbert" userId="aa7b3766c4c24eb4" providerId="LiveId" clId="{C1022422-C44F-4721-92FF-9DDB880F5282}" dt="2026-07-10T06:55:38.769" v="418" actId="478"/>
          <ac:spMkLst>
            <pc:docMk/>
            <pc:sldMk cId="0" sldId="272"/>
            <ac:spMk id="9" creationId="{00000000-0000-0000-0000-000000000000}"/>
          </ac:spMkLst>
        </pc:spChg>
        <pc:graphicFrameChg chg="mod modGraphic">
          <ac:chgData name="Emmett Gilbert" userId="aa7b3766c4c24eb4" providerId="LiveId" clId="{C1022422-C44F-4721-92FF-9DDB880F5282}" dt="2026-07-10T09:57:55.684" v="682" actId="14100"/>
          <ac:graphicFrameMkLst>
            <pc:docMk/>
            <pc:sldMk cId="0" sldId="272"/>
            <ac:graphicFrameMk id="18" creationId="{00000000-0000-0000-0000-000000000000}"/>
          </ac:graphicFrameMkLst>
        </pc:graphicFrameChg>
        <pc:picChg chg="add mod">
          <ac:chgData name="Emmett Gilbert" userId="aa7b3766c4c24eb4" providerId="LiveId" clId="{C1022422-C44F-4721-92FF-9DDB880F5282}" dt="2026-07-10T09:58:10.320" v="684" actId="1076"/>
          <ac:picMkLst>
            <pc:docMk/>
            <pc:sldMk cId="0" sldId="272"/>
            <ac:picMk id="5" creationId="{4468E5DC-E2B7-B8EA-451B-6D2F8DF773FF}"/>
          </ac:picMkLst>
        </pc:picChg>
      </pc:sldChg>
      <pc:sldChg chg="modSp mod">
        <pc:chgData name="Emmett Gilbert" userId="aa7b3766c4c24eb4" providerId="LiveId" clId="{C1022422-C44F-4721-92FF-9DDB880F5282}" dt="2026-07-10T15:02:29.048" v="2213" actId="14100"/>
        <pc:sldMkLst>
          <pc:docMk/>
          <pc:sldMk cId="0" sldId="273"/>
        </pc:sldMkLst>
        <pc:spChg chg="mod">
          <ac:chgData name="Emmett Gilbert" userId="aa7b3766c4c24eb4" providerId="LiveId" clId="{C1022422-C44F-4721-92FF-9DDB880F5282}" dt="2026-07-10T15:02:29.048" v="2213" actId="14100"/>
          <ac:spMkLst>
            <pc:docMk/>
            <pc:sldMk cId="0" sldId="273"/>
            <ac:spMk id="2" creationId="{00000000-0000-0000-0000-000000000000}"/>
          </ac:spMkLst>
        </pc:spChg>
        <pc:spChg chg="mod">
          <ac:chgData name="Emmett Gilbert" userId="aa7b3766c4c24eb4" providerId="LiveId" clId="{C1022422-C44F-4721-92FF-9DDB880F5282}" dt="2026-07-10T07:03:15.230" v="469" actId="20577"/>
          <ac:spMkLst>
            <pc:docMk/>
            <pc:sldMk cId="0" sldId="273"/>
            <ac:spMk id="3" creationId="{00000000-0000-0000-0000-000000000000}"/>
          </ac:spMkLst>
        </pc:spChg>
      </pc:sldChg>
      <pc:sldChg chg="delSp modSp mod">
        <pc:chgData name="Emmett Gilbert" userId="aa7b3766c4c24eb4" providerId="LiveId" clId="{C1022422-C44F-4721-92FF-9DDB880F5282}" dt="2026-07-10T14:38:01.439" v="1982" actId="20577"/>
        <pc:sldMkLst>
          <pc:docMk/>
          <pc:sldMk cId="0" sldId="274"/>
        </pc:sldMkLst>
        <pc:spChg chg="mod">
          <ac:chgData name="Emmett Gilbert" userId="aa7b3766c4c24eb4" providerId="LiveId" clId="{C1022422-C44F-4721-92FF-9DDB880F5282}" dt="2026-07-10T14:37:47.716" v="1980" actId="1076"/>
          <ac:spMkLst>
            <pc:docMk/>
            <pc:sldMk cId="0" sldId="274"/>
            <ac:spMk id="5" creationId="{00000000-0000-0000-0000-000000000000}"/>
          </ac:spMkLst>
        </pc:spChg>
        <pc:spChg chg="mod">
          <ac:chgData name="Emmett Gilbert" userId="aa7b3766c4c24eb4" providerId="LiveId" clId="{C1022422-C44F-4721-92FF-9DDB880F5282}" dt="2026-07-10T14:37:47.716" v="1980" actId="1076"/>
          <ac:spMkLst>
            <pc:docMk/>
            <pc:sldMk cId="0" sldId="274"/>
            <ac:spMk id="6" creationId="{00000000-0000-0000-0000-000000000000}"/>
          </ac:spMkLst>
        </pc:spChg>
        <pc:spChg chg="mod">
          <ac:chgData name="Emmett Gilbert" userId="aa7b3766c4c24eb4" providerId="LiveId" clId="{C1022422-C44F-4721-92FF-9DDB880F5282}" dt="2026-07-10T14:37:47.716" v="1980" actId="1076"/>
          <ac:spMkLst>
            <pc:docMk/>
            <pc:sldMk cId="0" sldId="274"/>
            <ac:spMk id="7" creationId="{00000000-0000-0000-0000-000000000000}"/>
          </ac:spMkLst>
        </pc:spChg>
        <pc:spChg chg="mod">
          <ac:chgData name="Emmett Gilbert" userId="aa7b3766c4c24eb4" providerId="LiveId" clId="{C1022422-C44F-4721-92FF-9DDB880F5282}" dt="2026-07-10T14:37:55.193" v="1981" actId="1076"/>
          <ac:spMkLst>
            <pc:docMk/>
            <pc:sldMk cId="0" sldId="274"/>
            <ac:spMk id="8" creationId="{00000000-0000-0000-0000-000000000000}"/>
          </ac:spMkLst>
        </pc:spChg>
        <pc:spChg chg="del mod">
          <ac:chgData name="Emmett Gilbert" userId="aa7b3766c4c24eb4" providerId="LiveId" clId="{C1022422-C44F-4721-92FF-9DDB880F5282}" dt="2026-07-10T10:15:17.573" v="797" actId="478"/>
          <ac:spMkLst>
            <pc:docMk/>
            <pc:sldMk cId="0" sldId="274"/>
            <ac:spMk id="9" creationId="{00000000-0000-0000-0000-000000000000}"/>
          </ac:spMkLst>
        </pc:spChg>
        <pc:spChg chg="mod">
          <ac:chgData name="Emmett Gilbert" userId="aa7b3766c4c24eb4" providerId="LiveId" clId="{C1022422-C44F-4721-92FF-9DDB880F5282}" dt="2026-07-10T14:38:01.439" v="1982" actId="20577"/>
          <ac:spMkLst>
            <pc:docMk/>
            <pc:sldMk cId="0" sldId="274"/>
            <ac:spMk id="10" creationId="{00000000-0000-0000-0000-000000000000}"/>
          </ac:spMkLst>
        </pc:spChg>
        <pc:spChg chg="mod">
          <ac:chgData name="Emmett Gilbert" userId="aa7b3766c4c24eb4" providerId="LiveId" clId="{C1022422-C44F-4721-92FF-9DDB880F5282}" dt="2026-07-10T14:37:55.193" v="1981" actId="1076"/>
          <ac:spMkLst>
            <pc:docMk/>
            <pc:sldMk cId="0" sldId="274"/>
            <ac:spMk id="11" creationId="{00000000-0000-0000-0000-000000000000}"/>
          </ac:spMkLst>
        </pc:spChg>
      </pc:sldChg>
      <pc:sldChg chg="addSp delSp modSp mod">
        <pc:chgData name="Emmett Gilbert" userId="aa7b3766c4c24eb4" providerId="LiveId" clId="{C1022422-C44F-4721-92FF-9DDB880F5282}" dt="2026-07-10T14:43:24.060" v="2028" actId="14100"/>
        <pc:sldMkLst>
          <pc:docMk/>
          <pc:sldMk cId="0" sldId="275"/>
        </pc:sldMkLst>
        <pc:spChg chg="mod">
          <ac:chgData name="Emmett Gilbert" userId="aa7b3766c4c24eb4" providerId="LiveId" clId="{C1022422-C44F-4721-92FF-9DDB880F5282}" dt="2026-07-10T10:21:58.251" v="883" actId="1076"/>
          <ac:spMkLst>
            <pc:docMk/>
            <pc:sldMk cId="0" sldId="275"/>
            <ac:spMk id="4" creationId="{00000000-0000-0000-0000-000000000000}"/>
          </ac:spMkLst>
        </pc:spChg>
        <pc:spChg chg="mod">
          <ac:chgData name="Emmett Gilbert" userId="aa7b3766c4c24eb4" providerId="LiveId" clId="{C1022422-C44F-4721-92FF-9DDB880F5282}" dt="2026-07-10T11:08:49.462" v="1133" actId="1076"/>
          <ac:spMkLst>
            <pc:docMk/>
            <pc:sldMk cId="0" sldId="275"/>
            <ac:spMk id="6" creationId="{00000000-0000-0000-0000-000000000000}"/>
          </ac:spMkLst>
        </pc:spChg>
        <pc:spChg chg="del mod">
          <ac:chgData name="Emmett Gilbert" userId="aa7b3766c4c24eb4" providerId="LiveId" clId="{C1022422-C44F-4721-92FF-9DDB880F5282}" dt="2026-07-10T12:40:14.257" v="1173" actId="478"/>
          <ac:spMkLst>
            <pc:docMk/>
            <pc:sldMk cId="0" sldId="275"/>
            <ac:spMk id="7" creationId="{00000000-0000-0000-0000-000000000000}"/>
          </ac:spMkLst>
        </pc:spChg>
        <pc:spChg chg="mod">
          <ac:chgData name="Emmett Gilbert" userId="aa7b3766c4c24eb4" providerId="LiveId" clId="{C1022422-C44F-4721-92FF-9DDB880F5282}" dt="2026-07-10T14:24:24.614" v="1893" actId="403"/>
          <ac:spMkLst>
            <pc:docMk/>
            <pc:sldMk cId="0" sldId="275"/>
            <ac:spMk id="8" creationId="{00000000-0000-0000-0000-000000000000}"/>
          </ac:spMkLst>
        </pc:spChg>
        <pc:spChg chg="mod">
          <ac:chgData name="Emmett Gilbert" userId="aa7b3766c4c24eb4" providerId="LiveId" clId="{C1022422-C44F-4721-92FF-9DDB880F5282}" dt="2026-07-10T11:08:49.462" v="1133" actId="1076"/>
          <ac:spMkLst>
            <pc:docMk/>
            <pc:sldMk cId="0" sldId="275"/>
            <ac:spMk id="9" creationId="{00000000-0000-0000-0000-000000000000}"/>
          </ac:spMkLst>
        </pc:spChg>
        <pc:spChg chg="mod">
          <ac:chgData name="Emmett Gilbert" userId="aa7b3766c4c24eb4" providerId="LiveId" clId="{C1022422-C44F-4721-92FF-9DDB880F5282}" dt="2026-07-10T14:21:44.425" v="1879" actId="403"/>
          <ac:spMkLst>
            <pc:docMk/>
            <pc:sldMk cId="0" sldId="275"/>
            <ac:spMk id="10" creationId="{00000000-0000-0000-0000-000000000000}"/>
          </ac:spMkLst>
        </pc:spChg>
        <pc:spChg chg="del mod">
          <ac:chgData name="Emmett Gilbert" userId="aa7b3766c4c24eb4" providerId="LiveId" clId="{C1022422-C44F-4721-92FF-9DDB880F5282}" dt="2026-07-10T11:01:02.519" v="1088" actId="478"/>
          <ac:spMkLst>
            <pc:docMk/>
            <pc:sldMk cId="0" sldId="275"/>
            <ac:spMk id="11" creationId="{00000000-0000-0000-0000-000000000000}"/>
          </ac:spMkLst>
        </pc:spChg>
        <pc:spChg chg="mod">
          <ac:chgData name="Emmett Gilbert" userId="aa7b3766c4c24eb4" providerId="LiveId" clId="{C1022422-C44F-4721-92FF-9DDB880F5282}" dt="2026-07-10T11:03:58.450" v="1113" actId="1076"/>
          <ac:spMkLst>
            <pc:docMk/>
            <pc:sldMk cId="0" sldId="275"/>
            <ac:spMk id="12" creationId="{00000000-0000-0000-0000-000000000000}"/>
          </ac:spMkLst>
        </pc:spChg>
        <pc:spChg chg="mod">
          <ac:chgData name="Emmett Gilbert" userId="aa7b3766c4c24eb4" providerId="LiveId" clId="{C1022422-C44F-4721-92FF-9DDB880F5282}" dt="2026-07-10T14:43:19.210" v="2027" actId="14100"/>
          <ac:spMkLst>
            <pc:docMk/>
            <pc:sldMk cId="0" sldId="275"/>
            <ac:spMk id="13" creationId="{00000000-0000-0000-0000-000000000000}"/>
          </ac:spMkLst>
        </pc:spChg>
        <pc:spChg chg="del mod">
          <ac:chgData name="Emmett Gilbert" userId="aa7b3766c4c24eb4" providerId="LiveId" clId="{C1022422-C44F-4721-92FF-9DDB880F5282}" dt="2026-07-10T12:59:47.851" v="1306" actId="478"/>
          <ac:spMkLst>
            <pc:docMk/>
            <pc:sldMk cId="0" sldId="275"/>
            <ac:spMk id="14" creationId="{00000000-0000-0000-0000-000000000000}"/>
          </ac:spMkLst>
        </pc:spChg>
        <pc:spChg chg="mod">
          <ac:chgData name="Emmett Gilbert" userId="aa7b3766c4c24eb4" providerId="LiveId" clId="{C1022422-C44F-4721-92FF-9DDB880F5282}" dt="2026-07-10T10:22:49.333" v="886" actId="1076"/>
          <ac:spMkLst>
            <pc:docMk/>
            <pc:sldMk cId="0" sldId="275"/>
            <ac:spMk id="15" creationId="{00000000-0000-0000-0000-000000000000}"/>
          </ac:spMkLst>
        </pc:spChg>
        <pc:spChg chg="add mod">
          <ac:chgData name="Emmett Gilbert" userId="aa7b3766c4c24eb4" providerId="LiveId" clId="{C1022422-C44F-4721-92FF-9DDB880F5282}" dt="2026-07-10T12:48:54.180" v="1239" actId="1076"/>
          <ac:spMkLst>
            <pc:docMk/>
            <pc:sldMk cId="0" sldId="275"/>
            <ac:spMk id="18" creationId="{74566F80-C8DE-DCE7-9E0F-184C5681AC05}"/>
          </ac:spMkLst>
        </pc:spChg>
        <pc:spChg chg="add">
          <ac:chgData name="Emmett Gilbert" userId="aa7b3766c4c24eb4" providerId="LiveId" clId="{C1022422-C44F-4721-92FF-9DDB880F5282}" dt="2026-07-10T12:59:45.016" v="1305" actId="22"/>
          <ac:spMkLst>
            <pc:docMk/>
            <pc:sldMk cId="0" sldId="275"/>
            <ac:spMk id="20" creationId="{EF47F309-F2FC-255D-03F6-3952EE65BDCF}"/>
          </ac:spMkLst>
        </pc:spChg>
        <pc:graphicFrameChg chg="mod modGraphic">
          <ac:chgData name="Emmett Gilbert" userId="aa7b3766c4c24eb4" providerId="LiveId" clId="{C1022422-C44F-4721-92FF-9DDB880F5282}" dt="2026-07-10T14:43:24.060" v="2028" actId="14100"/>
          <ac:graphicFrameMkLst>
            <pc:docMk/>
            <pc:sldMk cId="0" sldId="275"/>
            <ac:graphicFrameMk id="21" creationId="{00000000-0000-0000-0000-000000000000}"/>
          </ac:graphicFrameMkLst>
        </pc:graphicFrameChg>
      </pc:sldChg>
      <pc:sldChg chg="addSp delSp modSp mod">
        <pc:chgData name="Emmett Gilbert" userId="aa7b3766c4c24eb4" providerId="LiveId" clId="{C1022422-C44F-4721-92FF-9DDB880F5282}" dt="2026-07-10T14:44:06.971" v="2040" actId="14100"/>
        <pc:sldMkLst>
          <pc:docMk/>
          <pc:sldMk cId="0" sldId="276"/>
        </pc:sldMkLst>
        <pc:spChg chg="mod">
          <ac:chgData name="Emmett Gilbert" userId="aa7b3766c4c24eb4" providerId="LiveId" clId="{C1022422-C44F-4721-92FF-9DDB880F5282}" dt="2026-07-10T10:25:01.405" v="905" actId="1076"/>
          <ac:spMkLst>
            <pc:docMk/>
            <pc:sldMk cId="0" sldId="276"/>
            <ac:spMk id="4" creationId="{00000000-0000-0000-0000-000000000000}"/>
          </ac:spMkLst>
        </pc:spChg>
        <pc:spChg chg="del mod">
          <ac:chgData name="Emmett Gilbert" userId="aa7b3766c4c24eb4" providerId="LiveId" clId="{C1022422-C44F-4721-92FF-9DDB880F5282}" dt="2026-07-10T13:05:27.685" v="1349" actId="478"/>
          <ac:spMkLst>
            <pc:docMk/>
            <pc:sldMk cId="0" sldId="276"/>
            <ac:spMk id="5" creationId="{00000000-0000-0000-0000-000000000000}"/>
          </ac:spMkLst>
        </pc:spChg>
        <pc:spChg chg="mod">
          <ac:chgData name="Emmett Gilbert" userId="aa7b3766c4c24eb4" providerId="LiveId" clId="{C1022422-C44F-4721-92FF-9DDB880F5282}" dt="2026-07-10T13:05:35.310" v="1350" actId="1076"/>
          <ac:spMkLst>
            <pc:docMk/>
            <pc:sldMk cId="0" sldId="276"/>
            <ac:spMk id="6" creationId="{00000000-0000-0000-0000-000000000000}"/>
          </ac:spMkLst>
        </pc:spChg>
        <pc:spChg chg="mod">
          <ac:chgData name="Emmett Gilbert" userId="aa7b3766c4c24eb4" providerId="LiveId" clId="{C1022422-C44F-4721-92FF-9DDB880F5282}" dt="2026-07-10T13:05:35.310" v="1350" actId="1076"/>
          <ac:spMkLst>
            <pc:docMk/>
            <pc:sldMk cId="0" sldId="276"/>
            <ac:spMk id="7" creationId="{00000000-0000-0000-0000-000000000000}"/>
          </ac:spMkLst>
        </pc:spChg>
        <pc:spChg chg="del mod">
          <ac:chgData name="Emmett Gilbert" userId="aa7b3766c4c24eb4" providerId="LiveId" clId="{C1022422-C44F-4721-92FF-9DDB880F5282}" dt="2026-07-10T11:09:19.931" v="1136" actId="478"/>
          <ac:spMkLst>
            <pc:docMk/>
            <pc:sldMk cId="0" sldId="276"/>
            <ac:spMk id="8" creationId="{00000000-0000-0000-0000-000000000000}"/>
          </ac:spMkLst>
        </pc:spChg>
        <pc:spChg chg="del mod">
          <ac:chgData name="Emmett Gilbert" userId="aa7b3766c4c24eb4" providerId="LiveId" clId="{C1022422-C44F-4721-92FF-9DDB880F5282}" dt="2026-07-10T12:38:53.236" v="1159" actId="478"/>
          <ac:spMkLst>
            <pc:docMk/>
            <pc:sldMk cId="0" sldId="276"/>
            <ac:spMk id="9" creationId="{00000000-0000-0000-0000-000000000000}"/>
          </ac:spMkLst>
        </pc:spChg>
        <pc:spChg chg="del mod">
          <ac:chgData name="Emmett Gilbert" userId="aa7b3766c4c24eb4" providerId="LiveId" clId="{C1022422-C44F-4721-92FF-9DDB880F5282}" dt="2026-07-10T12:42:50.504" v="1182" actId="478"/>
          <ac:spMkLst>
            <pc:docMk/>
            <pc:sldMk cId="0" sldId="276"/>
            <ac:spMk id="10" creationId="{00000000-0000-0000-0000-000000000000}"/>
          </ac:spMkLst>
        </pc:spChg>
        <pc:spChg chg="add del mod">
          <ac:chgData name="Emmett Gilbert" userId="aa7b3766c4c24eb4" providerId="LiveId" clId="{C1022422-C44F-4721-92FF-9DDB880F5282}" dt="2026-07-10T11:03:34.338" v="1111" actId="478"/>
          <ac:spMkLst>
            <pc:docMk/>
            <pc:sldMk cId="0" sldId="276"/>
            <ac:spMk id="11" creationId="{00000000-0000-0000-0000-000000000000}"/>
          </ac:spMkLst>
        </pc:spChg>
        <pc:spChg chg="del mod">
          <ac:chgData name="Emmett Gilbert" userId="aa7b3766c4c24eb4" providerId="LiveId" clId="{C1022422-C44F-4721-92FF-9DDB880F5282}" dt="2026-07-10T11:03:32.055" v="1110" actId="478"/>
          <ac:spMkLst>
            <pc:docMk/>
            <pc:sldMk cId="0" sldId="276"/>
            <ac:spMk id="12" creationId="{00000000-0000-0000-0000-000000000000}"/>
          </ac:spMkLst>
        </pc:spChg>
        <pc:spChg chg="del mod">
          <ac:chgData name="Emmett Gilbert" userId="aa7b3766c4c24eb4" providerId="LiveId" clId="{C1022422-C44F-4721-92FF-9DDB880F5282}" dt="2026-07-10T11:05:22.207" v="1121" actId="478"/>
          <ac:spMkLst>
            <pc:docMk/>
            <pc:sldMk cId="0" sldId="276"/>
            <ac:spMk id="13" creationId="{00000000-0000-0000-0000-000000000000}"/>
          </ac:spMkLst>
        </pc:spChg>
        <pc:spChg chg="del mod">
          <ac:chgData name="Emmett Gilbert" userId="aa7b3766c4c24eb4" providerId="LiveId" clId="{C1022422-C44F-4721-92FF-9DDB880F5282}" dt="2026-07-10T11:05:26.025" v="1123" actId="478"/>
          <ac:spMkLst>
            <pc:docMk/>
            <pc:sldMk cId="0" sldId="276"/>
            <ac:spMk id="14" creationId="{00000000-0000-0000-0000-000000000000}"/>
          </ac:spMkLst>
        </pc:spChg>
        <pc:spChg chg="del mod">
          <ac:chgData name="Emmett Gilbert" userId="aa7b3766c4c24eb4" providerId="LiveId" clId="{C1022422-C44F-4721-92FF-9DDB880F5282}" dt="2026-07-10T11:05:24.083" v="1122" actId="478"/>
          <ac:spMkLst>
            <pc:docMk/>
            <pc:sldMk cId="0" sldId="276"/>
            <ac:spMk id="15" creationId="{00000000-0000-0000-0000-000000000000}"/>
          </ac:spMkLst>
        </pc:spChg>
        <pc:spChg chg="del mod">
          <ac:chgData name="Emmett Gilbert" userId="aa7b3766c4c24eb4" providerId="LiveId" clId="{C1022422-C44F-4721-92FF-9DDB880F5282}" dt="2026-07-10T10:23:54.374" v="892" actId="478"/>
          <ac:spMkLst>
            <pc:docMk/>
            <pc:sldMk cId="0" sldId="276"/>
            <ac:spMk id="16" creationId="{00000000-0000-0000-0000-000000000000}"/>
          </ac:spMkLst>
        </pc:spChg>
        <pc:spChg chg="add mod">
          <ac:chgData name="Emmett Gilbert" userId="aa7b3766c4c24eb4" providerId="LiveId" clId="{C1022422-C44F-4721-92FF-9DDB880F5282}" dt="2026-07-10T12:43:32.704" v="1188" actId="1076"/>
          <ac:spMkLst>
            <pc:docMk/>
            <pc:sldMk cId="0" sldId="276"/>
            <ac:spMk id="20" creationId="{F14FFEE0-E87E-E7B5-25CF-99D898864E8B}"/>
          </ac:spMkLst>
        </pc:spChg>
        <pc:spChg chg="add del">
          <ac:chgData name="Emmett Gilbert" userId="aa7b3766c4c24eb4" providerId="LiveId" clId="{C1022422-C44F-4721-92FF-9DDB880F5282}" dt="2026-07-10T10:43:16.752" v="1048" actId="22"/>
          <ac:spMkLst>
            <pc:docMk/>
            <pc:sldMk cId="0" sldId="276"/>
            <ac:spMk id="22" creationId="{619A0584-BDE1-F26C-E40A-AE6A5DB81732}"/>
          </ac:spMkLst>
        </pc:spChg>
        <pc:spChg chg="add del mod">
          <ac:chgData name="Emmett Gilbert" userId="aa7b3766c4c24eb4" providerId="LiveId" clId="{C1022422-C44F-4721-92FF-9DDB880F5282}" dt="2026-07-10T10:43:15.296" v="1045" actId="22"/>
          <ac:spMkLst>
            <pc:docMk/>
            <pc:sldMk cId="0" sldId="276"/>
            <ac:spMk id="24" creationId="{0565BF62-7D19-C139-0509-7559DCE4DD22}"/>
          </ac:spMkLst>
        </pc:spChg>
        <pc:spChg chg="add del">
          <ac:chgData name="Emmett Gilbert" userId="aa7b3766c4c24eb4" providerId="LiveId" clId="{C1022422-C44F-4721-92FF-9DDB880F5282}" dt="2026-07-10T10:42:59.747" v="1041" actId="22"/>
          <ac:spMkLst>
            <pc:docMk/>
            <pc:sldMk cId="0" sldId="276"/>
            <ac:spMk id="26" creationId="{662340BB-BAA8-7163-D271-1868C9C79E05}"/>
          </ac:spMkLst>
        </pc:spChg>
        <pc:spChg chg="add del">
          <ac:chgData name="Emmett Gilbert" userId="aa7b3766c4c24eb4" providerId="LiveId" clId="{C1022422-C44F-4721-92FF-9DDB880F5282}" dt="2026-07-10T11:02:52.063" v="1103" actId="22"/>
          <ac:spMkLst>
            <pc:docMk/>
            <pc:sldMk cId="0" sldId="276"/>
            <ac:spMk id="28" creationId="{12962F85-D33F-14FD-D5CD-8CD52D2C48DB}"/>
          </ac:spMkLst>
        </pc:spChg>
        <pc:spChg chg="add del">
          <ac:chgData name="Emmett Gilbert" userId="aa7b3766c4c24eb4" providerId="LiveId" clId="{C1022422-C44F-4721-92FF-9DDB880F5282}" dt="2026-07-10T11:03:00.064" v="1105" actId="22"/>
          <ac:spMkLst>
            <pc:docMk/>
            <pc:sldMk cId="0" sldId="276"/>
            <ac:spMk id="30" creationId="{6A94A8A6-07E3-962E-8E27-F2A9C17C7025}"/>
          </ac:spMkLst>
        </pc:spChg>
        <pc:spChg chg="add del mod">
          <ac:chgData name="Emmett Gilbert" userId="aa7b3766c4c24eb4" providerId="LiveId" clId="{C1022422-C44F-4721-92FF-9DDB880F5282}" dt="2026-07-10T11:04:31.685" v="1117" actId="478"/>
          <ac:spMkLst>
            <pc:docMk/>
            <pc:sldMk cId="0" sldId="276"/>
            <ac:spMk id="32" creationId="{DA88E601-090E-FCAE-127C-73AE8B147C66}"/>
          </ac:spMkLst>
        </pc:spChg>
        <pc:spChg chg="add mod">
          <ac:chgData name="Emmett Gilbert" userId="aa7b3766c4c24eb4" providerId="LiveId" clId="{C1022422-C44F-4721-92FF-9DDB880F5282}" dt="2026-07-10T11:04:24.482" v="1116"/>
          <ac:spMkLst>
            <pc:docMk/>
            <pc:sldMk cId="0" sldId="276"/>
            <ac:spMk id="34" creationId="{9631A690-BBBC-F91D-6E63-45560BFC5C92}"/>
          </ac:spMkLst>
        </pc:spChg>
        <pc:spChg chg="add mod">
          <ac:chgData name="Emmett Gilbert" userId="aa7b3766c4c24eb4" providerId="LiveId" clId="{C1022422-C44F-4721-92FF-9DDB880F5282}" dt="2026-07-10T14:43:37.485" v="2029" actId="14100"/>
          <ac:spMkLst>
            <pc:docMk/>
            <pc:sldMk cId="0" sldId="276"/>
            <ac:spMk id="36" creationId="{00C40BCE-D57E-23AC-11F3-230DCD8F9245}"/>
          </ac:spMkLst>
        </pc:spChg>
        <pc:spChg chg="add del">
          <ac:chgData name="Emmett Gilbert" userId="aa7b3766c4c24eb4" providerId="LiveId" clId="{C1022422-C44F-4721-92FF-9DDB880F5282}" dt="2026-07-10T12:59:15.805" v="1302" actId="478"/>
          <ac:spMkLst>
            <pc:docMk/>
            <pc:sldMk cId="0" sldId="276"/>
            <ac:spMk id="38" creationId="{0459D0BC-C383-332C-8C79-98C32CDC9857}"/>
          </ac:spMkLst>
        </pc:spChg>
        <pc:spChg chg="add mod">
          <ac:chgData name="Emmett Gilbert" userId="aa7b3766c4c24eb4" providerId="LiveId" clId="{C1022422-C44F-4721-92FF-9DDB880F5282}" dt="2026-07-10T11:05:16.117" v="1120"/>
          <ac:spMkLst>
            <pc:docMk/>
            <pc:sldMk cId="0" sldId="276"/>
            <ac:spMk id="40" creationId="{BD6C3E1B-ECA4-9FEF-8B9E-E690D90982A3}"/>
          </ac:spMkLst>
        </pc:spChg>
        <pc:spChg chg="add mod ord">
          <ac:chgData name="Emmett Gilbert" userId="aa7b3766c4c24eb4" providerId="LiveId" clId="{C1022422-C44F-4721-92FF-9DDB880F5282}" dt="2026-07-10T12:41:54.800" v="1176" actId="14100"/>
          <ac:spMkLst>
            <pc:docMk/>
            <pc:sldMk cId="0" sldId="276"/>
            <ac:spMk id="42" creationId="{4CD9F96F-197C-A614-4872-F404F839CAB9}"/>
          </ac:spMkLst>
        </pc:spChg>
        <pc:spChg chg="add del">
          <ac:chgData name="Emmett Gilbert" userId="aa7b3766c4c24eb4" providerId="LiveId" clId="{C1022422-C44F-4721-92FF-9DDB880F5282}" dt="2026-07-10T12:41:58.411" v="1177" actId="478"/>
          <ac:spMkLst>
            <pc:docMk/>
            <pc:sldMk cId="0" sldId="276"/>
            <ac:spMk id="44" creationId="{3DEB6357-FD33-C7CD-0221-D16D2F2BE54F}"/>
          </ac:spMkLst>
        </pc:spChg>
        <pc:spChg chg="add del mod">
          <ac:chgData name="Emmett Gilbert" userId="aa7b3766c4c24eb4" providerId="LiveId" clId="{C1022422-C44F-4721-92FF-9DDB880F5282}" dt="2026-07-10T12:47:32.187" v="1221" actId="478"/>
          <ac:spMkLst>
            <pc:docMk/>
            <pc:sldMk cId="0" sldId="276"/>
            <ac:spMk id="46" creationId="{FF7A3CAC-3D3E-352D-6950-F26333C861B8}"/>
          </ac:spMkLst>
        </pc:spChg>
        <pc:spChg chg="add del mod">
          <ac:chgData name="Emmett Gilbert" userId="aa7b3766c4c24eb4" providerId="LiveId" clId="{C1022422-C44F-4721-92FF-9DDB880F5282}" dt="2026-07-10T12:46:28.292" v="1211" actId="22"/>
          <ac:spMkLst>
            <pc:docMk/>
            <pc:sldMk cId="0" sldId="276"/>
            <ac:spMk id="48" creationId="{82B107D6-F387-8AAE-9492-C5FE99BD7D5A}"/>
          </ac:spMkLst>
        </pc:spChg>
        <pc:spChg chg="add del">
          <ac:chgData name="Emmett Gilbert" userId="aa7b3766c4c24eb4" providerId="LiveId" clId="{C1022422-C44F-4721-92FF-9DDB880F5282}" dt="2026-07-10T12:46:46.532" v="1213" actId="22"/>
          <ac:spMkLst>
            <pc:docMk/>
            <pc:sldMk cId="0" sldId="276"/>
            <ac:spMk id="50" creationId="{F5FDFFCE-A31D-B142-2E2C-E56E7C7437BE}"/>
          </ac:spMkLst>
        </pc:spChg>
        <pc:spChg chg="add del mod">
          <ac:chgData name="Emmett Gilbert" userId="aa7b3766c4c24eb4" providerId="LiveId" clId="{C1022422-C44F-4721-92FF-9DDB880F5282}" dt="2026-07-10T12:49:34.101" v="1244" actId="478"/>
          <ac:spMkLst>
            <pc:docMk/>
            <pc:sldMk cId="0" sldId="276"/>
            <ac:spMk id="52" creationId="{E9BAE6C6-7F28-53B7-A0F1-A36FED7B8F12}"/>
          </ac:spMkLst>
        </pc:spChg>
        <pc:spChg chg="add">
          <ac:chgData name="Emmett Gilbert" userId="aa7b3766c4c24eb4" providerId="LiveId" clId="{C1022422-C44F-4721-92FF-9DDB880F5282}" dt="2026-07-10T12:49:11.136" v="1241" actId="22"/>
          <ac:spMkLst>
            <pc:docMk/>
            <pc:sldMk cId="0" sldId="276"/>
            <ac:spMk id="54" creationId="{73DE81C6-7610-B648-AABB-6136967AD137}"/>
          </ac:spMkLst>
        </pc:spChg>
        <pc:spChg chg="add mod">
          <ac:chgData name="Emmett Gilbert" userId="aa7b3766c4c24eb4" providerId="LiveId" clId="{C1022422-C44F-4721-92FF-9DDB880F5282}" dt="2026-07-10T14:24:30.910" v="1894" actId="403"/>
          <ac:spMkLst>
            <pc:docMk/>
            <pc:sldMk cId="0" sldId="276"/>
            <ac:spMk id="56" creationId="{C7359F60-F900-1BDA-F18D-1A40C3FEC528}"/>
          </ac:spMkLst>
        </pc:spChg>
        <pc:spChg chg="add">
          <ac:chgData name="Emmett Gilbert" userId="aa7b3766c4c24eb4" providerId="LiveId" clId="{C1022422-C44F-4721-92FF-9DDB880F5282}" dt="2026-07-10T12:59:11.325" v="1301" actId="22"/>
          <ac:spMkLst>
            <pc:docMk/>
            <pc:sldMk cId="0" sldId="276"/>
            <ac:spMk id="58" creationId="{DEA6E215-2287-4C0D-66CF-421F4641CCCC}"/>
          </ac:spMkLst>
        </pc:spChg>
        <pc:spChg chg="add mod ord">
          <ac:chgData name="Emmett Gilbert" userId="aa7b3766c4c24eb4" providerId="LiveId" clId="{C1022422-C44F-4721-92FF-9DDB880F5282}" dt="2026-07-10T14:44:06.971" v="2040" actId="14100"/>
          <ac:spMkLst>
            <pc:docMk/>
            <pc:sldMk cId="0" sldId="276"/>
            <ac:spMk id="60" creationId="{43B7FC9C-A542-6ED2-0F52-11A828E03BF9}"/>
          </ac:spMkLst>
        </pc:spChg>
      </pc:sldChg>
      <pc:sldChg chg="addSp delSp modSp mod">
        <pc:chgData name="Emmett Gilbert" userId="aa7b3766c4c24eb4" providerId="LiveId" clId="{C1022422-C44F-4721-92FF-9DDB880F5282}" dt="2026-07-10T14:44:08.503" v="2042" actId="1036"/>
        <pc:sldMkLst>
          <pc:docMk/>
          <pc:sldMk cId="0" sldId="277"/>
        </pc:sldMkLst>
        <pc:spChg chg="del mod">
          <ac:chgData name="Emmett Gilbert" userId="aa7b3766c4c24eb4" providerId="LiveId" clId="{C1022422-C44F-4721-92FF-9DDB880F5282}" dt="2026-07-10T12:38:29.701" v="1155" actId="478"/>
          <ac:spMkLst>
            <pc:docMk/>
            <pc:sldMk cId="0" sldId="277"/>
            <ac:spMk id="6" creationId="{00000000-0000-0000-0000-000000000000}"/>
          </ac:spMkLst>
        </pc:spChg>
        <pc:spChg chg="del mod">
          <ac:chgData name="Emmett Gilbert" userId="aa7b3766c4c24eb4" providerId="LiveId" clId="{C1022422-C44F-4721-92FF-9DDB880F5282}" dt="2026-07-10T12:41:32.178" v="1174" actId="478"/>
          <ac:spMkLst>
            <pc:docMk/>
            <pc:sldMk cId="0" sldId="277"/>
            <ac:spMk id="7" creationId="{00000000-0000-0000-0000-000000000000}"/>
          </ac:spMkLst>
        </pc:spChg>
        <pc:spChg chg="add del mod">
          <ac:chgData name="Emmett Gilbert" userId="aa7b3766c4c24eb4" providerId="LiveId" clId="{C1022422-C44F-4721-92FF-9DDB880F5282}" dt="2026-07-10T12:46:00.381" v="1202" actId="478"/>
          <ac:spMkLst>
            <pc:docMk/>
            <pc:sldMk cId="0" sldId="277"/>
            <ac:spMk id="8" creationId="{00000000-0000-0000-0000-000000000000}"/>
          </ac:spMkLst>
        </pc:spChg>
        <pc:spChg chg="del mod">
          <ac:chgData name="Emmett Gilbert" userId="aa7b3766c4c24eb4" providerId="LiveId" clId="{C1022422-C44F-4721-92FF-9DDB880F5282}" dt="2026-07-10T12:38:16.231" v="1153" actId="478"/>
          <ac:spMkLst>
            <pc:docMk/>
            <pc:sldMk cId="0" sldId="277"/>
            <ac:spMk id="9" creationId="{00000000-0000-0000-0000-000000000000}"/>
          </ac:spMkLst>
        </pc:spChg>
        <pc:spChg chg="del mod">
          <ac:chgData name="Emmett Gilbert" userId="aa7b3766c4c24eb4" providerId="LiveId" clId="{C1022422-C44F-4721-92FF-9DDB880F5282}" dt="2026-07-10T12:38:18.280" v="1154" actId="478"/>
          <ac:spMkLst>
            <pc:docMk/>
            <pc:sldMk cId="0" sldId="277"/>
            <ac:spMk id="10" creationId="{00000000-0000-0000-0000-000000000000}"/>
          </ac:spMkLst>
        </pc:spChg>
        <pc:spChg chg="del mod">
          <ac:chgData name="Emmett Gilbert" userId="aa7b3766c4c24eb4" providerId="LiveId" clId="{C1022422-C44F-4721-92FF-9DDB880F5282}" dt="2026-07-10T12:51:12.613" v="1256" actId="478"/>
          <ac:spMkLst>
            <pc:docMk/>
            <pc:sldMk cId="0" sldId="277"/>
            <ac:spMk id="11" creationId="{00000000-0000-0000-0000-000000000000}"/>
          </ac:spMkLst>
        </pc:spChg>
        <pc:spChg chg="del mod">
          <ac:chgData name="Emmett Gilbert" userId="aa7b3766c4c24eb4" providerId="LiveId" clId="{C1022422-C44F-4721-92FF-9DDB880F5282}" dt="2026-07-10T12:51:13.828" v="1257" actId="478"/>
          <ac:spMkLst>
            <pc:docMk/>
            <pc:sldMk cId="0" sldId="277"/>
            <ac:spMk id="12" creationId="{00000000-0000-0000-0000-000000000000}"/>
          </ac:spMkLst>
        </pc:spChg>
        <pc:spChg chg="del mod">
          <ac:chgData name="Emmett Gilbert" userId="aa7b3766c4c24eb4" providerId="LiveId" clId="{C1022422-C44F-4721-92FF-9DDB880F5282}" dt="2026-07-10T12:51:11.864" v="1255" actId="478"/>
          <ac:spMkLst>
            <pc:docMk/>
            <pc:sldMk cId="0" sldId="277"/>
            <ac:spMk id="13" creationId="{00000000-0000-0000-0000-000000000000}"/>
          </ac:spMkLst>
        </pc:spChg>
        <pc:spChg chg="mod">
          <ac:chgData name="Emmett Gilbert" userId="aa7b3766c4c24eb4" providerId="LiveId" clId="{C1022422-C44F-4721-92FF-9DDB880F5282}" dt="2026-07-10T12:50:49.286" v="1251" actId="1076"/>
          <ac:spMkLst>
            <pc:docMk/>
            <pc:sldMk cId="0" sldId="277"/>
            <ac:spMk id="14" creationId="{00000000-0000-0000-0000-000000000000}"/>
          </ac:spMkLst>
        </pc:spChg>
        <pc:spChg chg="add mod">
          <ac:chgData name="Emmett Gilbert" userId="aa7b3766c4c24eb4" providerId="LiveId" clId="{C1022422-C44F-4721-92FF-9DDB880F5282}" dt="2026-07-10T13:06:09.177" v="1351" actId="123"/>
          <ac:spMkLst>
            <pc:docMk/>
            <pc:sldMk cId="0" sldId="277"/>
            <ac:spMk id="16" creationId="{46802912-124E-1DBF-BE29-346CB78845F7}"/>
          </ac:spMkLst>
        </pc:spChg>
        <pc:spChg chg="add del ord">
          <ac:chgData name="Emmett Gilbert" userId="aa7b3766c4c24eb4" providerId="LiveId" clId="{C1022422-C44F-4721-92FF-9DDB880F5282}" dt="2026-07-10T12:45:19.201" v="1197" actId="478"/>
          <ac:spMkLst>
            <pc:docMk/>
            <pc:sldMk cId="0" sldId="277"/>
            <ac:spMk id="18" creationId="{61249017-2C38-4F21-F1A0-10B57B1379F2}"/>
          </ac:spMkLst>
        </pc:spChg>
        <pc:spChg chg="add">
          <ac:chgData name="Emmett Gilbert" userId="aa7b3766c4c24eb4" providerId="LiveId" clId="{C1022422-C44F-4721-92FF-9DDB880F5282}" dt="2026-07-10T12:45:35.156" v="1199" actId="22"/>
          <ac:spMkLst>
            <pc:docMk/>
            <pc:sldMk cId="0" sldId="277"/>
            <ac:spMk id="20" creationId="{2E33790B-DDEB-25B6-5A3A-1291E1ADBE81}"/>
          </ac:spMkLst>
        </pc:spChg>
        <pc:spChg chg="add del mod">
          <ac:chgData name="Emmett Gilbert" userId="aa7b3766c4c24eb4" providerId="LiveId" clId="{C1022422-C44F-4721-92FF-9DDB880F5282}" dt="2026-07-10T12:50:08.022" v="1249" actId="478"/>
          <ac:spMkLst>
            <pc:docMk/>
            <pc:sldMk cId="0" sldId="277"/>
            <ac:spMk id="22" creationId="{4D19F8C1-8578-76DD-BA2A-D641C7F4045D}"/>
          </ac:spMkLst>
        </pc:spChg>
        <pc:spChg chg="add">
          <ac:chgData name="Emmett Gilbert" userId="aa7b3766c4c24eb4" providerId="LiveId" clId="{C1022422-C44F-4721-92FF-9DDB880F5282}" dt="2026-07-10T12:49:44.701" v="1246" actId="22"/>
          <ac:spMkLst>
            <pc:docMk/>
            <pc:sldMk cId="0" sldId="277"/>
            <ac:spMk id="25" creationId="{374856CC-F20C-B7ED-6357-DF14355C65B5}"/>
          </ac:spMkLst>
        </pc:spChg>
        <pc:spChg chg="add mod">
          <ac:chgData name="Emmett Gilbert" userId="aa7b3766c4c24eb4" providerId="LiveId" clId="{C1022422-C44F-4721-92FF-9DDB880F5282}" dt="2026-07-10T14:24:40.003" v="1895" actId="403"/>
          <ac:spMkLst>
            <pc:docMk/>
            <pc:sldMk cId="0" sldId="277"/>
            <ac:spMk id="27" creationId="{9AC2A1EC-ED50-E211-3E26-2B88DC8B91B0}"/>
          </ac:spMkLst>
        </pc:spChg>
        <pc:spChg chg="add mod">
          <ac:chgData name="Emmett Gilbert" userId="aa7b3766c4c24eb4" providerId="LiveId" clId="{C1022422-C44F-4721-92FF-9DDB880F5282}" dt="2026-07-10T14:44:07.633" v="2041" actId="14100"/>
          <ac:spMkLst>
            <pc:docMk/>
            <pc:sldMk cId="0" sldId="277"/>
            <ac:spMk id="29" creationId="{BFFF22FE-3828-0848-0AD3-506572661B87}"/>
          </ac:spMkLst>
        </pc:spChg>
        <pc:spChg chg="add mod">
          <ac:chgData name="Emmett Gilbert" userId="aa7b3766c4c24eb4" providerId="LiveId" clId="{C1022422-C44F-4721-92FF-9DDB880F5282}" dt="2026-07-10T12:58:58.676" v="1300" actId="1076"/>
          <ac:spMkLst>
            <pc:docMk/>
            <pc:sldMk cId="0" sldId="277"/>
            <ac:spMk id="31" creationId="{FC15C325-0C58-0D51-CC90-D2BD380495AA}"/>
          </ac:spMkLst>
        </pc:spChg>
        <pc:spChg chg="add mod">
          <ac:chgData name="Emmett Gilbert" userId="aa7b3766c4c24eb4" providerId="LiveId" clId="{C1022422-C44F-4721-92FF-9DDB880F5282}" dt="2026-07-10T12:51:06.327" v="1254"/>
          <ac:spMkLst>
            <pc:docMk/>
            <pc:sldMk cId="0" sldId="277"/>
            <ac:spMk id="33" creationId="{0E40CA37-6203-3FB1-82CB-158D0BB06980}"/>
          </ac:spMkLst>
        </pc:spChg>
        <pc:graphicFrameChg chg="mod modGraphic">
          <ac:chgData name="Emmett Gilbert" userId="aa7b3766c4c24eb4" providerId="LiveId" clId="{C1022422-C44F-4721-92FF-9DDB880F5282}" dt="2026-07-10T14:44:08.503" v="2042" actId="1036"/>
          <ac:graphicFrameMkLst>
            <pc:docMk/>
            <pc:sldMk cId="0" sldId="277"/>
            <ac:graphicFrameMk id="23" creationId="{00000000-0000-0000-0000-000000000000}"/>
          </ac:graphicFrameMkLst>
        </pc:graphicFrameChg>
      </pc:sldChg>
      <pc:sldChg chg="addSp delSp modSp mod">
        <pc:chgData name="Emmett Gilbert" userId="aa7b3766c4c24eb4" providerId="LiveId" clId="{C1022422-C44F-4721-92FF-9DDB880F5282}" dt="2026-07-10T14:44:24.616" v="2043" actId="14100"/>
        <pc:sldMkLst>
          <pc:docMk/>
          <pc:sldMk cId="0" sldId="278"/>
        </pc:sldMkLst>
        <pc:spChg chg="del mod">
          <ac:chgData name="Emmett Gilbert" userId="aa7b3766c4c24eb4" providerId="LiveId" clId="{C1022422-C44F-4721-92FF-9DDB880F5282}" dt="2026-07-10T12:51:48.138" v="1260" actId="478"/>
          <ac:spMkLst>
            <pc:docMk/>
            <pc:sldMk cId="0" sldId="278"/>
            <ac:spMk id="6" creationId="{00000000-0000-0000-0000-000000000000}"/>
          </ac:spMkLst>
        </pc:spChg>
        <pc:spChg chg="del mod">
          <ac:chgData name="Emmett Gilbert" userId="aa7b3766c4c24eb4" providerId="LiveId" clId="{C1022422-C44F-4721-92FF-9DDB880F5282}" dt="2026-07-10T12:51:51.114" v="1261" actId="478"/>
          <ac:spMkLst>
            <pc:docMk/>
            <pc:sldMk cId="0" sldId="278"/>
            <ac:spMk id="7" creationId="{00000000-0000-0000-0000-000000000000}"/>
          </ac:spMkLst>
        </pc:spChg>
        <pc:spChg chg="del mod">
          <ac:chgData name="Emmett Gilbert" userId="aa7b3766c4c24eb4" providerId="LiveId" clId="{C1022422-C44F-4721-92FF-9DDB880F5282}" dt="2026-07-10T12:54:48.336" v="1284" actId="478"/>
          <ac:spMkLst>
            <pc:docMk/>
            <pc:sldMk cId="0" sldId="278"/>
            <ac:spMk id="8" creationId="{00000000-0000-0000-0000-000000000000}"/>
          </ac:spMkLst>
        </pc:spChg>
        <pc:spChg chg="mod">
          <ac:chgData name="Emmett Gilbert" userId="aa7b3766c4c24eb4" providerId="LiveId" clId="{C1022422-C44F-4721-92FF-9DDB880F5282}" dt="2026-07-10T12:56:31.919" v="1295" actId="14100"/>
          <ac:spMkLst>
            <pc:docMk/>
            <pc:sldMk cId="0" sldId="278"/>
            <ac:spMk id="9" creationId="{00000000-0000-0000-0000-000000000000}"/>
          </ac:spMkLst>
        </pc:spChg>
        <pc:spChg chg="mod">
          <ac:chgData name="Emmett Gilbert" userId="aa7b3766c4c24eb4" providerId="LiveId" clId="{C1022422-C44F-4721-92FF-9DDB880F5282}" dt="2026-07-10T14:21:32.018" v="1878" actId="403"/>
          <ac:spMkLst>
            <pc:docMk/>
            <pc:sldMk cId="0" sldId="278"/>
            <ac:spMk id="10" creationId="{00000000-0000-0000-0000-000000000000}"/>
          </ac:spMkLst>
        </pc:spChg>
        <pc:spChg chg="del mod">
          <ac:chgData name="Emmett Gilbert" userId="aa7b3766c4c24eb4" providerId="LiveId" clId="{C1022422-C44F-4721-92FF-9DDB880F5282}" dt="2026-07-10T12:53:23.011" v="1275" actId="478"/>
          <ac:spMkLst>
            <pc:docMk/>
            <pc:sldMk cId="0" sldId="278"/>
            <ac:spMk id="11" creationId="{00000000-0000-0000-0000-000000000000}"/>
          </ac:spMkLst>
        </pc:spChg>
        <pc:spChg chg="del mod">
          <ac:chgData name="Emmett Gilbert" userId="aa7b3766c4c24eb4" providerId="LiveId" clId="{C1022422-C44F-4721-92FF-9DDB880F5282}" dt="2026-07-10T12:36:35.889" v="1144" actId="478"/>
          <ac:spMkLst>
            <pc:docMk/>
            <pc:sldMk cId="0" sldId="278"/>
            <ac:spMk id="12" creationId="{00000000-0000-0000-0000-000000000000}"/>
          </ac:spMkLst>
        </pc:spChg>
        <pc:spChg chg="del mod">
          <ac:chgData name="Emmett Gilbert" userId="aa7b3766c4c24eb4" providerId="LiveId" clId="{C1022422-C44F-4721-92FF-9DDB880F5282}" dt="2026-07-10T12:36:37.761" v="1145" actId="478"/>
          <ac:spMkLst>
            <pc:docMk/>
            <pc:sldMk cId="0" sldId="278"/>
            <ac:spMk id="13" creationId="{00000000-0000-0000-0000-000000000000}"/>
          </ac:spMkLst>
        </pc:spChg>
        <pc:spChg chg="del mod">
          <ac:chgData name="Emmett Gilbert" userId="aa7b3766c4c24eb4" providerId="LiveId" clId="{C1022422-C44F-4721-92FF-9DDB880F5282}" dt="2026-07-10T12:36:34.999" v="1143" actId="478"/>
          <ac:spMkLst>
            <pc:docMk/>
            <pc:sldMk cId="0" sldId="278"/>
            <ac:spMk id="14" creationId="{00000000-0000-0000-0000-000000000000}"/>
          </ac:spMkLst>
        </pc:spChg>
        <pc:spChg chg="add del mod">
          <ac:chgData name="Emmett Gilbert" userId="aa7b3766c4c24eb4" providerId="LiveId" clId="{C1022422-C44F-4721-92FF-9DDB880F5282}" dt="2026-07-10T12:36:11.662" v="1140" actId="478"/>
          <ac:spMkLst>
            <pc:docMk/>
            <pc:sldMk cId="0" sldId="278"/>
            <ac:spMk id="17" creationId="{C15B4227-C9E0-6F4B-D5D4-69C15E556196}"/>
          </ac:spMkLst>
        </pc:spChg>
        <pc:spChg chg="add del">
          <ac:chgData name="Emmett Gilbert" userId="aa7b3766c4c24eb4" providerId="LiveId" clId="{C1022422-C44F-4721-92FF-9DDB880F5282}" dt="2026-07-10T12:37:10.443" v="1147" actId="478"/>
          <ac:spMkLst>
            <pc:docMk/>
            <pc:sldMk cId="0" sldId="278"/>
            <ac:spMk id="19" creationId="{9EDE16EE-E967-7D17-535E-D5B0228FB25B}"/>
          </ac:spMkLst>
        </pc:spChg>
        <pc:spChg chg="add del">
          <ac:chgData name="Emmett Gilbert" userId="aa7b3766c4c24eb4" providerId="LiveId" clId="{C1022422-C44F-4721-92FF-9DDB880F5282}" dt="2026-07-10T12:37:08.464" v="1146" actId="478"/>
          <ac:spMkLst>
            <pc:docMk/>
            <pc:sldMk cId="0" sldId="278"/>
            <ac:spMk id="21" creationId="{02B9DA5C-D9B9-83B3-6516-13C57776A1AC}"/>
          </ac:spMkLst>
        </pc:spChg>
        <pc:spChg chg="add del mod">
          <ac:chgData name="Emmett Gilbert" userId="aa7b3766c4c24eb4" providerId="LiveId" clId="{C1022422-C44F-4721-92FF-9DDB880F5282}" dt="2026-07-10T13:00:20.932" v="1311" actId="478"/>
          <ac:spMkLst>
            <pc:docMk/>
            <pc:sldMk cId="0" sldId="278"/>
            <ac:spMk id="23" creationId="{E690137A-C7DA-53F3-6116-53C9122983BE}"/>
          </ac:spMkLst>
        </pc:spChg>
        <pc:spChg chg="add del mod">
          <ac:chgData name="Emmett Gilbert" userId="aa7b3766c4c24eb4" providerId="LiveId" clId="{C1022422-C44F-4721-92FF-9DDB880F5282}" dt="2026-07-10T13:00:24.557" v="1313" actId="478"/>
          <ac:spMkLst>
            <pc:docMk/>
            <pc:sldMk cId="0" sldId="278"/>
            <ac:spMk id="26" creationId="{88E979A3-3AC2-3E0D-D6E0-7847010ECAC9}"/>
          </ac:spMkLst>
        </pc:spChg>
        <pc:spChg chg="add del mod">
          <ac:chgData name="Emmett Gilbert" userId="aa7b3766c4c24eb4" providerId="LiveId" clId="{C1022422-C44F-4721-92FF-9DDB880F5282}" dt="2026-07-10T13:00:23.222" v="1312" actId="478"/>
          <ac:spMkLst>
            <pc:docMk/>
            <pc:sldMk cId="0" sldId="278"/>
            <ac:spMk id="28" creationId="{B98C391C-146B-5586-6443-03480AE1D17D}"/>
          </ac:spMkLst>
        </pc:spChg>
        <pc:spChg chg="add del">
          <ac:chgData name="Emmett Gilbert" userId="aa7b3766c4c24eb4" providerId="LiveId" clId="{C1022422-C44F-4721-92FF-9DDB880F5282}" dt="2026-07-10T12:52:23.603" v="1271" actId="22"/>
          <ac:spMkLst>
            <pc:docMk/>
            <pc:sldMk cId="0" sldId="278"/>
            <ac:spMk id="30" creationId="{BDA4AAB4-71A9-47EF-995F-7C07EB36D604}"/>
          </ac:spMkLst>
        </pc:spChg>
        <pc:spChg chg="add del mod ord">
          <ac:chgData name="Emmett Gilbert" userId="aa7b3766c4c24eb4" providerId="LiveId" clId="{C1022422-C44F-4721-92FF-9DDB880F5282}" dt="2026-07-10T12:52:23.603" v="1271" actId="22"/>
          <ac:spMkLst>
            <pc:docMk/>
            <pc:sldMk cId="0" sldId="278"/>
            <ac:spMk id="32" creationId="{57D7E4DB-EAA7-FE83-8984-E20A4760A5EC}"/>
          </ac:spMkLst>
        </pc:spChg>
        <pc:spChg chg="add del">
          <ac:chgData name="Emmett Gilbert" userId="aa7b3766c4c24eb4" providerId="LiveId" clId="{C1022422-C44F-4721-92FF-9DDB880F5282}" dt="2026-07-10T12:52:23.603" v="1271" actId="22"/>
          <ac:spMkLst>
            <pc:docMk/>
            <pc:sldMk cId="0" sldId="278"/>
            <ac:spMk id="34" creationId="{B8A7A9F6-6EC2-F99D-87EB-578DFFBDBEFB}"/>
          </ac:spMkLst>
        </pc:spChg>
        <pc:spChg chg="add del">
          <ac:chgData name="Emmett Gilbert" userId="aa7b3766c4c24eb4" providerId="LiveId" clId="{C1022422-C44F-4721-92FF-9DDB880F5282}" dt="2026-07-10T12:52:23.603" v="1271" actId="22"/>
          <ac:spMkLst>
            <pc:docMk/>
            <pc:sldMk cId="0" sldId="278"/>
            <ac:spMk id="36" creationId="{66FFBABB-B06B-7902-A07A-D1905E811EBC}"/>
          </ac:spMkLst>
        </pc:spChg>
        <pc:spChg chg="add mod">
          <ac:chgData name="Emmett Gilbert" userId="aa7b3766c4c24eb4" providerId="LiveId" clId="{C1022422-C44F-4721-92FF-9DDB880F5282}" dt="2026-07-10T12:53:16.946" v="1274" actId="255"/>
          <ac:spMkLst>
            <pc:docMk/>
            <pc:sldMk cId="0" sldId="278"/>
            <ac:spMk id="38" creationId="{EB12AF18-3AAB-B6EA-C9F7-B0D28398D750}"/>
          </ac:spMkLst>
        </pc:spChg>
        <pc:spChg chg="add mod ord">
          <ac:chgData name="Emmett Gilbert" userId="aa7b3766c4c24eb4" providerId="LiveId" clId="{C1022422-C44F-4721-92FF-9DDB880F5282}" dt="2026-07-10T12:58:15.898" v="1299" actId="1076"/>
          <ac:spMkLst>
            <pc:docMk/>
            <pc:sldMk cId="0" sldId="278"/>
            <ac:spMk id="40" creationId="{83A5B2B3-0E70-DEFF-07AB-7C0009F7D90C}"/>
          </ac:spMkLst>
        </pc:spChg>
        <pc:spChg chg="add">
          <ac:chgData name="Emmett Gilbert" userId="aa7b3766c4c24eb4" providerId="LiveId" clId="{C1022422-C44F-4721-92FF-9DDB880F5282}" dt="2026-07-10T12:52:26.082" v="1272" actId="22"/>
          <ac:spMkLst>
            <pc:docMk/>
            <pc:sldMk cId="0" sldId="278"/>
            <ac:spMk id="42" creationId="{924654DD-F1DC-603A-B938-61D4B180214D}"/>
          </ac:spMkLst>
        </pc:spChg>
        <pc:spChg chg="add mod">
          <ac:chgData name="Emmett Gilbert" userId="aa7b3766c4c24eb4" providerId="LiveId" clId="{C1022422-C44F-4721-92FF-9DDB880F5282}" dt="2026-07-10T14:24:50.370" v="1897" actId="403"/>
          <ac:spMkLst>
            <pc:docMk/>
            <pc:sldMk cId="0" sldId="278"/>
            <ac:spMk id="44" creationId="{4C2BF447-A7BB-85CD-18A4-52E091E2BCA3}"/>
          </ac:spMkLst>
        </pc:spChg>
        <pc:spChg chg="add del mod">
          <ac:chgData name="Emmett Gilbert" userId="aa7b3766c4c24eb4" providerId="LiveId" clId="{C1022422-C44F-4721-92FF-9DDB880F5282}" dt="2026-07-10T12:56:34.754" v="1296" actId="478"/>
          <ac:spMkLst>
            <pc:docMk/>
            <pc:sldMk cId="0" sldId="278"/>
            <ac:spMk id="46" creationId="{E9A15CC4-F1EF-E16B-A9CB-08A73B3DBC66}"/>
          </ac:spMkLst>
        </pc:spChg>
        <pc:spChg chg="add mod">
          <ac:chgData name="Emmett Gilbert" userId="aa7b3766c4c24eb4" providerId="LiveId" clId="{C1022422-C44F-4721-92FF-9DDB880F5282}" dt="2026-07-10T14:44:24.616" v="2043" actId="14100"/>
          <ac:spMkLst>
            <pc:docMk/>
            <pc:sldMk cId="0" sldId="278"/>
            <ac:spMk id="48" creationId="{C1444E6A-AE43-0945-09F6-E64606A832C6}"/>
          </ac:spMkLst>
        </pc:spChg>
        <pc:spChg chg="add">
          <ac:chgData name="Emmett Gilbert" userId="aa7b3766c4c24eb4" providerId="LiveId" clId="{C1022422-C44F-4721-92FF-9DDB880F5282}" dt="2026-07-10T13:00:10.887" v="1309" actId="22"/>
          <ac:spMkLst>
            <pc:docMk/>
            <pc:sldMk cId="0" sldId="278"/>
            <ac:spMk id="50" creationId="{8B720530-F81D-8988-A56D-923653159A74}"/>
          </ac:spMkLst>
        </pc:spChg>
        <pc:spChg chg="add mod">
          <ac:chgData name="Emmett Gilbert" userId="aa7b3766c4c24eb4" providerId="LiveId" clId="{C1022422-C44F-4721-92FF-9DDB880F5282}" dt="2026-07-10T13:00:15.466" v="1310"/>
          <ac:spMkLst>
            <pc:docMk/>
            <pc:sldMk cId="0" sldId="278"/>
            <ac:spMk id="52" creationId="{C2516F99-3756-79E8-E605-400015F29B0D}"/>
          </ac:spMkLst>
        </pc:spChg>
        <pc:graphicFrameChg chg="mod modGraphic">
          <ac:chgData name="Emmett Gilbert" userId="aa7b3766c4c24eb4" providerId="LiveId" clId="{C1022422-C44F-4721-92FF-9DDB880F5282}" dt="2026-07-10T10:31:35.618" v="968" actId="14100"/>
          <ac:graphicFrameMkLst>
            <pc:docMk/>
            <pc:sldMk cId="0" sldId="278"/>
            <ac:graphicFrameMk id="24" creationId="{00000000-0000-0000-0000-000000000000}"/>
          </ac:graphicFrameMkLst>
        </pc:graphicFrameChg>
      </pc:sldChg>
      <pc:sldChg chg="addSp delSp modSp mod">
        <pc:chgData name="Emmett Gilbert" userId="aa7b3766c4c24eb4" providerId="LiveId" clId="{C1022422-C44F-4721-92FF-9DDB880F5282}" dt="2026-07-10T14:44:32.178" v="2044" actId="14100"/>
        <pc:sldMkLst>
          <pc:docMk/>
          <pc:sldMk cId="0" sldId="279"/>
        </pc:sldMkLst>
        <pc:spChg chg="mod">
          <ac:chgData name="Emmett Gilbert" userId="aa7b3766c4c24eb4" providerId="LiveId" clId="{C1022422-C44F-4721-92FF-9DDB880F5282}" dt="2026-07-10T13:58:43.403" v="1680" actId="14100"/>
          <ac:spMkLst>
            <pc:docMk/>
            <pc:sldMk cId="0" sldId="279"/>
            <ac:spMk id="5" creationId="{00000000-0000-0000-0000-000000000000}"/>
          </ac:spMkLst>
        </pc:spChg>
        <pc:spChg chg="mod">
          <ac:chgData name="Emmett Gilbert" userId="aa7b3766c4c24eb4" providerId="LiveId" clId="{C1022422-C44F-4721-92FF-9DDB880F5282}" dt="2026-07-10T13:04:58.447" v="1344" actId="1076"/>
          <ac:spMkLst>
            <pc:docMk/>
            <pc:sldMk cId="0" sldId="279"/>
            <ac:spMk id="6" creationId="{00000000-0000-0000-0000-000000000000}"/>
          </ac:spMkLst>
        </pc:spChg>
        <pc:spChg chg="mod">
          <ac:chgData name="Emmett Gilbert" userId="aa7b3766c4c24eb4" providerId="LiveId" clId="{C1022422-C44F-4721-92FF-9DDB880F5282}" dt="2026-07-10T13:04:58.447" v="1344" actId="1076"/>
          <ac:spMkLst>
            <pc:docMk/>
            <pc:sldMk cId="0" sldId="279"/>
            <ac:spMk id="7" creationId="{00000000-0000-0000-0000-000000000000}"/>
          </ac:spMkLst>
        </pc:spChg>
        <pc:spChg chg="del">
          <ac:chgData name="Emmett Gilbert" userId="aa7b3766c4c24eb4" providerId="LiveId" clId="{C1022422-C44F-4721-92FF-9DDB880F5282}" dt="2026-07-10T13:03:44.291" v="1333" actId="478"/>
          <ac:spMkLst>
            <pc:docMk/>
            <pc:sldMk cId="0" sldId="279"/>
            <ac:spMk id="8" creationId="{00000000-0000-0000-0000-000000000000}"/>
          </ac:spMkLst>
        </pc:spChg>
        <pc:spChg chg="del">
          <ac:chgData name="Emmett Gilbert" userId="aa7b3766c4c24eb4" providerId="LiveId" clId="{C1022422-C44F-4721-92FF-9DDB880F5282}" dt="2026-07-10T13:04:22.769" v="1338" actId="478"/>
          <ac:spMkLst>
            <pc:docMk/>
            <pc:sldMk cId="0" sldId="279"/>
            <ac:spMk id="9" creationId="{00000000-0000-0000-0000-000000000000}"/>
          </ac:spMkLst>
        </pc:spChg>
        <pc:spChg chg="del">
          <ac:chgData name="Emmett Gilbert" userId="aa7b3766c4c24eb4" providerId="LiveId" clId="{C1022422-C44F-4721-92FF-9DDB880F5282}" dt="2026-07-10T13:04:20.443" v="1337" actId="478"/>
          <ac:spMkLst>
            <pc:docMk/>
            <pc:sldMk cId="0" sldId="279"/>
            <ac:spMk id="10" creationId="{00000000-0000-0000-0000-000000000000}"/>
          </ac:spMkLst>
        </pc:spChg>
        <pc:spChg chg="del mod">
          <ac:chgData name="Emmett Gilbert" userId="aa7b3766c4c24eb4" providerId="LiveId" clId="{C1022422-C44F-4721-92FF-9DDB880F5282}" dt="2026-07-10T13:03:23.930" v="1331" actId="478"/>
          <ac:spMkLst>
            <pc:docMk/>
            <pc:sldMk cId="0" sldId="279"/>
            <ac:spMk id="11" creationId="{00000000-0000-0000-0000-000000000000}"/>
          </ac:spMkLst>
        </pc:spChg>
        <pc:spChg chg="del mod">
          <ac:chgData name="Emmett Gilbert" userId="aa7b3766c4c24eb4" providerId="LiveId" clId="{C1022422-C44F-4721-92FF-9DDB880F5282}" dt="2026-07-10T13:03:21.903" v="1330" actId="478"/>
          <ac:spMkLst>
            <pc:docMk/>
            <pc:sldMk cId="0" sldId="279"/>
            <ac:spMk id="12" creationId="{00000000-0000-0000-0000-000000000000}"/>
          </ac:spMkLst>
        </pc:spChg>
        <pc:spChg chg="del mod">
          <ac:chgData name="Emmett Gilbert" userId="aa7b3766c4c24eb4" providerId="LiveId" clId="{C1022422-C44F-4721-92FF-9DDB880F5282}" dt="2026-07-10T13:02:34.348" v="1323" actId="478"/>
          <ac:spMkLst>
            <pc:docMk/>
            <pc:sldMk cId="0" sldId="279"/>
            <ac:spMk id="13" creationId="{00000000-0000-0000-0000-000000000000}"/>
          </ac:spMkLst>
        </pc:spChg>
        <pc:spChg chg="del mod">
          <ac:chgData name="Emmett Gilbert" userId="aa7b3766c4c24eb4" providerId="LiveId" clId="{C1022422-C44F-4721-92FF-9DDB880F5282}" dt="2026-07-10T13:02:39.706" v="1325" actId="478"/>
          <ac:spMkLst>
            <pc:docMk/>
            <pc:sldMk cId="0" sldId="279"/>
            <ac:spMk id="14" creationId="{00000000-0000-0000-0000-000000000000}"/>
          </ac:spMkLst>
        </pc:spChg>
        <pc:spChg chg="del mod">
          <ac:chgData name="Emmett Gilbert" userId="aa7b3766c4c24eb4" providerId="LiveId" clId="{C1022422-C44F-4721-92FF-9DDB880F5282}" dt="2026-07-10T13:02:38.254" v="1324" actId="478"/>
          <ac:spMkLst>
            <pc:docMk/>
            <pc:sldMk cId="0" sldId="279"/>
            <ac:spMk id="15" creationId="{00000000-0000-0000-0000-000000000000}"/>
          </ac:spMkLst>
        </pc:spChg>
        <pc:spChg chg="add mod">
          <ac:chgData name="Emmett Gilbert" userId="aa7b3766c4c24eb4" providerId="LiveId" clId="{C1022422-C44F-4721-92FF-9DDB880F5282}" dt="2026-07-10T13:06:20.852" v="1352" actId="123"/>
          <ac:spMkLst>
            <pc:docMk/>
            <pc:sldMk cId="0" sldId="279"/>
            <ac:spMk id="19" creationId="{3B38C48A-CBCE-A2AC-3050-0BCF9D3C851E}"/>
          </ac:spMkLst>
        </pc:spChg>
        <pc:spChg chg="add mod">
          <ac:chgData name="Emmett Gilbert" userId="aa7b3766c4c24eb4" providerId="LiveId" clId="{C1022422-C44F-4721-92FF-9DDB880F5282}" dt="2026-07-10T14:44:32.178" v="2044" actId="14100"/>
          <ac:spMkLst>
            <pc:docMk/>
            <pc:sldMk cId="0" sldId="279"/>
            <ac:spMk id="21" creationId="{12C0C056-CE79-C348-F5EC-057F437B9A1F}"/>
          </ac:spMkLst>
        </pc:spChg>
        <pc:spChg chg="add">
          <ac:chgData name="Emmett Gilbert" userId="aa7b3766c4c24eb4" providerId="LiveId" clId="{C1022422-C44F-4721-92FF-9DDB880F5282}" dt="2026-07-10T13:02:25.511" v="1321" actId="22"/>
          <ac:spMkLst>
            <pc:docMk/>
            <pc:sldMk cId="0" sldId="279"/>
            <ac:spMk id="23" creationId="{6F3A181C-A444-882A-020C-C95150501757}"/>
          </ac:spMkLst>
        </pc:spChg>
        <pc:spChg chg="add mod">
          <ac:chgData name="Emmett Gilbert" userId="aa7b3766c4c24eb4" providerId="LiveId" clId="{C1022422-C44F-4721-92FF-9DDB880F5282}" dt="2026-07-10T13:02:31.179" v="1322"/>
          <ac:spMkLst>
            <pc:docMk/>
            <pc:sldMk cId="0" sldId="279"/>
            <ac:spMk id="25" creationId="{0088766F-54CE-E9A3-86FA-C8F2D6270409}"/>
          </ac:spMkLst>
        </pc:spChg>
        <pc:spChg chg="add">
          <ac:chgData name="Emmett Gilbert" userId="aa7b3766c4c24eb4" providerId="LiveId" clId="{C1022422-C44F-4721-92FF-9DDB880F5282}" dt="2026-07-10T13:03:56.816" v="1334" actId="22"/>
          <ac:spMkLst>
            <pc:docMk/>
            <pc:sldMk cId="0" sldId="279"/>
            <ac:spMk id="27" creationId="{6347AB67-D89F-5589-ABBB-E387503BFD2F}"/>
          </ac:spMkLst>
        </pc:spChg>
        <pc:spChg chg="add">
          <ac:chgData name="Emmett Gilbert" userId="aa7b3766c4c24eb4" providerId="LiveId" clId="{C1022422-C44F-4721-92FF-9DDB880F5282}" dt="2026-07-10T13:03:56.816" v="1334" actId="22"/>
          <ac:spMkLst>
            <pc:docMk/>
            <pc:sldMk cId="0" sldId="279"/>
            <ac:spMk id="29" creationId="{DFB8CC05-523F-7BB6-0BE1-D975CA09507A}"/>
          </ac:spMkLst>
        </pc:spChg>
        <pc:spChg chg="add mod">
          <ac:chgData name="Emmett Gilbert" userId="aa7b3766c4c24eb4" providerId="LiveId" clId="{C1022422-C44F-4721-92FF-9DDB880F5282}" dt="2026-07-10T14:24:57.050" v="1898" actId="403"/>
          <ac:spMkLst>
            <pc:docMk/>
            <pc:sldMk cId="0" sldId="279"/>
            <ac:spMk id="31" creationId="{73AC3644-8EA0-6146-D7EC-CEAE47D7FF5A}"/>
          </ac:spMkLst>
        </pc:spChg>
      </pc:sldChg>
      <pc:sldChg chg="addSp delSp modSp mod">
        <pc:chgData name="Emmett Gilbert" userId="aa7b3766c4c24eb4" providerId="LiveId" clId="{C1022422-C44F-4721-92FF-9DDB880F5282}" dt="2026-07-10T14:44:36.540" v="2045" actId="14100"/>
        <pc:sldMkLst>
          <pc:docMk/>
          <pc:sldMk cId="0" sldId="280"/>
        </pc:sldMkLst>
        <pc:spChg chg="del mod">
          <ac:chgData name="Emmett Gilbert" userId="aa7b3766c4c24eb4" providerId="LiveId" clId="{C1022422-C44F-4721-92FF-9DDB880F5282}" dt="2026-07-10T13:07:32.948" v="1366" actId="478"/>
          <ac:spMkLst>
            <pc:docMk/>
            <pc:sldMk cId="0" sldId="280"/>
            <ac:spMk id="6" creationId="{00000000-0000-0000-0000-000000000000}"/>
          </ac:spMkLst>
        </pc:spChg>
        <pc:spChg chg="del">
          <ac:chgData name="Emmett Gilbert" userId="aa7b3766c4c24eb4" providerId="LiveId" clId="{C1022422-C44F-4721-92FF-9DDB880F5282}" dt="2026-07-10T13:07:35.188" v="1367" actId="478"/>
          <ac:spMkLst>
            <pc:docMk/>
            <pc:sldMk cId="0" sldId="280"/>
            <ac:spMk id="7" creationId="{00000000-0000-0000-0000-000000000000}"/>
          </ac:spMkLst>
        </pc:spChg>
        <pc:spChg chg="del mod">
          <ac:chgData name="Emmett Gilbert" userId="aa7b3766c4c24eb4" providerId="LiveId" clId="{C1022422-C44F-4721-92FF-9DDB880F5282}" dt="2026-07-10T13:07:57.812" v="1371" actId="478"/>
          <ac:spMkLst>
            <pc:docMk/>
            <pc:sldMk cId="0" sldId="280"/>
            <ac:spMk id="8" creationId="{00000000-0000-0000-0000-000000000000}"/>
          </ac:spMkLst>
        </pc:spChg>
        <pc:spChg chg="del">
          <ac:chgData name="Emmett Gilbert" userId="aa7b3766c4c24eb4" providerId="LiveId" clId="{C1022422-C44F-4721-92FF-9DDB880F5282}" dt="2026-07-10T13:07:21.230" v="1362" actId="478"/>
          <ac:spMkLst>
            <pc:docMk/>
            <pc:sldMk cId="0" sldId="280"/>
            <ac:spMk id="9" creationId="{00000000-0000-0000-0000-000000000000}"/>
          </ac:spMkLst>
        </pc:spChg>
        <pc:spChg chg="del">
          <ac:chgData name="Emmett Gilbert" userId="aa7b3766c4c24eb4" providerId="LiveId" clId="{C1022422-C44F-4721-92FF-9DDB880F5282}" dt="2026-07-10T13:07:22.632" v="1363" actId="478"/>
          <ac:spMkLst>
            <pc:docMk/>
            <pc:sldMk cId="0" sldId="280"/>
            <ac:spMk id="10" creationId="{00000000-0000-0000-0000-000000000000}"/>
          </ac:spMkLst>
        </pc:spChg>
        <pc:spChg chg="del mod">
          <ac:chgData name="Emmett Gilbert" userId="aa7b3766c4c24eb4" providerId="LiveId" clId="{C1022422-C44F-4721-92FF-9DDB880F5282}" dt="2026-07-10T13:06:55.844" v="1357" actId="478"/>
          <ac:spMkLst>
            <pc:docMk/>
            <pc:sldMk cId="0" sldId="280"/>
            <ac:spMk id="11" creationId="{00000000-0000-0000-0000-000000000000}"/>
          </ac:spMkLst>
        </pc:spChg>
        <pc:spChg chg="del mod">
          <ac:chgData name="Emmett Gilbert" userId="aa7b3766c4c24eb4" providerId="LiveId" clId="{C1022422-C44F-4721-92FF-9DDB880F5282}" dt="2026-07-10T13:06:59.333" v="1359" actId="478"/>
          <ac:spMkLst>
            <pc:docMk/>
            <pc:sldMk cId="0" sldId="280"/>
            <ac:spMk id="12" creationId="{00000000-0000-0000-0000-000000000000}"/>
          </ac:spMkLst>
        </pc:spChg>
        <pc:spChg chg="del mod">
          <ac:chgData name="Emmett Gilbert" userId="aa7b3766c4c24eb4" providerId="LiveId" clId="{C1022422-C44F-4721-92FF-9DDB880F5282}" dt="2026-07-10T13:06:58.119" v="1358" actId="478"/>
          <ac:spMkLst>
            <pc:docMk/>
            <pc:sldMk cId="0" sldId="280"/>
            <ac:spMk id="13" creationId="{00000000-0000-0000-0000-000000000000}"/>
          </ac:spMkLst>
        </pc:spChg>
        <pc:spChg chg="add mod">
          <ac:chgData name="Emmett Gilbert" userId="aa7b3766c4c24eb4" providerId="LiveId" clId="{C1022422-C44F-4721-92FF-9DDB880F5282}" dt="2026-07-10T13:07:16.824" v="1361" actId="255"/>
          <ac:spMkLst>
            <pc:docMk/>
            <pc:sldMk cId="0" sldId="280"/>
            <ac:spMk id="16" creationId="{AD00E74D-D278-A937-34A6-7329595C7868}"/>
          </ac:spMkLst>
        </pc:spChg>
        <pc:spChg chg="add mod">
          <ac:chgData name="Emmett Gilbert" userId="aa7b3766c4c24eb4" providerId="LiveId" clId="{C1022422-C44F-4721-92FF-9DDB880F5282}" dt="2026-07-10T14:44:36.540" v="2045" actId="14100"/>
          <ac:spMkLst>
            <pc:docMk/>
            <pc:sldMk cId="0" sldId="280"/>
            <ac:spMk id="18" creationId="{810BA7FE-592D-5AE3-6746-CFE5A1DA58D0}"/>
          </ac:spMkLst>
        </pc:spChg>
        <pc:spChg chg="add">
          <ac:chgData name="Emmett Gilbert" userId="aa7b3766c4c24eb4" providerId="LiveId" clId="{C1022422-C44F-4721-92FF-9DDB880F5282}" dt="2026-07-10T13:06:45.877" v="1354" actId="22"/>
          <ac:spMkLst>
            <pc:docMk/>
            <pc:sldMk cId="0" sldId="280"/>
            <ac:spMk id="20" creationId="{B960BC79-EF46-014E-7803-1EF240ED2CF2}"/>
          </ac:spMkLst>
        </pc:spChg>
        <pc:spChg chg="add mod">
          <ac:chgData name="Emmett Gilbert" userId="aa7b3766c4c24eb4" providerId="LiveId" clId="{C1022422-C44F-4721-92FF-9DDB880F5282}" dt="2026-07-10T13:06:50.956" v="1355"/>
          <ac:spMkLst>
            <pc:docMk/>
            <pc:sldMk cId="0" sldId="280"/>
            <ac:spMk id="22" creationId="{61A1B116-DD9D-778E-7D94-1107720CF165}"/>
          </ac:spMkLst>
        </pc:spChg>
        <pc:spChg chg="add mod">
          <ac:chgData name="Emmett Gilbert" userId="aa7b3766c4c24eb4" providerId="LiveId" clId="{C1022422-C44F-4721-92FF-9DDB880F5282}" dt="2026-07-10T13:08:35.864" v="1376" actId="1035"/>
          <ac:spMkLst>
            <pc:docMk/>
            <pc:sldMk cId="0" sldId="280"/>
            <ac:spMk id="24" creationId="{EB7006EB-E147-170F-D5AA-C75A4C030E81}"/>
          </ac:spMkLst>
        </pc:spChg>
        <pc:spChg chg="add">
          <ac:chgData name="Emmett Gilbert" userId="aa7b3766c4c24eb4" providerId="LiveId" clId="{C1022422-C44F-4721-92FF-9DDB880F5282}" dt="2026-07-10T13:07:49.129" v="1369" actId="22"/>
          <ac:spMkLst>
            <pc:docMk/>
            <pc:sldMk cId="0" sldId="280"/>
            <ac:spMk id="27" creationId="{89BB74F8-6662-98C3-BD7D-9C92D90462A7}"/>
          </ac:spMkLst>
        </pc:spChg>
        <pc:spChg chg="add mod">
          <ac:chgData name="Emmett Gilbert" userId="aa7b3766c4c24eb4" providerId="LiveId" clId="{C1022422-C44F-4721-92FF-9DDB880F5282}" dt="2026-07-10T13:08:37.623" v="1378" actId="947"/>
          <ac:spMkLst>
            <pc:docMk/>
            <pc:sldMk cId="0" sldId="280"/>
            <ac:spMk id="29" creationId="{60677337-0362-F65E-F286-00A186D2C0FE}"/>
          </ac:spMkLst>
        </pc:spChg>
        <pc:graphicFrameChg chg="mod">
          <ac:chgData name="Emmett Gilbert" userId="aa7b3766c4c24eb4" providerId="LiveId" clId="{C1022422-C44F-4721-92FF-9DDB880F5282}" dt="2026-07-10T13:08:05.318" v="1372" actId="1076"/>
          <ac:graphicFrameMkLst>
            <pc:docMk/>
            <pc:sldMk cId="0" sldId="280"/>
            <ac:graphicFrameMk id="26" creationId="{00000000-0000-0000-0000-000000000000}"/>
          </ac:graphicFrameMkLst>
        </pc:graphicFrameChg>
      </pc:sldChg>
      <pc:sldChg chg="addSp delSp modSp mod">
        <pc:chgData name="Emmett Gilbert" userId="aa7b3766c4c24eb4" providerId="LiveId" clId="{C1022422-C44F-4721-92FF-9DDB880F5282}" dt="2026-07-10T14:44:41.417" v="2046" actId="14100"/>
        <pc:sldMkLst>
          <pc:docMk/>
          <pc:sldMk cId="0" sldId="281"/>
        </pc:sldMkLst>
        <pc:spChg chg="del mod">
          <ac:chgData name="Emmett Gilbert" userId="aa7b3766c4c24eb4" providerId="LiveId" clId="{C1022422-C44F-4721-92FF-9DDB880F5282}" dt="2026-07-10T13:11:40.912" v="1421" actId="478"/>
          <ac:spMkLst>
            <pc:docMk/>
            <pc:sldMk cId="0" sldId="281"/>
            <ac:spMk id="6" creationId="{00000000-0000-0000-0000-000000000000}"/>
          </ac:spMkLst>
        </pc:spChg>
        <pc:spChg chg="del mod">
          <ac:chgData name="Emmett Gilbert" userId="aa7b3766c4c24eb4" providerId="LiveId" clId="{C1022422-C44F-4721-92FF-9DDB880F5282}" dt="2026-07-10T13:10:11.192" v="1409" actId="478"/>
          <ac:spMkLst>
            <pc:docMk/>
            <pc:sldMk cId="0" sldId="281"/>
            <ac:spMk id="7" creationId="{00000000-0000-0000-0000-000000000000}"/>
          </ac:spMkLst>
        </pc:spChg>
        <pc:spChg chg="del mod">
          <ac:chgData name="Emmett Gilbert" userId="aa7b3766c4c24eb4" providerId="LiveId" clId="{C1022422-C44F-4721-92FF-9DDB880F5282}" dt="2026-07-10T13:11:32.417" v="1418" actId="478"/>
          <ac:spMkLst>
            <pc:docMk/>
            <pc:sldMk cId="0" sldId="281"/>
            <ac:spMk id="8" creationId="{00000000-0000-0000-0000-000000000000}"/>
          </ac:spMkLst>
        </pc:spChg>
        <pc:spChg chg="del">
          <ac:chgData name="Emmett Gilbert" userId="aa7b3766c4c24eb4" providerId="LiveId" clId="{C1022422-C44F-4721-92FF-9DDB880F5282}" dt="2026-07-10T13:10:10.309" v="1408" actId="478"/>
          <ac:spMkLst>
            <pc:docMk/>
            <pc:sldMk cId="0" sldId="281"/>
            <ac:spMk id="9" creationId="{00000000-0000-0000-0000-000000000000}"/>
          </ac:spMkLst>
        </pc:spChg>
        <pc:spChg chg="del mod">
          <ac:chgData name="Emmett Gilbert" userId="aa7b3766c4c24eb4" providerId="LiveId" clId="{C1022422-C44F-4721-92FF-9DDB880F5282}" dt="2026-07-10T13:11:04.250" v="1417" actId="478"/>
          <ac:spMkLst>
            <pc:docMk/>
            <pc:sldMk cId="0" sldId="281"/>
            <ac:spMk id="10" creationId="{00000000-0000-0000-0000-000000000000}"/>
          </ac:spMkLst>
        </pc:spChg>
        <pc:spChg chg="del mod">
          <ac:chgData name="Emmett Gilbert" userId="aa7b3766c4c24eb4" providerId="LiveId" clId="{C1022422-C44F-4721-92FF-9DDB880F5282}" dt="2026-07-10T13:09:43.414" v="1403" actId="478"/>
          <ac:spMkLst>
            <pc:docMk/>
            <pc:sldMk cId="0" sldId="281"/>
            <ac:spMk id="11" creationId="{00000000-0000-0000-0000-000000000000}"/>
          </ac:spMkLst>
        </pc:spChg>
        <pc:spChg chg="del mod">
          <ac:chgData name="Emmett Gilbert" userId="aa7b3766c4c24eb4" providerId="LiveId" clId="{C1022422-C44F-4721-92FF-9DDB880F5282}" dt="2026-07-10T13:09:11.370" v="1383" actId="478"/>
          <ac:spMkLst>
            <pc:docMk/>
            <pc:sldMk cId="0" sldId="281"/>
            <ac:spMk id="12" creationId="{00000000-0000-0000-0000-000000000000}"/>
          </ac:spMkLst>
        </pc:spChg>
        <pc:spChg chg="del mod">
          <ac:chgData name="Emmett Gilbert" userId="aa7b3766c4c24eb4" providerId="LiveId" clId="{C1022422-C44F-4721-92FF-9DDB880F5282}" dt="2026-07-10T13:09:12.524" v="1384" actId="478"/>
          <ac:spMkLst>
            <pc:docMk/>
            <pc:sldMk cId="0" sldId="281"/>
            <ac:spMk id="13" creationId="{00000000-0000-0000-0000-000000000000}"/>
          </ac:spMkLst>
        </pc:spChg>
        <pc:spChg chg="del mod">
          <ac:chgData name="Emmett Gilbert" userId="aa7b3766c4c24eb4" providerId="LiveId" clId="{C1022422-C44F-4721-92FF-9DDB880F5282}" dt="2026-07-10T13:09:10.611" v="1382" actId="478"/>
          <ac:spMkLst>
            <pc:docMk/>
            <pc:sldMk cId="0" sldId="281"/>
            <ac:spMk id="14" creationId="{00000000-0000-0000-0000-000000000000}"/>
          </ac:spMkLst>
        </pc:spChg>
        <pc:spChg chg="add mod">
          <ac:chgData name="Emmett Gilbert" userId="aa7b3766c4c24eb4" providerId="LiveId" clId="{C1022422-C44F-4721-92FF-9DDB880F5282}" dt="2026-07-10T13:09:35.007" v="1402" actId="123"/>
          <ac:spMkLst>
            <pc:docMk/>
            <pc:sldMk cId="0" sldId="281"/>
            <ac:spMk id="17" creationId="{70403E8E-D0B0-9898-2079-000B63279410}"/>
          </ac:spMkLst>
        </pc:spChg>
        <pc:spChg chg="add mod">
          <ac:chgData name="Emmett Gilbert" userId="aa7b3766c4c24eb4" providerId="LiveId" clId="{C1022422-C44F-4721-92FF-9DDB880F5282}" dt="2026-07-10T14:44:41.417" v="2046" actId="14100"/>
          <ac:spMkLst>
            <pc:docMk/>
            <pc:sldMk cId="0" sldId="281"/>
            <ac:spMk id="19" creationId="{8075718F-D9C9-242E-C2FD-765CEC3DAB7B}"/>
          </ac:spMkLst>
        </pc:spChg>
        <pc:spChg chg="add">
          <ac:chgData name="Emmett Gilbert" userId="aa7b3766c4c24eb4" providerId="LiveId" clId="{C1022422-C44F-4721-92FF-9DDB880F5282}" dt="2026-07-10T13:09:02.143" v="1380" actId="22"/>
          <ac:spMkLst>
            <pc:docMk/>
            <pc:sldMk cId="0" sldId="281"/>
            <ac:spMk id="21" creationId="{D7193C0D-F8A7-CD27-B774-6CC5FBE8C855}"/>
          </ac:spMkLst>
        </pc:spChg>
        <pc:spChg chg="add mod">
          <ac:chgData name="Emmett Gilbert" userId="aa7b3766c4c24eb4" providerId="LiveId" clId="{C1022422-C44F-4721-92FF-9DDB880F5282}" dt="2026-07-10T13:09:06.720" v="1381"/>
          <ac:spMkLst>
            <pc:docMk/>
            <pc:sldMk cId="0" sldId="281"/>
            <ac:spMk id="23" creationId="{5DD1009B-A9AD-A04A-315D-20306AFC406D}"/>
          </ac:spMkLst>
        </pc:spChg>
        <pc:spChg chg="add">
          <ac:chgData name="Emmett Gilbert" userId="aa7b3766c4c24eb4" providerId="LiveId" clId="{C1022422-C44F-4721-92FF-9DDB880F5282}" dt="2026-07-10T13:10:36.763" v="1414" actId="22"/>
          <ac:spMkLst>
            <pc:docMk/>
            <pc:sldMk cId="0" sldId="281"/>
            <ac:spMk id="25" creationId="{F22B2D8F-3B53-AE1A-17F1-B1A873D3214B}"/>
          </ac:spMkLst>
        </pc:spChg>
        <pc:spChg chg="add">
          <ac:chgData name="Emmett Gilbert" userId="aa7b3766c4c24eb4" providerId="LiveId" clId="{C1022422-C44F-4721-92FF-9DDB880F5282}" dt="2026-07-10T13:10:36.763" v="1414" actId="22"/>
          <ac:spMkLst>
            <pc:docMk/>
            <pc:sldMk cId="0" sldId="281"/>
            <ac:spMk id="28" creationId="{E1EE1F74-D83D-A02E-84E5-8364B075D5E2}"/>
          </ac:spMkLst>
        </pc:spChg>
        <pc:spChg chg="add mod">
          <ac:chgData name="Emmett Gilbert" userId="aa7b3766c4c24eb4" providerId="LiveId" clId="{C1022422-C44F-4721-92FF-9DDB880F5282}" dt="2026-07-10T13:10:58.727" v="1416" actId="947"/>
          <ac:spMkLst>
            <pc:docMk/>
            <pc:sldMk cId="0" sldId="281"/>
            <ac:spMk id="30" creationId="{E71DDEDC-2F28-F08C-D42E-41752A3776E1}"/>
          </ac:spMkLst>
        </pc:spChg>
        <pc:graphicFrameChg chg="del mod modGraphic">
          <ac:chgData name="Emmett Gilbert" userId="aa7b3766c4c24eb4" providerId="LiveId" clId="{C1022422-C44F-4721-92FF-9DDB880F5282}" dt="2026-07-10T13:27:01.298" v="1506" actId="478"/>
          <ac:graphicFrameMkLst>
            <pc:docMk/>
            <pc:sldMk cId="0" sldId="281"/>
            <ac:graphicFrameMk id="27" creationId="{00000000-0000-0000-0000-000000000000}"/>
          </ac:graphicFrameMkLst>
        </pc:graphicFrameChg>
        <pc:picChg chg="add mod">
          <ac:chgData name="Emmett Gilbert" userId="aa7b3766c4c24eb4" providerId="LiveId" clId="{C1022422-C44F-4721-92FF-9DDB880F5282}" dt="2026-07-10T13:28:53.704" v="1523" actId="14100"/>
          <ac:picMkLst>
            <pc:docMk/>
            <pc:sldMk cId="0" sldId="281"/>
            <ac:picMk id="31" creationId="{9379B009-79FE-D70C-6403-A9370B80DB73}"/>
          </ac:picMkLst>
        </pc:picChg>
      </pc:sldChg>
      <pc:sldChg chg="addSp delSp modSp mod">
        <pc:chgData name="Emmett Gilbert" userId="aa7b3766c4c24eb4" providerId="LiveId" clId="{C1022422-C44F-4721-92FF-9DDB880F5282}" dt="2026-07-10T14:44:44.868" v="2047" actId="14100"/>
        <pc:sldMkLst>
          <pc:docMk/>
          <pc:sldMk cId="0" sldId="282"/>
        </pc:sldMkLst>
        <pc:spChg chg="del">
          <ac:chgData name="Emmett Gilbert" userId="aa7b3766c4c24eb4" providerId="LiveId" clId="{C1022422-C44F-4721-92FF-9DDB880F5282}" dt="2026-07-10T13:17:38.255" v="1443" actId="478"/>
          <ac:spMkLst>
            <pc:docMk/>
            <pc:sldMk cId="0" sldId="282"/>
            <ac:spMk id="6" creationId="{00000000-0000-0000-0000-000000000000}"/>
          </ac:spMkLst>
        </pc:spChg>
        <pc:spChg chg="del">
          <ac:chgData name="Emmett Gilbert" userId="aa7b3766c4c24eb4" providerId="LiveId" clId="{C1022422-C44F-4721-92FF-9DDB880F5282}" dt="2026-07-10T13:17:34.093" v="1441" actId="478"/>
          <ac:spMkLst>
            <pc:docMk/>
            <pc:sldMk cId="0" sldId="282"/>
            <ac:spMk id="7" creationId="{00000000-0000-0000-0000-000000000000}"/>
          </ac:spMkLst>
        </pc:spChg>
        <pc:spChg chg="del">
          <ac:chgData name="Emmett Gilbert" userId="aa7b3766c4c24eb4" providerId="LiveId" clId="{C1022422-C44F-4721-92FF-9DDB880F5282}" dt="2026-07-10T13:25:30.901" v="1490" actId="478"/>
          <ac:spMkLst>
            <pc:docMk/>
            <pc:sldMk cId="0" sldId="282"/>
            <ac:spMk id="8" creationId="{00000000-0000-0000-0000-000000000000}"/>
          </ac:spMkLst>
        </pc:spChg>
        <pc:spChg chg="del mod">
          <ac:chgData name="Emmett Gilbert" userId="aa7b3766c4c24eb4" providerId="LiveId" clId="{C1022422-C44F-4721-92FF-9DDB880F5282}" dt="2026-07-10T13:17:35.361" v="1442" actId="478"/>
          <ac:spMkLst>
            <pc:docMk/>
            <pc:sldMk cId="0" sldId="282"/>
            <ac:spMk id="9" creationId="{00000000-0000-0000-0000-000000000000}"/>
          </ac:spMkLst>
        </pc:spChg>
        <pc:spChg chg="del mod">
          <ac:chgData name="Emmett Gilbert" userId="aa7b3766c4c24eb4" providerId="LiveId" clId="{C1022422-C44F-4721-92FF-9DDB880F5282}" dt="2026-07-10T13:18:52.572" v="1473" actId="478"/>
          <ac:spMkLst>
            <pc:docMk/>
            <pc:sldMk cId="0" sldId="282"/>
            <ac:spMk id="10" creationId="{00000000-0000-0000-0000-000000000000}"/>
          </ac:spMkLst>
        </pc:spChg>
        <pc:spChg chg="del mod">
          <ac:chgData name="Emmett Gilbert" userId="aa7b3766c4c24eb4" providerId="LiveId" clId="{C1022422-C44F-4721-92FF-9DDB880F5282}" dt="2026-07-10T13:18:16.707" v="1465" actId="478"/>
          <ac:spMkLst>
            <pc:docMk/>
            <pc:sldMk cId="0" sldId="282"/>
            <ac:spMk id="11" creationId="{00000000-0000-0000-0000-000000000000}"/>
          </ac:spMkLst>
        </pc:spChg>
        <pc:spChg chg="del mod">
          <ac:chgData name="Emmett Gilbert" userId="aa7b3766c4c24eb4" providerId="LiveId" clId="{C1022422-C44F-4721-92FF-9DDB880F5282}" dt="2026-07-10T13:18:27.166" v="1468" actId="478"/>
          <ac:spMkLst>
            <pc:docMk/>
            <pc:sldMk cId="0" sldId="282"/>
            <ac:spMk id="12" creationId="{00000000-0000-0000-0000-000000000000}"/>
          </ac:spMkLst>
        </pc:spChg>
        <pc:spChg chg="del mod">
          <ac:chgData name="Emmett Gilbert" userId="aa7b3766c4c24eb4" providerId="LiveId" clId="{C1022422-C44F-4721-92FF-9DDB880F5282}" dt="2026-07-10T13:18:28.778" v="1469" actId="478"/>
          <ac:spMkLst>
            <pc:docMk/>
            <pc:sldMk cId="0" sldId="282"/>
            <ac:spMk id="13" creationId="{00000000-0000-0000-0000-000000000000}"/>
          </ac:spMkLst>
        </pc:spChg>
        <pc:spChg chg="del mod">
          <ac:chgData name="Emmett Gilbert" userId="aa7b3766c4c24eb4" providerId="LiveId" clId="{C1022422-C44F-4721-92FF-9DDB880F5282}" dt="2026-07-10T13:18:26.516" v="1467" actId="478"/>
          <ac:spMkLst>
            <pc:docMk/>
            <pc:sldMk cId="0" sldId="282"/>
            <ac:spMk id="14" creationId="{00000000-0000-0000-0000-000000000000}"/>
          </ac:spMkLst>
        </pc:spChg>
        <pc:spChg chg="add mod">
          <ac:chgData name="Emmett Gilbert" userId="aa7b3766c4c24eb4" providerId="LiveId" clId="{C1022422-C44F-4721-92FF-9DDB880F5282}" dt="2026-07-10T13:18:12.794" v="1464" actId="123"/>
          <ac:spMkLst>
            <pc:docMk/>
            <pc:sldMk cId="0" sldId="282"/>
            <ac:spMk id="17" creationId="{0E517577-DA29-7E26-DDCA-5AF0BED60915}"/>
          </ac:spMkLst>
        </pc:spChg>
        <pc:spChg chg="add mod">
          <ac:chgData name="Emmett Gilbert" userId="aa7b3766c4c24eb4" providerId="LiveId" clId="{C1022422-C44F-4721-92FF-9DDB880F5282}" dt="2026-07-10T14:44:44.868" v="2047" actId="14100"/>
          <ac:spMkLst>
            <pc:docMk/>
            <pc:sldMk cId="0" sldId="282"/>
            <ac:spMk id="19" creationId="{103F0D9A-DA76-303B-4FF0-A7F893CAD6D0}"/>
          </ac:spMkLst>
        </pc:spChg>
        <pc:spChg chg="add">
          <ac:chgData name="Emmett Gilbert" userId="aa7b3766c4c24eb4" providerId="LiveId" clId="{C1022422-C44F-4721-92FF-9DDB880F5282}" dt="2026-07-10T13:17:50.349" v="1446" actId="22"/>
          <ac:spMkLst>
            <pc:docMk/>
            <pc:sldMk cId="0" sldId="282"/>
            <ac:spMk id="21" creationId="{6C0861E3-C927-7E0E-B715-151867C248DA}"/>
          </ac:spMkLst>
        </pc:spChg>
        <pc:spChg chg="add mod">
          <ac:chgData name="Emmett Gilbert" userId="aa7b3766c4c24eb4" providerId="LiveId" clId="{C1022422-C44F-4721-92FF-9DDB880F5282}" dt="2026-07-10T13:18:21.665" v="1466"/>
          <ac:spMkLst>
            <pc:docMk/>
            <pc:sldMk cId="0" sldId="282"/>
            <ac:spMk id="23" creationId="{0EC91206-0466-A723-4AF3-CF9DEC2448DF}"/>
          </ac:spMkLst>
        </pc:spChg>
        <pc:spChg chg="add">
          <ac:chgData name="Emmett Gilbert" userId="aa7b3766c4c24eb4" providerId="LiveId" clId="{C1022422-C44F-4721-92FF-9DDB880F5282}" dt="2026-07-10T13:18:44.722" v="1471" actId="22"/>
          <ac:spMkLst>
            <pc:docMk/>
            <pc:sldMk cId="0" sldId="282"/>
            <ac:spMk id="25" creationId="{8D73421E-40CE-0BCD-BE03-2F76F8BCB360}"/>
          </ac:spMkLst>
        </pc:spChg>
        <pc:spChg chg="add">
          <ac:chgData name="Emmett Gilbert" userId="aa7b3766c4c24eb4" providerId="LiveId" clId="{C1022422-C44F-4721-92FF-9DDB880F5282}" dt="2026-07-10T13:18:44.722" v="1471" actId="22"/>
          <ac:spMkLst>
            <pc:docMk/>
            <pc:sldMk cId="0" sldId="282"/>
            <ac:spMk id="27" creationId="{CB6DA73C-6798-E9D2-9B5B-4CF5520E6C56}"/>
          </ac:spMkLst>
        </pc:spChg>
        <pc:spChg chg="add mod">
          <ac:chgData name="Emmett Gilbert" userId="aa7b3766c4c24eb4" providerId="LiveId" clId="{C1022422-C44F-4721-92FF-9DDB880F5282}" dt="2026-07-10T14:25:21.817" v="1899" actId="947"/>
          <ac:spMkLst>
            <pc:docMk/>
            <pc:sldMk cId="0" sldId="282"/>
            <ac:spMk id="30" creationId="{B0B0DB18-1AA7-FD98-FD5A-698CE102AE68}"/>
          </ac:spMkLst>
        </pc:spChg>
        <pc:spChg chg="add del">
          <ac:chgData name="Emmett Gilbert" userId="aa7b3766c4c24eb4" providerId="LiveId" clId="{C1022422-C44F-4721-92FF-9DDB880F5282}" dt="2026-07-10T13:50:57.281" v="1641" actId="22"/>
          <ac:spMkLst>
            <pc:docMk/>
            <pc:sldMk cId="0" sldId="282"/>
            <ac:spMk id="35" creationId="{F4F5325F-F089-EDA4-7119-44BCE350366F}"/>
          </ac:spMkLst>
        </pc:spChg>
        <pc:graphicFrameChg chg="del mod modGraphic">
          <ac:chgData name="Emmett Gilbert" userId="aa7b3766c4c24eb4" providerId="LiveId" clId="{C1022422-C44F-4721-92FF-9DDB880F5282}" dt="2026-07-10T13:26:43.531" v="1503" actId="478"/>
          <ac:graphicFrameMkLst>
            <pc:docMk/>
            <pc:sldMk cId="0" sldId="282"/>
            <ac:graphicFrameMk id="28" creationId="{00000000-0000-0000-0000-000000000000}"/>
          </ac:graphicFrameMkLst>
        </pc:graphicFrameChg>
        <pc:picChg chg="add mod ord">
          <ac:chgData name="Emmett Gilbert" userId="aa7b3766c4c24eb4" providerId="LiveId" clId="{C1022422-C44F-4721-92FF-9DDB880F5282}" dt="2026-07-10T13:29:58.341" v="1532" actId="167"/>
          <ac:picMkLst>
            <pc:docMk/>
            <pc:sldMk cId="0" sldId="282"/>
            <ac:picMk id="31" creationId="{A540E194-DCE9-7011-CAB6-F325A0BBDF6A}"/>
          </ac:picMkLst>
        </pc:picChg>
        <pc:picChg chg="add del ord">
          <ac:chgData name="Emmett Gilbert" userId="aa7b3766c4c24eb4" providerId="LiveId" clId="{C1022422-C44F-4721-92FF-9DDB880F5282}" dt="2026-07-10T13:30:00.779" v="1533" actId="478"/>
          <ac:picMkLst>
            <pc:docMk/>
            <pc:sldMk cId="0" sldId="282"/>
            <ac:picMk id="33" creationId="{BFEB32A4-CBAA-8DF4-6A5B-1564F3FB0778}"/>
          </ac:picMkLst>
        </pc:picChg>
      </pc:sldChg>
      <pc:sldChg chg="addSp delSp modSp mod">
        <pc:chgData name="Emmett Gilbert" userId="aa7b3766c4c24eb4" providerId="LiveId" clId="{C1022422-C44F-4721-92FF-9DDB880F5282}" dt="2026-07-10T14:44:48.866" v="2048" actId="14100"/>
        <pc:sldMkLst>
          <pc:docMk/>
          <pc:sldMk cId="0" sldId="283"/>
        </pc:sldMkLst>
        <pc:spChg chg="del">
          <ac:chgData name="Emmett Gilbert" userId="aa7b3766c4c24eb4" providerId="LiveId" clId="{C1022422-C44F-4721-92FF-9DDB880F5282}" dt="2026-07-10T13:31:53.284" v="1546" actId="478"/>
          <ac:spMkLst>
            <pc:docMk/>
            <pc:sldMk cId="0" sldId="283"/>
            <ac:spMk id="6" creationId="{00000000-0000-0000-0000-000000000000}"/>
          </ac:spMkLst>
        </pc:spChg>
        <pc:spChg chg="del">
          <ac:chgData name="Emmett Gilbert" userId="aa7b3766c4c24eb4" providerId="LiveId" clId="{C1022422-C44F-4721-92FF-9DDB880F5282}" dt="2026-07-10T13:31:54.818" v="1547" actId="478"/>
          <ac:spMkLst>
            <pc:docMk/>
            <pc:sldMk cId="0" sldId="283"/>
            <ac:spMk id="7" creationId="{00000000-0000-0000-0000-000000000000}"/>
          </ac:spMkLst>
        </pc:spChg>
        <pc:spChg chg="del">
          <ac:chgData name="Emmett Gilbert" userId="aa7b3766c4c24eb4" providerId="LiveId" clId="{C1022422-C44F-4721-92FF-9DDB880F5282}" dt="2026-07-10T13:31:52.788" v="1545" actId="478"/>
          <ac:spMkLst>
            <pc:docMk/>
            <pc:sldMk cId="0" sldId="283"/>
            <ac:spMk id="8" creationId="{00000000-0000-0000-0000-000000000000}"/>
          </ac:spMkLst>
        </pc:spChg>
        <pc:spChg chg="del">
          <ac:chgData name="Emmett Gilbert" userId="aa7b3766c4c24eb4" providerId="LiveId" clId="{C1022422-C44F-4721-92FF-9DDB880F5282}" dt="2026-07-10T13:31:20.738" v="1541" actId="478"/>
          <ac:spMkLst>
            <pc:docMk/>
            <pc:sldMk cId="0" sldId="283"/>
            <ac:spMk id="9" creationId="{00000000-0000-0000-0000-000000000000}"/>
          </ac:spMkLst>
        </pc:spChg>
        <pc:spChg chg="del mod ord">
          <ac:chgData name="Emmett Gilbert" userId="aa7b3766c4c24eb4" providerId="LiveId" clId="{C1022422-C44F-4721-92FF-9DDB880F5282}" dt="2026-07-10T13:49:02.382" v="1619" actId="478"/>
          <ac:spMkLst>
            <pc:docMk/>
            <pc:sldMk cId="0" sldId="283"/>
            <ac:spMk id="10" creationId="{00000000-0000-0000-0000-000000000000}"/>
          </ac:spMkLst>
        </pc:spChg>
        <pc:spChg chg="mod ord">
          <ac:chgData name="Emmett Gilbert" userId="aa7b3766c4c24eb4" providerId="LiveId" clId="{C1022422-C44F-4721-92FF-9DDB880F5282}" dt="2026-07-10T13:49:41.317" v="1630" actId="1076"/>
          <ac:spMkLst>
            <pc:docMk/>
            <pc:sldMk cId="0" sldId="283"/>
            <ac:spMk id="11" creationId="{00000000-0000-0000-0000-000000000000}"/>
          </ac:spMkLst>
        </pc:spChg>
        <pc:spChg chg="del">
          <ac:chgData name="Emmett Gilbert" userId="aa7b3766c4c24eb4" providerId="LiveId" clId="{C1022422-C44F-4721-92FF-9DDB880F5282}" dt="2026-07-10T13:30:53.702" v="1537" actId="478"/>
          <ac:spMkLst>
            <pc:docMk/>
            <pc:sldMk cId="0" sldId="283"/>
            <ac:spMk id="12" creationId="{00000000-0000-0000-0000-000000000000}"/>
          </ac:spMkLst>
        </pc:spChg>
        <pc:spChg chg="del">
          <ac:chgData name="Emmett Gilbert" userId="aa7b3766c4c24eb4" providerId="LiveId" clId="{C1022422-C44F-4721-92FF-9DDB880F5282}" dt="2026-07-10T13:30:56.037" v="1538" actId="478"/>
          <ac:spMkLst>
            <pc:docMk/>
            <pc:sldMk cId="0" sldId="283"/>
            <ac:spMk id="13" creationId="{00000000-0000-0000-0000-000000000000}"/>
          </ac:spMkLst>
        </pc:spChg>
        <pc:spChg chg="del">
          <ac:chgData name="Emmett Gilbert" userId="aa7b3766c4c24eb4" providerId="LiveId" clId="{C1022422-C44F-4721-92FF-9DDB880F5282}" dt="2026-07-10T13:30:52.922" v="1536" actId="478"/>
          <ac:spMkLst>
            <pc:docMk/>
            <pc:sldMk cId="0" sldId="283"/>
            <ac:spMk id="14" creationId="{00000000-0000-0000-0000-000000000000}"/>
          </ac:spMkLst>
        </pc:spChg>
        <pc:spChg chg="add mod">
          <ac:chgData name="Emmett Gilbert" userId="aa7b3766c4c24eb4" providerId="LiveId" clId="{C1022422-C44F-4721-92FF-9DDB880F5282}" dt="2026-07-10T13:59:59.332" v="1683" actId="255"/>
          <ac:spMkLst>
            <pc:docMk/>
            <pc:sldMk cId="0" sldId="283"/>
            <ac:spMk id="17" creationId="{3285ED38-EB90-1E53-FC5F-5B2C404F881C}"/>
          </ac:spMkLst>
        </pc:spChg>
        <pc:spChg chg="add mod">
          <ac:chgData name="Emmett Gilbert" userId="aa7b3766c4c24eb4" providerId="LiveId" clId="{C1022422-C44F-4721-92FF-9DDB880F5282}" dt="2026-07-10T14:44:48.866" v="2048" actId="14100"/>
          <ac:spMkLst>
            <pc:docMk/>
            <pc:sldMk cId="0" sldId="283"/>
            <ac:spMk id="19" creationId="{89A21567-D4D3-2FCC-117F-2F099C1AD2D7}"/>
          </ac:spMkLst>
        </pc:spChg>
        <pc:spChg chg="add">
          <ac:chgData name="Emmett Gilbert" userId="aa7b3766c4c24eb4" providerId="LiveId" clId="{C1022422-C44F-4721-92FF-9DDB880F5282}" dt="2026-07-10T13:30:44.148" v="1534" actId="22"/>
          <ac:spMkLst>
            <pc:docMk/>
            <pc:sldMk cId="0" sldId="283"/>
            <ac:spMk id="21" creationId="{225A3F23-9EB1-6BFA-9E86-AA7F2A3BB708}"/>
          </ac:spMkLst>
        </pc:spChg>
        <pc:spChg chg="add mod">
          <ac:chgData name="Emmett Gilbert" userId="aa7b3766c4c24eb4" providerId="LiveId" clId="{C1022422-C44F-4721-92FF-9DDB880F5282}" dt="2026-07-10T13:30:50.069" v="1535"/>
          <ac:spMkLst>
            <pc:docMk/>
            <pc:sldMk cId="0" sldId="283"/>
            <ac:spMk id="23" creationId="{ABCD293E-901A-BEB2-B900-81F14E38BE2F}"/>
          </ac:spMkLst>
        </pc:spChg>
        <pc:spChg chg="add">
          <ac:chgData name="Emmett Gilbert" userId="aa7b3766c4c24eb4" providerId="LiveId" clId="{C1022422-C44F-4721-92FF-9DDB880F5282}" dt="2026-07-10T13:31:33.617" v="1542" actId="22"/>
          <ac:spMkLst>
            <pc:docMk/>
            <pc:sldMk cId="0" sldId="283"/>
            <ac:spMk id="25" creationId="{49790EB3-3D18-9DCF-FA43-4820286E2256}"/>
          </ac:spMkLst>
        </pc:spChg>
        <pc:spChg chg="add">
          <ac:chgData name="Emmett Gilbert" userId="aa7b3766c4c24eb4" providerId="LiveId" clId="{C1022422-C44F-4721-92FF-9DDB880F5282}" dt="2026-07-10T13:31:33.617" v="1542" actId="22"/>
          <ac:spMkLst>
            <pc:docMk/>
            <pc:sldMk cId="0" sldId="283"/>
            <ac:spMk id="27" creationId="{6A47DABC-01C4-377E-13BB-BE796CEFD055}"/>
          </ac:spMkLst>
        </pc:spChg>
        <pc:spChg chg="add mod">
          <ac:chgData name="Emmett Gilbert" userId="aa7b3766c4c24eb4" providerId="LiveId" clId="{C1022422-C44F-4721-92FF-9DDB880F5282}" dt="2026-07-10T13:31:49.418" v="1544" actId="947"/>
          <ac:spMkLst>
            <pc:docMk/>
            <pc:sldMk cId="0" sldId="283"/>
            <ac:spMk id="30" creationId="{DD855E47-D09A-FD38-8D9B-D39F9291AAA6}"/>
          </ac:spMkLst>
        </pc:spChg>
        <pc:spChg chg="add del">
          <ac:chgData name="Emmett Gilbert" userId="aa7b3766c4c24eb4" providerId="LiveId" clId="{C1022422-C44F-4721-92FF-9DDB880F5282}" dt="2026-07-10T13:49:10.779" v="1621" actId="22"/>
          <ac:spMkLst>
            <pc:docMk/>
            <pc:sldMk cId="0" sldId="283"/>
            <ac:spMk id="34" creationId="{A4772058-A7E3-1BF0-D710-18DA6C2330E0}"/>
          </ac:spMkLst>
        </pc:spChg>
        <pc:spChg chg="add mod">
          <ac:chgData name="Emmett Gilbert" userId="aa7b3766c4c24eb4" providerId="LiveId" clId="{C1022422-C44F-4721-92FF-9DDB880F5282}" dt="2026-07-10T13:49:27.387" v="1627" actId="1076"/>
          <ac:spMkLst>
            <pc:docMk/>
            <pc:sldMk cId="0" sldId="283"/>
            <ac:spMk id="36" creationId="{EF788C6A-3CE9-0C79-A3D6-595F968B816F}"/>
          </ac:spMkLst>
        </pc:spChg>
        <pc:graphicFrameChg chg="del mod modGraphic">
          <ac:chgData name="Emmett Gilbert" userId="aa7b3766c4c24eb4" providerId="LiveId" clId="{C1022422-C44F-4721-92FF-9DDB880F5282}" dt="2026-07-10T13:37:52.027" v="1608" actId="478"/>
          <ac:graphicFrameMkLst>
            <pc:docMk/>
            <pc:sldMk cId="0" sldId="283"/>
            <ac:graphicFrameMk id="29" creationId="{00000000-0000-0000-0000-000000000000}"/>
          </ac:graphicFrameMkLst>
        </pc:graphicFrameChg>
        <pc:graphicFrameChg chg="add">
          <ac:chgData name="Emmett Gilbert" userId="aa7b3766c4c24eb4" providerId="LiveId" clId="{C1022422-C44F-4721-92FF-9DDB880F5282}" dt="2026-07-10T13:37:53.397" v="1609" actId="22"/>
          <ac:graphicFrameMkLst>
            <pc:docMk/>
            <pc:sldMk cId="0" sldId="283"/>
            <ac:graphicFrameMk id="32" creationId="{E8070508-97B5-1F53-993E-CDA76DE5FC33}"/>
          </ac:graphicFrameMkLst>
        </pc:graphicFrameChg>
      </pc:sldChg>
      <pc:sldChg chg="addSp delSp modSp mod">
        <pc:chgData name="Emmett Gilbert" userId="aa7b3766c4c24eb4" providerId="LiveId" clId="{C1022422-C44F-4721-92FF-9DDB880F5282}" dt="2026-07-10T14:54:04.573" v="2141" actId="20577"/>
        <pc:sldMkLst>
          <pc:docMk/>
          <pc:sldMk cId="0" sldId="284"/>
        </pc:sldMkLst>
        <pc:spChg chg="del">
          <ac:chgData name="Emmett Gilbert" userId="aa7b3766c4c24eb4" providerId="LiveId" clId="{C1022422-C44F-4721-92FF-9DDB880F5282}" dt="2026-07-10T13:35:32.951" v="1588" actId="478"/>
          <ac:spMkLst>
            <pc:docMk/>
            <pc:sldMk cId="0" sldId="284"/>
            <ac:spMk id="6" creationId="{00000000-0000-0000-0000-000000000000}"/>
          </ac:spMkLst>
        </pc:spChg>
        <pc:spChg chg="del">
          <ac:chgData name="Emmett Gilbert" userId="aa7b3766c4c24eb4" providerId="LiveId" clId="{C1022422-C44F-4721-92FF-9DDB880F5282}" dt="2026-07-10T13:35:36.396" v="1590" actId="478"/>
          <ac:spMkLst>
            <pc:docMk/>
            <pc:sldMk cId="0" sldId="284"/>
            <ac:spMk id="7" creationId="{00000000-0000-0000-0000-000000000000}"/>
          </ac:spMkLst>
        </pc:spChg>
        <pc:spChg chg="del">
          <ac:chgData name="Emmett Gilbert" userId="aa7b3766c4c24eb4" providerId="LiveId" clId="{C1022422-C44F-4721-92FF-9DDB880F5282}" dt="2026-07-10T13:35:34.539" v="1589" actId="478"/>
          <ac:spMkLst>
            <pc:docMk/>
            <pc:sldMk cId="0" sldId="284"/>
            <ac:spMk id="8" creationId="{00000000-0000-0000-0000-000000000000}"/>
          </ac:spMkLst>
        </pc:spChg>
        <pc:spChg chg="del">
          <ac:chgData name="Emmett Gilbert" userId="aa7b3766c4c24eb4" providerId="LiveId" clId="{C1022422-C44F-4721-92FF-9DDB880F5282}" dt="2026-07-10T13:35:39.102" v="1591" actId="478"/>
          <ac:spMkLst>
            <pc:docMk/>
            <pc:sldMk cId="0" sldId="284"/>
            <ac:spMk id="9" creationId="{00000000-0000-0000-0000-000000000000}"/>
          </ac:spMkLst>
        </pc:spChg>
        <pc:spChg chg="del">
          <ac:chgData name="Emmett Gilbert" userId="aa7b3766c4c24eb4" providerId="LiveId" clId="{C1022422-C44F-4721-92FF-9DDB880F5282}" dt="2026-07-10T13:36:42.787" v="1603" actId="478"/>
          <ac:spMkLst>
            <pc:docMk/>
            <pc:sldMk cId="0" sldId="284"/>
            <ac:spMk id="10" creationId="{00000000-0000-0000-0000-000000000000}"/>
          </ac:spMkLst>
        </pc:spChg>
        <pc:spChg chg="del">
          <ac:chgData name="Emmett Gilbert" userId="aa7b3766c4c24eb4" providerId="LiveId" clId="{C1022422-C44F-4721-92FF-9DDB880F5282}" dt="2026-07-10T13:36:46.506" v="1604" actId="478"/>
          <ac:spMkLst>
            <pc:docMk/>
            <pc:sldMk cId="0" sldId="284"/>
            <ac:spMk id="11" creationId="{00000000-0000-0000-0000-000000000000}"/>
          </ac:spMkLst>
        </pc:spChg>
        <pc:spChg chg="del mod">
          <ac:chgData name="Emmett Gilbert" userId="aa7b3766c4c24eb4" providerId="LiveId" clId="{C1022422-C44F-4721-92FF-9DDB880F5282}" dt="2026-07-10T13:34:18.579" v="1573" actId="478"/>
          <ac:spMkLst>
            <pc:docMk/>
            <pc:sldMk cId="0" sldId="284"/>
            <ac:spMk id="12" creationId="{00000000-0000-0000-0000-000000000000}"/>
          </ac:spMkLst>
        </pc:spChg>
        <pc:spChg chg="del mod">
          <ac:chgData name="Emmett Gilbert" userId="aa7b3766c4c24eb4" providerId="LiveId" clId="{C1022422-C44F-4721-92FF-9DDB880F5282}" dt="2026-07-10T13:34:20.278" v="1574" actId="478"/>
          <ac:spMkLst>
            <pc:docMk/>
            <pc:sldMk cId="0" sldId="284"/>
            <ac:spMk id="13" creationId="{00000000-0000-0000-0000-000000000000}"/>
          </ac:spMkLst>
        </pc:spChg>
        <pc:spChg chg="del mod">
          <ac:chgData name="Emmett Gilbert" userId="aa7b3766c4c24eb4" providerId="LiveId" clId="{C1022422-C44F-4721-92FF-9DDB880F5282}" dt="2026-07-10T13:34:17.707" v="1572" actId="478"/>
          <ac:spMkLst>
            <pc:docMk/>
            <pc:sldMk cId="0" sldId="284"/>
            <ac:spMk id="14" creationId="{00000000-0000-0000-0000-000000000000}"/>
          </ac:spMkLst>
        </pc:spChg>
        <pc:spChg chg="add mod">
          <ac:chgData name="Emmett Gilbert" userId="aa7b3766c4c24eb4" providerId="LiveId" clId="{C1022422-C44F-4721-92FF-9DDB880F5282}" dt="2026-07-10T14:00:14.395" v="1684" actId="255"/>
          <ac:spMkLst>
            <pc:docMk/>
            <pc:sldMk cId="0" sldId="284"/>
            <ac:spMk id="17" creationId="{FF4C5FBC-191E-3283-8E81-3330CDC2E11E}"/>
          </ac:spMkLst>
        </pc:spChg>
        <pc:spChg chg="add mod">
          <ac:chgData name="Emmett Gilbert" userId="aa7b3766c4c24eb4" providerId="LiveId" clId="{C1022422-C44F-4721-92FF-9DDB880F5282}" dt="2026-07-10T14:44:54.070" v="2049" actId="14100"/>
          <ac:spMkLst>
            <pc:docMk/>
            <pc:sldMk cId="0" sldId="284"/>
            <ac:spMk id="19" creationId="{1A75785A-F14B-CE2A-B3BB-278929C50C20}"/>
          </ac:spMkLst>
        </pc:spChg>
        <pc:spChg chg="add">
          <ac:chgData name="Emmett Gilbert" userId="aa7b3766c4c24eb4" providerId="LiveId" clId="{C1022422-C44F-4721-92FF-9DDB880F5282}" dt="2026-07-10T13:34:07.864" v="1570" actId="22"/>
          <ac:spMkLst>
            <pc:docMk/>
            <pc:sldMk cId="0" sldId="284"/>
            <ac:spMk id="21" creationId="{C63F88CF-6091-385B-463D-6209724D5BB5}"/>
          </ac:spMkLst>
        </pc:spChg>
        <pc:spChg chg="add mod">
          <ac:chgData name="Emmett Gilbert" userId="aa7b3766c4c24eb4" providerId="LiveId" clId="{C1022422-C44F-4721-92FF-9DDB880F5282}" dt="2026-07-10T13:34:13.852" v="1571"/>
          <ac:spMkLst>
            <pc:docMk/>
            <pc:sldMk cId="0" sldId="284"/>
            <ac:spMk id="23" creationId="{DDCCFC99-0C78-303D-BB99-58ED3CF9B8C0}"/>
          </ac:spMkLst>
        </pc:spChg>
        <pc:spChg chg="add">
          <ac:chgData name="Emmett Gilbert" userId="aa7b3766c4c24eb4" providerId="LiveId" clId="{C1022422-C44F-4721-92FF-9DDB880F5282}" dt="2026-07-10T13:35:10.927" v="1585" actId="22"/>
          <ac:spMkLst>
            <pc:docMk/>
            <pc:sldMk cId="0" sldId="284"/>
            <ac:spMk id="25" creationId="{A7D18FD7-B155-112A-0219-B43EC99A629F}"/>
          </ac:spMkLst>
        </pc:spChg>
        <pc:spChg chg="add">
          <ac:chgData name="Emmett Gilbert" userId="aa7b3766c4c24eb4" providerId="LiveId" clId="{C1022422-C44F-4721-92FF-9DDB880F5282}" dt="2026-07-10T13:35:10.927" v="1585" actId="22"/>
          <ac:spMkLst>
            <pc:docMk/>
            <pc:sldMk cId="0" sldId="284"/>
            <ac:spMk id="27" creationId="{03D478AA-9702-C779-621B-D315B352E516}"/>
          </ac:spMkLst>
        </pc:spChg>
        <pc:spChg chg="add mod">
          <ac:chgData name="Emmett Gilbert" userId="aa7b3766c4c24eb4" providerId="LiveId" clId="{C1022422-C44F-4721-92FF-9DDB880F5282}" dt="2026-07-10T14:25:42.888" v="1900" actId="403"/>
          <ac:spMkLst>
            <pc:docMk/>
            <pc:sldMk cId="0" sldId="284"/>
            <ac:spMk id="29" creationId="{026FA16B-5CE5-7408-1741-AB8DD248164F}"/>
          </ac:spMkLst>
        </pc:spChg>
        <pc:spChg chg="add mod">
          <ac:chgData name="Emmett Gilbert" userId="aa7b3766c4c24eb4" providerId="LiveId" clId="{C1022422-C44F-4721-92FF-9DDB880F5282}" dt="2026-07-10T13:36:00.270" v="1594" actId="14100"/>
          <ac:spMkLst>
            <pc:docMk/>
            <pc:sldMk cId="0" sldId="284"/>
            <ac:spMk id="32" creationId="{A6F592EC-BB1E-D62A-9EA5-3FFD10222063}"/>
          </ac:spMkLst>
        </pc:spChg>
        <pc:spChg chg="add mod">
          <ac:chgData name="Emmett Gilbert" userId="aa7b3766c4c24eb4" providerId="LiveId" clId="{C1022422-C44F-4721-92FF-9DDB880F5282}" dt="2026-07-10T14:54:04.573" v="2141" actId="20577"/>
          <ac:spMkLst>
            <pc:docMk/>
            <pc:sldMk cId="0" sldId="284"/>
            <ac:spMk id="34" creationId="{1719F51F-5364-9F35-4797-7E1DE03134F1}"/>
          </ac:spMkLst>
        </pc:spChg>
        <pc:graphicFrameChg chg="mod ord modGraphic">
          <ac:chgData name="Emmett Gilbert" userId="aa7b3766c4c24eb4" providerId="LiveId" clId="{C1022422-C44F-4721-92FF-9DDB880F5282}" dt="2026-07-10T13:38:42.331" v="1617" actId="1076"/>
          <ac:graphicFrameMkLst>
            <pc:docMk/>
            <pc:sldMk cId="0" sldId="284"/>
            <ac:graphicFrameMk id="30" creationId="{00000000-0000-0000-0000-000000000000}"/>
          </ac:graphicFrameMkLst>
        </pc:graphicFrameChg>
        <pc:graphicFrameChg chg="add del ord modGraphic">
          <ac:chgData name="Emmett Gilbert" userId="aa7b3766c4c24eb4" providerId="LiveId" clId="{C1022422-C44F-4721-92FF-9DDB880F5282}" dt="2026-07-10T13:38:45.252" v="1618" actId="478"/>
          <ac:graphicFrameMkLst>
            <pc:docMk/>
            <pc:sldMk cId="0" sldId="284"/>
            <ac:graphicFrameMk id="36" creationId="{F949D9E2-EF29-E466-2D5C-E316153DB3A2}"/>
          </ac:graphicFrameMkLst>
        </pc:graphicFrameChg>
      </pc:sldChg>
      <pc:sldChg chg="addSp delSp modSp mod">
        <pc:chgData name="Emmett Gilbert" userId="aa7b3766c4c24eb4" providerId="LiveId" clId="{C1022422-C44F-4721-92FF-9DDB880F5282}" dt="2026-07-10T14:45:06.610" v="2052" actId="14100"/>
        <pc:sldMkLst>
          <pc:docMk/>
          <pc:sldMk cId="0" sldId="285"/>
        </pc:sldMkLst>
        <pc:spChg chg="mod">
          <ac:chgData name="Emmett Gilbert" userId="aa7b3766c4c24eb4" providerId="LiveId" clId="{C1022422-C44F-4721-92FF-9DDB880F5282}" dt="2026-07-10T14:45:06.610" v="2052" actId="14100"/>
          <ac:spMkLst>
            <pc:docMk/>
            <pc:sldMk cId="0" sldId="285"/>
            <ac:spMk id="5" creationId="{00000000-0000-0000-0000-000000000000}"/>
          </ac:spMkLst>
        </pc:spChg>
        <pc:spChg chg="mod">
          <ac:chgData name="Emmett Gilbert" userId="aa7b3766c4c24eb4" providerId="LiveId" clId="{C1022422-C44F-4721-92FF-9DDB880F5282}" dt="2026-07-10T13:58:17.827" v="1675" actId="1076"/>
          <ac:spMkLst>
            <pc:docMk/>
            <pc:sldMk cId="0" sldId="285"/>
            <ac:spMk id="6" creationId="{00000000-0000-0000-0000-000000000000}"/>
          </ac:spMkLst>
        </pc:spChg>
        <pc:spChg chg="mod">
          <ac:chgData name="Emmett Gilbert" userId="aa7b3766c4c24eb4" providerId="LiveId" clId="{C1022422-C44F-4721-92FF-9DDB880F5282}" dt="2026-07-10T13:58:17.827" v="1675" actId="1076"/>
          <ac:spMkLst>
            <pc:docMk/>
            <pc:sldMk cId="0" sldId="285"/>
            <ac:spMk id="7" creationId="{00000000-0000-0000-0000-000000000000}"/>
          </ac:spMkLst>
        </pc:spChg>
        <pc:spChg chg="del">
          <ac:chgData name="Emmett Gilbert" userId="aa7b3766c4c24eb4" providerId="LiveId" clId="{C1022422-C44F-4721-92FF-9DDB880F5282}" dt="2026-07-10T13:54:57.738" v="1645" actId="478"/>
          <ac:spMkLst>
            <pc:docMk/>
            <pc:sldMk cId="0" sldId="285"/>
            <ac:spMk id="8" creationId="{00000000-0000-0000-0000-000000000000}"/>
          </ac:spMkLst>
        </pc:spChg>
        <pc:spChg chg="del">
          <ac:chgData name="Emmett Gilbert" userId="aa7b3766c4c24eb4" providerId="LiveId" clId="{C1022422-C44F-4721-92FF-9DDB880F5282}" dt="2026-07-10T13:55:01.354" v="1647" actId="478"/>
          <ac:spMkLst>
            <pc:docMk/>
            <pc:sldMk cId="0" sldId="285"/>
            <ac:spMk id="9" creationId="{00000000-0000-0000-0000-000000000000}"/>
          </ac:spMkLst>
        </pc:spChg>
        <pc:spChg chg="del">
          <ac:chgData name="Emmett Gilbert" userId="aa7b3766c4c24eb4" providerId="LiveId" clId="{C1022422-C44F-4721-92FF-9DDB880F5282}" dt="2026-07-10T13:54:59.706" v="1646" actId="478"/>
          <ac:spMkLst>
            <pc:docMk/>
            <pc:sldMk cId="0" sldId="285"/>
            <ac:spMk id="10" creationId="{00000000-0000-0000-0000-000000000000}"/>
          </ac:spMkLst>
        </pc:spChg>
        <pc:spChg chg="del">
          <ac:chgData name="Emmett Gilbert" userId="aa7b3766c4c24eb4" providerId="LiveId" clId="{C1022422-C44F-4721-92FF-9DDB880F5282}" dt="2026-07-10T13:50:41.678" v="1638" actId="478"/>
          <ac:spMkLst>
            <pc:docMk/>
            <pc:sldMk cId="0" sldId="285"/>
            <ac:spMk id="11" creationId="{00000000-0000-0000-0000-000000000000}"/>
          </ac:spMkLst>
        </pc:spChg>
        <pc:spChg chg="del">
          <ac:chgData name="Emmett Gilbert" userId="aa7b3766c4c24eb4" providerId="LiveId" clId="{C1022422-C44F-4721-92FF-9DDB880F5282}" dt="2026-07-10T13:50:37.687" v="1637" actId="478"/>
          <ac:spMkLst>
            <pc:docMk/>
            <pc:sldMk cId="0" sldId="285"/>
            <ac:spMk id="12" creationId="{00000000-0000-0000-0000-000000000000}"/>
          </ac:spMkLst>
        </pc:spChg>
        <pc:spChg chg="mod">
          <ac:chgData name="Emmett Gilbert" userId="aa7b3766c4c24eb4" providerId="LiveId" clId="{C1022422-C44F-4721-92FF-9DDB880F5282}" dt="2026-07-10T14:45:02.380" v="2051" actId="14100"/>
          <ac:spMkLst>
            <pc:docMk/>
            <pc:sldMk cId="0" sldId="285"/>
            <ac:spMk id="13" creationId="{00000000-0000-0000-0000-000000000000}"/>
          </ac:spMkLst>
        </pc:spChg>
        <pc:spChg chg="del">
          <ac:chgData name="Emmett Gilbert" userId="aa7b3766c4c24eb4" providerId="LiveId" clId="{C1022422-C44F-4721-92FF-9DDB880F5282}" dt="2026-07-10T13:50:22.561" v="1634" actId="478"/>
          <ac:spMkLst>
            <pc:docMk/>
            <pc:sldMk cId="0" sldId="285"/>
            <ac:spMk id="14" creationId="{00000000-0000-0000-0000-000000000000}"/>
          </ac:spMkLst>
        </pc:spChg>
        <pc:spChg chg="del">
          <ac:chgData name="Emmett Gilbert" userId="aa7b3766c4c24eb4" providerId="LiveId" clId="{C1022422-C44F-4721-92FF-9DDB880F5282}" dt="2026-07-10T13:50:36.039" v="1636" actId="478"/>
          <ac:spMkLst>
            <pc:docMk/>
            <pc:sldMk cId="0" sldId="285"/>
            <ac:spMk id="15" creationId="{00000000-0000-0000-0000-000000000000}"/>
          </ac:spMkLst>
        </pc:spChg>
        <pc:spChg chg="del">
          <ac:chgData name="Emmett Gilbert" userId="aa7b3766c4c24eb4" providerId="LiveId" clId="{C1022422-C44F-4721-92FF-9DDB880F5282}" dt="2026-07-10T13:50:21.800" v="1633" actId="478"/>
          <ac:spMkLst>
            <pc:docMk/>
            <pc:sldMk cId="0" sldId="285"/>
            <ac:spMk id="16" creationId="{00000000-0000-0000-0000-000000000000}"/>
          </ac:spMkLst>
        </pc:spChg>
        <pc:spChg chg="add mod">
          <ac:chgData name="Emmett Gilbert" userId="aa7b3766c4c24eb4" providerId="LiveId" clId="{C1022422-C44F-4721-92FF-9DDB880F5282}" dt="2026-07-10T14:00:27.084" v="1686" actId="123"/>
          <ac:spMkLst>
            <pc:docMk/>
            <pc:sldMk cId="0" sldId="285"/>
            <ac:spMk id="20" creationId="{5E52CA9C-2F83-4E53-6029-90A0DF2835B3}"/>
          </ac:spMkLst>
        </pc:spChg>
        <pc:spChg chg="add mod">
          <ac:chgData name="Emmett Gilbert" userId="aa7b3766c4c24eb4" providerId="LiveId" clId="{C1022422-C44F-4721-92FF-9DDB880F5282}" dt="2026-07-10T14:44:58.392" v="2050" actId="14100"/>
          <ac:spMkLst>
            <pc:docMk/>
            <pc:sldMk cId="0" sldId="285"/>
            <ac:spMk id="22" creationId="{D52F3499-355A-E4C2-E655-6E7887304E7D}"/>
          </ac:spMkLst>
        </pc:spChg>
        <pc:spChg chg="add">
          <ac:chgData name="Emmett Gilbert" userId="aa7b3766c4c24eb4" providerId="LiveId" clId="{C1022422-C44F-4721-92FF-9DDB880F5282}" dt="2026-07-10T13:50:12.320" v="1631" actId="22"/>
          <ac:spMkLst>
            <pc:docMk/>
            <pc:sldMk cId="0" sldId="285"/>
            <ac:spMk id="24" creationId="{7D09CAF1-236B-AB3B-ECA0-F1E329DF8318}"/>
          </ac:spMkLst>
        </pc:spChg>
        <pc:spChg chg="add mod">
          <ac:chgData name="Emmett Gilbert" userId="aa7b3766c4c24eb4" providerId="LiveId" clId="{C1022422-C44F-4721-92FF-9DDB880F5282}" dt="2026-07-10T13:50:17.750" v="1632"/>
          <ac:spMkLst>
            <pc:docMk/>
            <pc:sldMk cId="0" sldId="285"/>
            <ac:spMk id="26" creationId="{3765F59F-DBA8-0B98-54F8-B3F5999C5706}"/>
          </ac:spMkLst>
        </pc:spChg>
        <pc:spChg chg="add">
          <ac:chgData name="Emmett Gilbert" userId="aa7b3766c4c24eb4" providerId="LiveId" clId="{C1022422-C44F-4721-92FF-9DDB880F5282}" dt="2026-07-10T13:54:27.384" v="1642" actId="22"/>
          <ac:spMkLst>
            <pc:docMk/>
            <pc:sldMk cId="0" sldId="285"/>
            <ac:spMk id="28" creationId="{F89B7DD4-0BA0-1A1A-C1AA-92DD6AFCF902}"/>
          </ac:spMkLst>
        </pc:spChg>
        <pc:spChg chg="add">
          <ac:chgData name="Emmett Gilbert" userId="aa7b3766c4c24eb4" providerId="LiveId" clId="{C1022422-C44F-4721-92FF-9DDB880F5282}" dt="2026-07-10T13:54:27.384" v="1642" actId="22"/>
          <ac:spMkLst>
            <pc:docMk/>
            <pc:sldMk cId="0" sldId="285"/>
            <ac:spMk id="30" creationId="{DEF6D7F1-001F-27CB-573A-A05AB8073BD8}"/>
          </ac:spMkLst>
        </pc:spChg>
        <pc:spChg chg="add mod">
          <ac:chgData name="Emmett Gilbert" userId="aa7b3766c4c24eb4" providerId="LiveId" clId="{C1022422-C44F-4721-92FF-9DDB880F5282}" dt="2026-07-10T14:25:47.849" v="1901" actId="403"/>
          <ac:spMkLst>
            <pc:docMk/>
            <pc:sldMk cId="0" sldId="285"/>
            <ac:spMk id="32" creationId="{5F561EDB-06CF-422E-A73F-855F9AA135FB}"/>
          </ac:spMkLst>
        </pc:spChg>
        <pc:spChg chg="add del mod">
          <ac:chgData name="Emmett Gilbert" userId="aa7b3766c4c24eb4" providerId="LiveId" clId="{C1022422-C44F-4721-92FF-9DDB880F5282}" dt="2026-07-10T13:58:25.908" v="1678" actId="478"/>
          <ac:spMkLst>
            <pc:docMk/>
            <pc:sldMk cId="0" sldId="285"/>
            <ac:spMk id="34" creationId="{39661E13-1523-957B-F13B-94FDC3BDFB89}"/>
          </ac:spMkLst>
        </pc:spChg>
      </pc:sldChg>
      <pc:sldChg chg="addSp delSp modSp mod">
        <pc:chgData name="Emmett Gilbert" userId="aa7b3766c4c24eb4" providerId="LiveId" clId="{C1022422-C44F-4721-92FF-9DDB880F5282}" dt="2026-07-10T14:45:20.415" v="2054" actId="14100"/>
        <pc:sldMkLst>
          <pc:docMk/>
          <pc:sldMk cId="0" sldId="286"/>
        </pc:sldMkLst>
        <pc:spChg chg="mod">
          <ac:chgData name="Emmett Gilbert" userId="aa7b3766c4c24eb4" providerId="LiveId" clId="{C1022422-C44F-4721-92FF-9DDB880F5282}" dt="2026-07-10T14:03:43.337" v="1710" actId="1076"/>
          <ac:spMkLst>
            <pc:docMk/>
            <pc:sldMk cId="0" sldId="286"/>
            <ac:spMk id="4" creationId="{00000000-0000-0000-0000-000000000000}"/>
          </ac:spMkLst>
        </pc:spChg>
        <pc:spChg chg="del">
          <ac:chgData name="Emmett Gilbert" userId="aa7b3766c4c24eb4" providerId="LiveId" clId="{C1022422-C44F-4721-92FF-9DDB880F5282}" dt="2026-07-10T14:03:50.133" v="1711" actId="478"/>
          <ac:spMkLst>
            <pc:docMk/>
            <pc:sldMk cId="0" sldId="286"/>
            <ac:spMk id="6" creationId="{00000000-0000-0000-0000-000000000000}"/>
          </ac:spMkLst>
        </pc:spChg>
        <pc:spChg chg="del">
          <ac:chgData name="Emmett Gilbert" userId="aa7b3766c4c24eb4" providerId="LiveId" clId="{C1022422-C44F-4721-92FF-9DDB880F5282}" dt="2026-07-10T14:03:50.133" v="1711" actId="478"/>
          <ac:spMkLst>
            <pc:docMk/>
            <pc:sldMk cId="0" sldId="286"/>
            <ac:spMk id="7" creationId="{00000000-0000-0000-0000-000000000000}"/>
          </ac:spMkLst>
        </pc:spChg>
        <pc:spChg chg="del">
          <ac:chgData name="Emmett Gilbert" userId="aa7b3766c4c24eb4" providerId="LiveId" clId="{C1022422-C44F-4721-92FF-9DDB880F5282}" dt="2026-07-10T14:03:50.133" v="1711" actId="478"/>
          <ac:spMkLst>
            <pc:docMk/>
            <pc:sldMk cId="0" sldId="286"/>
            <ac:spMk id="8" creationId="{00000000-0000-0000-0000-000000000000}"/>
          </ac:spMkLst>
        </pc:spChg>
        <pc:spChg chg="del">
          <ac:chgData name="Emmett Gilbert" userId="aa7b3766c4c24eb4" providerId="LiveId" clId="{C1022422-C44F-4721-92FF-9DDB880F5282}" dt="2026-07-10T14:03:50.133" v="1711" actId="478"/>
          <ac:spMkLst>
            <pc:docMk/>
            <pc:sldMk cId="0" sldId="286"/>
            <ac:spMk id="9" creationId="{00000000-0000-0000-0000-000000000000}"/>
          </ac:spMkLst>
        </pc:spChg>
        <pc:spChg chg="add del">
          <ac:chgData name="Emmett Gilbert" userId="aa7b3766c4c24eb4" providerId="LiveId" clId="{C1022422-C44F-4721-92FF-9DDB880F5282}" dt="2026-07-10T14:04:37.123" v="1722" actId="478"/>
          <ac:spMkLst>
            <pc:docMk/>
            <pc:sldMk cId="0" sldId="286"/>
            <ac:spMk id="10" creationId="{00000000-0000-0000-0000-000000000000}"/>
          </ac:spMkLst>
        </pc:spChg>
        <pc:spChg chg="add del">
          <ac:chgData name="Emmett Gilbert" userId="aa7b3766c4c24eb4" providerId="LiveId" clId="{C1022422-C44F-4721-92FF-9DDB880F5282}" dt="2026-07-10T14:04:37.123" v="1722" actId="478"/>
          <ac:spMkLst>
            <pc:docMk/>
            <pc:sldMk cId="0" sldId="286"/>
            <ac:spMk id="11" creationId="{00000000-0000-0000-0000-000000000000}"/>
          </ac:spMkLst>
        </pc:spChg>
        <pc:spChg chg="del mod">
          <ac:chgData name="Emmett Gilbert" userId="aa7b3766c4c24eb4" providerId="LiveId" clId="{C1022422-C44F-4721-92FF-9DDB880F5282}" dt="2026-07-10T14:02:34.967" v="1700" actId="478"/>
          <ac:spMkLst>
            <pc:docMk/>
            <pc:sldMk cId="0" sldId="286"/>
            <ac:spMk id="12" creationId="{00000000-0000-0000-0000-000000000000}"/>
          </ac:spMkLst>
        </pc:spChg>
        <pc:spChg chg="del mod">
          <ac:chgData name="Emmett Gilbert" userId="aa7b3766c4c24eb4" providerId="LiveId" clId="{C1022422-C44F-4721-92FF-9DDB880F5282}" dt="2026-07-10T14:02:39.305" v="1702" actId="478"/>
          <ac:spMkLst>
            <pc:docMk/>
            <pc:sldMk cId="0" sldId="286"/>
            <ac:spMk id="13" creationId="{00000000-0000-0000-0000-000000000000}"/>
          </ac:spMkLst>
        </pc:spChg>
        <pc:spChg chg="del mod">
          <ac:chgData name="Emmett Gilbert" userId="aa7b3766c4c24eb4" providerId="LiveId" clId="{C1022422-C44F-4721-92FF-9DDB880F5282}" dt="2026-07-10T14:02:37.340" v="1701" actId="478"/>
          <ac:spMkLst>
            <pc:docMk/>
            <pc:sldMk cId="0" sldId="286"/>
            <ac:spMk id="14" creationId="{00000000-0000-0000-0000-000000000000}"/>
          </ac:spMkLst>
        </pc:spChg>
        <pc:spChg chg="add mod">
          <ac:chgData name="Emmett Gilbert" userId="aa7b3766c4c24eb4" providerId="LiveId" clId="{C1022422-C44F-4721-92FF-9DDB880F5282}" dt="2026-07-10T14:02:56.642" v="1704" actId="255"/>
          <ac:spMkLst>
            <pc:docMk/>
            <pc:sldMk cId="0" sldId="286"/>
            <ac:spMk id="17" creationId="{ECD9C6AB-449B-6F88-7AC7-E427DECF9250}"/>
          </ac:spMkLst>
        </pc:spChg>
        <pc:spChg chg="add mod">
          <ac:chgData name="Emmett Gilbert" userId="aa7b3766c4c24eb4" providerId="LiveId" clId="{C1022422-C44F-4721-92FF-9DDB880F5282}" dt="2026-07-10T14:45:14.724" v="2053" actId="14100"/>
          <ac:spMkLst>
            <pc:docMk/>
            <pc:sldMk cId="0" sldId="286"/>
            <ac:spMk id="19" creationId="{DC1887A3-EF6C-4714-D1F6-595443297CBE}"/>
          </ac:spMkLst>
        </pc:spChg>
        <pc:spChg chg="add">
          <ac:chgData name="Emmett Gilbert" userId="aa7b3766c4c24eb4" providerId="LiveId" clId="{C1022422-C44F-4721-92FF-9DDB880F5282}" dt="2026-07-10T14:02:22.192" v="1696" actId="22"/>
          <ac:spMkLst>
            <pc:docMk/>
            <pc:sldMk cId="0" sldId="286"/>
            <ac:spMk id="21" creationId="{D39EE8CA-5B7D-135F-6910-6DE01ABB9288}"/>
          </ac:spMkLst>
        </pc:spChg>
        <pc:spChg chg="add mod">
          <ac:chgData name="Emmett Gilbert" userId="aa7b3766c4c24eb4" providerId="LiveId" clId="{C1022422-C44F-4721-92FF-9DDB880F5282}" dt="2026-07-10T14:02:28.176" v="1697"/>
          <ac:spMkLst>
            <pc:docMk/>
            <pc:sldMk cId="0" sldId="286"/>
            <ac:spMk id="23" creationId="{5BD64E2E-B8CD-B353-C459-DA3D6E55ABD7}"/>
          </ac:spMkLst>
        </pc:spChg>
        <pc:spChg chg="add">
          <ac:chgData name="Emmett Gilbert" userId="aa7b3766c4c24eb4" providerId="LiveId" clId="{C1022422-C44F-4721-92FF-9DDB880F5282}" dt="2026-07-10T14:03:14.002" v="1706" actId="22"/>
          <ac:spMkLst>
            <pc:docMk/>
            <pc:sldMk cId="0" sldId="286"/>
            <ac:spMk id="25" creationId="{5CEAD5B5-9FEB-61E1-70C5-3F4924CE6766}"/>
          </ac:spMkLst>
        </pc:spChg>
        <pc:spChg chg="add">
          <ac:chgData name="Emmett Gilbert" userId="aa7b3766c4c24eb4" providerId="LiveId" clId="{C1022422-C44F-4721-92FF-9DDB880F5282}" dt="2026-07-10T14:03:14.002" v="1706" actId="22"/>
          <ac:spMkLst>
            <pc:docMk/>
            <pc:sldMk cId="0" sldId="286"/>
            <ac:spMk id="27" creationId="{016562F7-EBBE-6842-6908-1B3110FC4FE6}"/>
          </ac:spMkLst>
        </pc:spChg>
        <pc:spChg chg="add mod">
          <ac:chgData name="Emmett Gilbert" userId="aa7b3766c4c24eb4" providerId="LiveId" clId="{C1022422-C44F-4721-92FF-9DDB880F5282}" dt="2026-07-10T14:25:56.536" v="1902" actId="403"/>
          <ac:spMkLst>
            <pc:docMk/>
            <pc:sldMk cId="0" sldId="286"/>
            <ac:spMk id="29" creationId="{2428EFC0-7AEC-FF1B-39F0-090CC57EEC09}"/>
          </ac:spMkLst>
        </pc:spChg>
        <pc:spChg chg="add">
          <ac:chgData name="Emmett Gilbert" userId="aa7b3766c4c24eb4" providerId="LiveId" clId="{C1022422-C44F-4721-92FF-9DDB880F5282}" dt="2026-07-10T14:04:02.787" v="1712" actId="22"/>
          <ac:spMkLst>
            <pc:docMk/>
            <pc:sldMk cId="0" sldId="286"/>
            <ac:spMk id="31" creationId="{139CB6BB-37F1-A538-FA15-29A49D721E34}"/>
          </ac:spMkLst>
        </pc:spChg>
        <pc:spChg chg="add mod">
          <ac:chgData name="Emmett Gilbert" userId="aa7b3766c4c24eb4" providerId="LiveId" clId="{C1022422-C44F-4721-92FF-9DDB880F5282}" dt="2026-07-10T14:04:10.846" v="1713"/>
          <ac:spMkLst>
            <pc:docMk/>
            <pc:sldMk cId="0" sldId="286"/>
            <ac:spMk id="34" creationId="{ED4A3B59-3EF6-5C9D-B411-BEBBB9FA7467}"/>
          </ac:spMkLst>
        </pc:spChg>
        <pc:graphicFrameChg chg="mod modGraphic">
          <ac:chgData name="Emmett Gilbert" userId="aa7b3766c4c24eb4" providerId="LiveId" clId="{C1022422-C44F-4721-92FF-9DDB880F5282}" dt="2026-07-10T14:45:20.415" v="2054" actId="14100"/>
          <ac:graphicFrameMkLst>
            <pc:docMk/>
            <pc:sldMk cId="0" sldId="286"/>
            <ac:graphicFrameMk id="32" creationId="{00000000-0000-0000-0000-000000000000}"/>
          </ac:graphicFrameMkLst>
        </pc:graphicFrameChg>
        <pc:graphicFrameChg chg="add del modGraphic">
          <ac:chgData name="Emmett Gilbert" userId="aa7b3766c4c24eb4" providerId="LiveId" clId="{C1022422-C44F-4721-92FF-9DDB880F5282}" dt="2026-07-10T14:05:24.022" v="1732" actId="478"/>
          <ac:graphicFrameMkLst>
            <pc:docMk/>
            <pc:sldMk cId="0" sldId="286"/>
            <ac:graphicFrameMk id="36" creationId="{BF02A760-D192-65FA-509D-47D960F193B1}"/>
          </ac:graphicFrameMkLst>
        </pc:graphicFrameChg>
      </pc:sldChg>
      <pc:sldChg chg="addSp delSp modSp mod">
        <pc:chgData name="Emmett Gilbert" userId="aa7b3766c4c24eb4" providerId="LiveId" clId="{C1022422-C44F-4721-92FF-9DDB880F5282}" dt="2026-07-10T14:45:40.169" v="2057" actId="14100"/>
        <pc:sldMkLst>
          <pc:docMk/>
          <pc:sldMk cId="0" sldId="287"/>
        </pc:sldMkLst>
        <pc:spChg chg="del mod">
          <ac:chgData name="Emmett Gilbert" userId="aa7b3766c4c24eb4" providerId="LiveId" clId="{C1022422-C44F-4721-92FF-9DDB880F5282}" dt="2026-07-10T14:08:59.730" v="1764" actId="478"/>
          <ac:spMkLst>
            <pc:docMk/>
            <pc:sldMk cId="0" sldId="287"/>
            <ac:spMk id="5" creationId="{00000000-0000-0000-0000-000000000000}"/>
          </ac:spMkLst>
        </pc:spChg>
        <pc:spChg chg="mod ord">
          <ac:chgData name="Emmett Gilbert" userId="aa7b3766c4c24eb4" providerId="LiveId" clId="{C1022422-C44F-4721-92FF-9DDB880F5282}" dt="2026-07-10T14:09:33.825" v="1774" actId="1076"/>
          <ac:spMkLst>
            <pc:docMk/>
            <pc:sldMk cId="0" sldId="287"/>
            <ac:spMk id="6" creationId="{00000000-0000-0000-0000-000000000000}"/>
          </ac:spMkLst>
        </pc:spChg>
        <pc:spChg chg="mod ord">
          <ac:chgData name="Emmett Gilbert" userId="aa7b3766c4c24eb4" providerId="LiveId" clId="{C1022422-C44F-4721-92FF-9DDB880F5282}" dt="2026-07-10T14:09:33.825" v="1774" actId="1076"/>
          <ac:spMkLst>
            <pc:docMk/>
            <pc:sldMk cId="0" sldId="287"/>
            <ac:spMk id="7" creationId="{00000000-0000-0000-0000-000000000000}"/>
          </ac:spMkLst>
        </pc:spChg>
        <pc:spChg chg="mod">
          <ac:chgData name="Emmett Gilbert" userId="aa7b3766c4c24eb4" providerId="LiveId" clId="{C1022422-C44F-4721-92FF-9DDB880F5282}" dt="2026-07-10T14:45:33.254" v="2056" actId="14100"/>
          <ac:spMkLst>
            <pc:docMk/>
            <pc:sldMk cId="0" sldId="287"/>
            <ac:spMk id="8" creationId="{00000000-0000-0000-0000-000000000000}"/>
          </ac:spMkLst>
        </pc:spChg>
        <pc:spChg chg="del mod">
          <ac:chgData name="Emmett Gilbert" userId="aa7b3766c4c24eb4" providerId="LiveId" clId="{C1022422-C44F-4721-92FF-9DDB880F5282}" dt="2026-07-10T14:07:37.381" v="1751" actId="478"/>
          <ac:spMkLst>
            <pc:docMk/>
            <pc:sldMk cId="0" sldId="287"/>
            <ac:spMk id="9" creationId="{00000000-0000-0000-0000-000000000000}"/>
          </ac:spMkLst>
        </pc:spChg>
        <pc:spChg chg="del mod">
          <ac:chgData name="Emmett Gilbert" userId="aa7b3766c4c24eb4" providerId="LiveId" clId="{C1022422-C44F-4721-92FF-9DDB880F5282}" dt="2026-07-10T14:07:37.381" v="1751" actId="478"/>
          <ac:spMkLst>
            <pc:docMk/>
            <pc:sldMk cId="0" sldId="287"/>
            <ac:spMk id="10" creationId="{00000000-0000-0000-0000-000000000000}"/>
          </ac:spMkLst>
        </pc:spChg>
        <pc:spChg chg="del mod">
          <ac:chgData name="Emmett Gilbert" userId="aa7b3766c4c24eb4" providerId="LiveId" clId="{C1022422-C44F-4721-92FF-9DDB880F5282}" dt="2026-07-10T14:08:26.577" v="1758" actId="478"/>
          <ac:spMkLst>
            <pc:docMk/>
            <pc:sldMk cId="0" sldId="287"/>
            <ac:spMk id="11" creationId="{00000000-0000-0000-0000-000000000000}"/>
          </ac:spMkLst>
        </pc:spChg>
        <pc:spChg chg="del mod">
          <ac:chgData name="Emmett Gilbert" userId="aa7b3766c4c24eb4" providerId="LiveId" clId="{C1022422-C44F-4721-92FF-9DDB880F5282}" dt="2026-07-10T14:07:00.931" v="1745" actId="478"/>
          <ac:spMkLst>
            <pc:docMk/>
            <pc:sldMk cId="0" sldId="287"/>
            <ac:spMk id="12" creationId="{00000000-0000-0000-0000-000000000000}"/>
          </ac:spMkLst>
        </pc:spChg>
        <pc:spChg chg="del mod">
          <ac:chgData name="Emmett Gilbert" userId="aa7b3766c4c24eb4" providerId="LiveId" clId="{C1022422-C44F-4721-92FF-9DDB880F5282}" dt="2026-07-10T14:06:58.283" v="1744" actId="478"/>
          <ac:spMkLst>
            <pc:docMk/>
            <pc:sldMk cId="0" sldId="287"/>
            <ac:spMk id="13" creationId="{00000000-0000-0000-0000-000000000000}"/>
          </ac:spMkLst>
        </pc:spChg>
        <pc:spChg chg="del">
          <ac:chgData name="Emmett Gilbert" userId="aa7b3766c4c24eb4" providerId="LiveId" clId="{C1022422-C44F-4721-92FF-9DDB880F5282}" dt="2026-07-10T14:09:40.147" v="1775" actId="478"/>
          <ac:spMkLst>
            <pc:docMk/>
            <pc:sldMk cId="0" sldId="287"/>
            <ac:spMk id="14" creationId="{00000000-0000-0000-0000-000000000000}"/>
          </ac:spMkLst>
        </pc:spChg>
        <pc:spChg chg="del mod ord">
          <ac:chgData name="Emmett Gilbert" userId="aa7b3766c4c24eb4" providerId="LiveId" clId="{C1022422-C44F-4721-92FF-9DDB880F5282}" dt="2026-07-10T14:12:17.186" v="1807" actId="478"/>
          <ac:spMkLst>
            <pc:docMk/>
            <pc:sldMk cId="0" sldId="287"/>
            <ac:spMk id="15" creationId="{00000000-0000-0000-0000-000000000000}"/>
          </ac:spMkLst>
        </pc:spChg>
        <pc:spChg chg="del mod ord">
          <ac:chgData name="Emmett Gilbert" userId="aa7b3766c4c24eb4" providerId="LiveId" clId="{C1022422-C44F-4721-92FF-9DDB880F5282}" dt="2026-07-10T14:13:34.427" v="1820" actId="478"/>
          <ac:spMkLst>
            <pc:docMk/>
            <pc:sldMk cId="0" sldId="287"/>
            <ac:spMk id="16" creationId="{00000000-0000-0000-0000-000000000000}"/>
          </ac:spMkLst>
        </pc:spChg>
        <pc:spChg chg="del mod">
          <ac:chgData name="Emmett Gilbert" userId="aa7b3766c4c24eb4" providerId="LiveId" clId="{C1022422-C44F-4721-92FF-9DDB880F5282}" dt="2026-07-10T14:06:31.274" v="1738" actId="478"/>
          <ac:spMkLst>
            <pc:docMk/>
            <pc:sldMk cId="0" sldId="287"/>
            <ac:spMk id="17" creationId="{00000000-0000-0000-0000-000000000000}"/>
          </ac:spMkLst>
        </pc:spChg>
        <pc:spChg chg="del mod">
          <ac:chgData name="Emmett Gilbert" userId="aa7b3766c4c24eb4" providerId="LiveId" clId="{C1022422-C44F-4721-92FF-9DDB880F5282}" dt="2026-07-10T14:06:34.198" v="1740" actId="478"/>
          <ac:spMkLst>
            <pc:docMk/>
            <pc:sldMk cId="0" sldId="287"/>
            <ac:spMk id="18" creationId="{00000000-0000-0000-0000-000000000000}"/>
          </ac:spMkLst>
        </pc:spChg>
        <pc:spChg chg="del mod">
          <ac:chgData name="Emmett Gilbert" userId="aa7b3766c4c24eb4" providerId="LiveId" clId="{C1022422-C44F-4721-92FF-9DDB880F5282}" dt="2026-07-10T14:06:33.132" v="1739" actId="478"/>
          <ac:spMkLst>
            <pc:docMk/>
            <pc:sldMk cId="0" sldId="287"/>
            <ac:spMk id="19" creationId="{00000000-0000-0000-0000-000000000000}"/>
          </ac:spMkLst>
        </pc:spChg>
        <pc:spChg chg="add mod">
          <ac:chgData name="Emmett Gilbert" userId="aa7b3766c4c24eb4" providerId="LiveId" clId="{C1022422-C44F-4721-92FF-9DDB880F5282}" dt="2026-07-10T14:38:38.584" v="1983" actId="313"/>
          <ac:spMkLst>
            <pc:docMk/>
            <pc:sldMk cId="0" sldId="287"/>
            <ac:spMk id="23" creationId="{C42ADF1B-520E-3B96-B748-2AFCD210C47C}"/>
          </ac:spMkLst>
        </pc:spChg>
        <pc:spChg chg="add mod">
          <ac:chgData name="Emmett Gilbert" userId="aa7b3766c4c24eb4" providerId="LiveId" clId="{C1022422-C44F-4721-92FF-9DDB880F5282}" dt="2026-07-10T14:45:40.169" v="2057" actId="14100"/>
          <ac:spMkLst>
            <pc:docMk/>
            <pc:sldMk cId="0" sldId="287"/>
            <ac:spMk id="25" creationId="{C7B2F64E-0C99-BD43-8160-1877F4EE0DE9}"/>
          </ac:spMkLst>
        </pc:spChg>
        <pc:spChg chg="add">
          <ac:chgData name="Emmett Gilbert" userId="aa7b3766c4c24eb4" providerId="LiveId" clId="{C1022422-C44F-4721-92FF-9DDB880F5282}" dt="2026-07-10T14:06:23.084" v="1736" actId="22"/>
          <ac:spMkLst>
            <pc:docMk/>
            <pc:sldMk cId="0" sldId="287"/>
            <ac:spMk id="27" creationId="{95F9A8FC-01DC-DEF4-E104-F9C5A3EF7B54}"/>
          </ac:spMkLst>
        </pc:spChg>
        <pc:spChg chg="add mod">
          <ac:chgData name="Emmett Gilbert" userId="aa7b3766c4c24eb4" providerId="LiveId" clId="{C1022422-C44F-4721-92FF-9DDB880F5282}" dt="2026-07-10T14:06:27.867" v="1737"/>
          <ac:spMkLst>
            <pc:docMk/>
            <pc:sldMk cId="0" sldId="287"/>
            <ac:spMk id="29" creationId="{5D0B2FB9-6792-A0AD-8BA7-231064D88764}"/>
          </ac:spMkLst>
        </pc:spChg>
        <pc:spChg chg="add mod">
          <ac:chgData name="Emmett Gilbert" userId="aa7b3766c4c24eb4" providerId="LiveId" clId="{C1022422-C44F-4721-92FF-9DDB880F5282}" dt="2026-07-10T14:23:17.204" v="1889" actId="1035"/>
          <ac:spMkLst>
            <pc:docMk/>
            <pc:sldMk cId="0" sldId="287"/>
            <ac:spMk id="31" creationId="{1DFF1CE5-455F-012D-71E6-54C22C44DAB7}"/>
          </ac:spMkLst>
        </pc:spChg>
        <pc:spChg chg="add">
          <ac:chgData name="Emmett Gilbert" userId="aa7b3766c4c24eb4" providerId="LiveId" clId="{C1022422-C44F-4721-92FF-9DDB880F5282}" dt="2026-07-10T14:07:53.289" v="1754" actId="22"/>
          <ac:spMkLst>
            <pc:docMk/>
            <pc:sldMk cId="0" sldId="287"/>
            <ac:spMk id="33" creationId="{CCBDFC68-4D06-BFD9-047A-851C9CB0D340}"/>
          </ac:spMkLst>
        </pc:spChg>
        <pc:spChg chg="add mod">
          <ac:chgData name="Emmett Gilbert" userId="aa7b3766c4c24eb4" providerId="LiveId" clId="{C1022422-C44F-4721-92FF-9DDB880F5282}" dt="2026-07-10T14:26:20.582" v="1907" actId="20577"/>
          <ac:spMkLst>
            <pc:docMk/>
            <pc:sldMk cId="0" sldId="287"/>
            <ac:spMk id="35" creationId="{4749D431-06C8-357C-E178-ADADA8CB7FD2}"/>
          </ac:spMkLst>
        </pc:spChg>
        <pc:spChg chg="add del">
          <ac:chgData name="Emmett Gilbert" userId="aa7b3766c4c24eb4" providerId="LiveId" clId="{C1022422-C44F-4721-92FF-9DDB880F5282}" dt="2026-07-10T14:08:56.111" v="1763" actId="22"/>
          <ac:spMkLst>
            <pc:docMk/>
            <pc:sldMk cId="0" sldId="287"/>
            <ac:spMk id="37" creationId="{A9B46D75-8333-EEF5-F8A0-6F75D924E345}"/>
          </ac:spMkLst>
        </pc:spChg>
        <pc:spChg chg="add del mod">
          <ac:chgData name="Emmett Gilbert" userId="aa7b3766c4c24eb4" providerId="LiveId" clId="{C1022422-C44F-4721-92FF-9DDB880F5282}" dt="2026-07-10T14:10:21.165" v="1781" actId="478"/>
          <ac:spMkLst>
            <pc:docMk/>
            <pc:sldMk cId="0" sldId="287"/>
            <ac:spMk id="39" creationId="{E84D3297-3D07-F4AC-170B-FEDFC5EDBE0E}"/>
          </ac:spMkLst>
        </pc:spChg>
        <pc:spChg chg="add mod ord">
          <ac:chgData name="Emmett Gilbert" userId="aa7b3766c4c24eb4" providerId="LiveId" clId="{C1022422-C44F-4721-92FF-9DDB880F5282}" dt="2026-07-10T14:16:13.674" v="1835" actId="1076"/>
          <ac:spMkLst>
            <pc:docMk/>
            <pc:sldMk cId="0" sldId="287"/>
            <ac:spMk id="41" creationId="{61A3836C-D8DC-F69F-2042-086109D7651C}"/>
          </ac:spMkLst>
        </pc:spChg>
        <pc:spChg chg="add del mod ord">
          <ac:chgData name="Emmett Gilbert" userId="aa7b3766c4c24eb4" providerId="LiveId" clId="{C1022422-C44F-4721-92FF-9DDB880F5282}" dt="2026-07-10T14:12:42.856" v="1811" actId="478"/>
          <ac:spMkLst>
            <pc:docMk/>
            <pc:sldMk cId="0" sldId="287"/>
            <ac:spMk id="43" creationId="{5BD7FA29-AB77-FED7-CE5A-EF86E2AF3CD3}"/>
          </ac:spMkLst>
        </pc:spChg>
      </pc:sldChg>
      <pc:sldChg chg="addSp delSp modSp mod">
        <pc:chgData name="Emmett Gilbert" userId="aa7b3766c4c24eb4" providerId="LiveId" clId="{C1022422-C44F-4721-92FF-9DDB880F5282}" dt="2026-07-11T05:10:25.832" v="2701" actId="255"/>
        <pc:sldMkLst>
          <pc:docMk/>
          <pc:sldMk cId="0" sldId="288"/>
        </pc:sldMkLst>
        <pc:spChg chg="del mod">
          <ac:chgData name="Emmett Gilbert" userId="aa7b3766c4c24eb4" providerId="LiveId" clId="{C1022422-C44F-4721-92FF-9DDB880F5282}" dt="2026-07-10T14:20:30.888" v="1873" actId="478"/>
          <ac:spMkLst>
            <pc:docMk/>
            <pc:sldMk cId="0" sldId="288"/>
            <ac:spMk id="5" creationId="{00000000-0000-0000-0000-000000000000}"/>
          </ac:spMkLst>
        </pc:spChg>
        <pc:spChg chg="del mod">
          <ac:chgData name="Emmett Gilbert" userId="aa7b3766c4c24eb4" providerId="LiveId" clId="{C1022422-C44F-4721-92FF-9DDB880F5282}" dt="2026-07-10T14:20:30.888" v="1873" actId="478"/>
          <ac:spMkLst>
            <pc:docMk/>
            <pc:sldMk cId="0" sldId="288"/>
            <ac:spMk id="6" creationId="{00000000-0000-0000-0000-000000000000}"/>
          </ac:spMkLst>
        </pc:spChg>
        <pc:spChg chg="del mod">
          <ac:chgData name="Emmett Gilbert" userId="aa7b3766c4c24eb4" providerId="LiveId" clId="{C1022422-C44F-4721-92FF-9DDB880F5282}" dt="2026-07-10T14:20:30.888" v="1873" actId="478"/>
          <ac:spMkLst>
            <pc:docMk/>
            <pc:sldMk cId="0" sldId="288"/>
            <ac:spMk id="7" creationId="{00000000-0000-0000-0000-000000000000}"/>
          </ac:spMkLst>
        </pc:spChg>
        <pc:spChg chg="del">
          <ac:chgData name="Emmett Gilbert" userId="aa7b3766c4c24eb4" providerId="LiveId" clId="{C1022422-C44F-4721-92FF-9DDB880F5282}" dt="2026-07-10T14:19:56.348" v="1868" actId="478"/>
          <ac:spMkLst>
            <pc:docMk/>
            <pc:sldMk cId="0" sldId="288"/>
            <ac:spMk id="8" creationId="{00000000-0000-0000-0000-000000000000}"/>
          </ac:spMkLst>
        </pc:spChg>
        <pc:spChg chg="del">
          <ac:chgData name="Emmett Gilbert" userId="aa7b3766c4c24eb4" providerId="LiveId" clId="{C1022422-C44F-4721-92FF-9DDB880F5282}" dt="2026-07-10T14:19:55.521" v="1867" actId="478"/>
          <ac:spMkLst>
            <pc:docMk/>
            <pc:sldMk cId="0" sldId="288"/>
            <ac:spMk id="9" creationId="{00000000-0000-0000-0000-000000000000}"/>
          </ac:spMkLst>
        </pc:spChg>
        <pc:spChg chg="del mod">
          <ac:chgData name="Emmett Gilbert" userId="aa7b3766c4c24eb4" providerId="LiveId" clId="{C1022422-C44F-4721-92FF-9DDB880F5282}" dt="2026-07-10T14:19:53.550" v="1866" actId="478"/>
          <ac:spMkLst>
            <pc:docMk/>
            <pc:sldMk cId="0" sldId="288"/>
            <ac:spMk id="10" creationId="{00000000-0000-0000-0000-000000000000}"/>
          </ac:spMkLst>
        </pc:spChg>
        <pc:spChg chg="del mod">
          <ac:chgData name="Emmett Gilbert" userId="aa7b3766c4c24eb4" providerId="LiveId" clId="{C1022422-C44F-4721-92FF-9DDB880F5282}" dt="2026-07-10T14:20:00.369" v="1869" actId="478"/>
          <ac:spMkLst>
            <pc:docMk/>
            <pc:sldMk cId="0" sldId="288"/>
            <ac:spMk id="11" creationId="{00000000-0000-0000-0000-000000000000}"/>
          </ac:spMkLst>
        </pc:spChg>
        <pc:spChg chg="del mod">
          <ac:chgData name="Emmett Gilbert" userId="aa7b3766c4c24eb4" providerId="LiveId" clId="{C1022422-C44F-4721-92FF-9DDB880F5282}" dt="2026-07-10T14:20:02.715" v="1870" actId="478"/>
          <ac:spMkLst>
            <pc:docMk/>
            <pc:sldMk cId="0" sldId="288"/>
            <ac:spMk id="12" creationId="{00000000-0000-0000-0000-000000000000}"/>
          </ac:spMkLst>
        </pc:spChg>
        <pc:spChg chg="del">
          <ac:chgData name="Emmett Gilbert" userId="aa7b3766c4c24eb4" providerId="LiveId" clId="{C1022422-C44F-4721-92FF-9DDB880F5282}" dt="2026-07-10T14:17:36.581" v="1848" actId="478"/>
          <ac:spMkLst>
            <pc:docMk/>
            <pc:sldMk cId="0" sldId="288"/>
            <ac:spMk id="13" creationId="{00000000-0000-0000-0000-000000000000}"/>
          </ac:spMkLst>
        </pc:spChg>
        <pc:spChg chg="del mod">
          <ac:chgData name="Emmett Gilbert" userId="aa7b3766c4c24eb4" providerId="LiveId" clId="{C1022422-C44F-4721-92FF-9DDB880F5282}" dt="2026-07-10T14:17:34.770" v="1847" actId="478"/>
          <ac:spMkLst>
            <pc:docMk/>
            <pc:sldMk cId="0" sldId="288"/>
            <ac:spMk id="14" creationId="{00000000-0000-0000-0000-000000000000}"/>
          </ac:spMkLst>
        </pc:spChg>
        <pc:spChg chg="del mod">
          <ac:chgData name="Emmett Gilbert" userId="aa7b3766c4c24eb4" providerId="LiveId" clId="{C1022422-C44F-4721-92FF-9DDB880F5282}" dt="2026-07-10T14:17:16.548" v="1841" actId="478"/>
          <ac:spMkLst>
            <pc:docMk/>
            <pc:sldMk cId="0" sldId="288"/>
            <ac:spMk id="15" creationId="{00000000-0000-0000-0000-000000000000}"/>
          </ac:spMkLst>
        </pc:spChg>
        <pc:spChg chg="del mod">
          <ac:chgData name="Emmett Gilbert" userId="aa7b3766c4c24eb4" providerId="LiveId" clId="{C1022422-C44F-4721-92FF-9DDB880F5282}" dt="2026-07-10T14:17:17.716" v="1842" actId="478"/>
          <ac:spMkLst>
            <pc:docMk/>
            <pc:sldMk cId="0" sldId="288"/>
            <ac:spMk id="16" creationId="{00000000-0000-0000-0000-000000000000}"/>
          </ac:spMkLst>
        </pc:spChg>
        <pc:spChg chg="del mod">
          <ac:chgData name="Emmett Gilbert" userId="aa7b3766c4c24eb4" providerId="LiveId" clId="{C1022422-C44F-4721-92FF-9DDB880F5282}" dt="2026-07-10T14:17:15.701" v="1840" actId="478"/>
          <ac:spMkLst>
            <pc:docMk/>
            <pc:sldMk cId="0" sldId="288"/>
            <ac:spMk id="17" creationId="{00000000-0000-0000-0000-000000000000}"/>
          </ac:spMkLst>
        </pc:spChg>
        <pc:spChg chg="add mod">
          <ac:chgData name="Emmett Gilbert" userId="aa7b3766c4c24eb4" providerId="LiveId" clId="{C1022422-C44F-4721-92FF-9DDB880F5282}" dt="2026-07-10T14:29:32.916" v="1923" actId="255"/>
          <ac:spMkLst>
            <pc:docMk/>
            <pc:sldMk cId="0" sldId="288"/>
            <ac:spMk id="21" creationId="{0E9E16D2-103F-3B18-50D9-14DB52DFCD95}"/>
          </ac:spMkLst>
        </pc:spChg>
        <pc:spChg chg="add mod">
          <ac:chgData name="Emmett Gilbert" userId="aa7b3766c4c24eb4" providerId="LiveId" clId="{C1022422-C44F-4721-92FF-9DDB880F5282}" dt="2026-07-10T14:45:44.186" v="2058" actId="14100"/>
          <ac:spMkLst>
            <pc:docMk/>
            <pc:sldMk cId="0" sldId="288"/>
            <ac:spMk id="23" creationId="{420DCB20-F5E4-A030-D6F6-69BF181F7223}"/>
          </ac:spMkLst>
        </pc:spChg>
        <pc:spChg chg="add">
          <ac:chgData name="Emmett Gilbert" userId="aa7b3766c4c24eb4" providerId="LiveId" clId="{C1022422-C44F-4721-92FF-9DDB880F5282}" dt="2026-07-10T14:17:02.744" v="1837" actId="22"/>
          <ac:spMkLst>
            <pc:docMk/>
            <pc:sldMk cId="0" sldId="288"/>
            <ac:spMk id="25" creationId="{F4FA0E2E-65D9-FBD7-FAA8-4C20D6D90BB4}"/>
          </ac:spMkLst>
        </pc:spChg>
        <pc:spChg chg="add mod">
          <ac:chgData name="Emmett Gilbert" userId="aa7b3766c4c24eb4" providerId="LiveId" clId="{C1022422-C44F-4721-92FF-9DDB880F5282}" dt="2026-07-10T14:17:08.287" v="1838"/>
          <ac:spMkLst>
            <pc:docMk/>
            <pc:sldMk cId="0" sldId="288"/>
            <ac:spMk id="27" creationId="{5045DF25-DF58-258E-E3BE-CF7F61E53DA8}"/>
          </ac:spMkLst>
        </pc:spChg>
        <pc:spChg chg="add mod">
          <ac:chgData name="Emmett Gilbert" userId="aa7b3766c4c24eb4" providerId="LiveId" clId="{C1022422-C44F-4721-92FF-9DDB880F5282}" dt="2026-07-10T14:21:09.051" v="1875" actId="14100"/>
          <ac:spMkLst>
            <pc:docMk/>
            <pc:sldMk cId="0" sldId="288"/>
            <ac:spMk id="29" creationId="{5E372989-DC99-77AF-E569-FCE456D07AAB}"/>
          </ac:spMkLst>
        </pc:spChg>
        <pc:spChg chg="add mod">
          <ac:chgData name="Emmett Gilbert" userId="aa7b3766c4c24eb4" providerId="LiveId" clId="{C1022422-C44F-4721-92FF-9DDB880F5282}" dt="2026-07-11T05:10:25.832" v="2701" actId="255"/>
          <ac:spMkLst>
            <pc:docMk/>
            <pc:sldMk cId="0" sldId="288"/>
            <ac:spMk id="31" creationId="{8F9E76E2-49B1-9056-927D-7019F13E1C2F}"/>
          </ac:spMkLst>
        </pc:spChg>
        <pc:spChg chg="add mod">
          <ac:chgData name="Emmett Gilbert" userId="aa7b3766c4c24eb4" providerId="LiveId" clId="{C1022422-C44F-4721-92FF-9DDB880F5282}" dt="2026-07-10T14:21:15.056" v="1876" actId="14100"/>
          <ac:spMkLst>
            <pc:docMk/>
            <pc:sldMk cId="0" sldId="288"/>
            <ac:spMk id="33" creationId="{76847D9D-3BB4-0725-7CBE-0A469E80E456}"/>
          </ac:spMkLst>
        </pc:spChg>
        <pc:spChg chg="add mod">
          <ac:chgData name="Emmett Gilbert" userId="aa7b3766c4c24eb4" providerId="LiveId" clId="{C1022422-C44F-4721-92FF-9DDB880F5282}" dt="2026-07-10T14:27:13.825" v="1911" actId="14100"/>
          <ac:spMkLst>
            <pc:docMk/>
            <pc:sldMk cId="0" sldId="288"/>
            <ac:spMk id="35" creationId="{1FDE7B68-F90A-428D-32F0-CCBD870EB114}"/>
          </ac:spMkLst>
        </pc:spChg>
        <pc:spChg chg="add">
          <ac:chgData name="Emmett Gilbert" userId="aa7b3766c4c24eb4" providerId="LiveId" clId="{C1022422-C44F-4721-92FF-9DDB880F5282}" dt="2026-07-10T14:18:23.021" v="1853" actId="22"/>
          <ac:spMkLst>
            <pc:docMk/>
            <pc:sldMk cId="0" sldId="288"/>
            <ac:spMk id="37" creationId="{7F774B46-AE56-8266-7998-FD6F340BDC77}"/>
          </ac:spMkLst>
        </pc:spChg>
        <pc:spChg chg="add">
          <ac:chgData name="Emmett Gilbert" userId="aa7b3766c4c24eb4" providerId="LiveId" clId="{C1022422-C44F-4721-92FF-9DDB880F5282}" dt="2026-07-10T14:20:19.652" v="1871" actId="22"/>
          <ac:spMkLst>
            <pc:docMk/>
            <pc:sldMk cId="0" sldId="288"/>
            <ac:spMk id="39" creationId="{340C5C1B-9FBA-AEA8-FCDF-FF7274DE134D}"/>
          </ac:spMkLst>
        </pc:spChg>
        <pc:spChg chg="add">
          <ac:chgData name="Emmett Gilbert" userId="aa7b3766c4c24eb4" providerId="LiveId" clId="{C1022422-C44F-4721-92FF-9DDB880F5282}" dt="2026-07-10T14:20:19.652" v="1871" actId="22"/>
          <ac:spMkLst>
            <pc:docMk/>
            <pc:sldMk cId="0" sldId="288"/>
            <ac:spMk id="41" creationId="{47AF4CA2-07BA-FF18-B44B-4BA9A3FEC8BE}"/>
          </ac:spMkLst>
        </pc:spChg>
        <pc:spChg chg="add mod">
          <ac:chgData name="Emmett Gilbert" userId="aa7b3766c4c24eb4" providerId="LiveId" clId="{C1022422-C44F-4721-92FF-9DDB880F5282}" dt="2026-07-10T14:20:26.920" v="1872"/>
          <ac:spMkLst>
            <pc:docMk/>
            <pc:sldMk cId="0" sldId="288"/>
            <ac:spMk id="43" creationId="{8E0432FC-2F14-95F4-950F-01A4F6A92B73}"/>
          </ac:spMkLst>
        </pc:spChg>
      </pc:sldChg>
      <pc:sldChg chg="addSp delSp modSp mod">
        <pc:chgData name="Emmett Gilbert" userId="aa7b3766c4c24eb4" providerId="LiveId" clId="{C1022422-C44F-4721-92FF-9DDB880F5282}" dt="2026-07-11T05:11:21.253" v="2711" actId="1076"/>
        <pc:sldMkLst>
          <pc:docMk/>
          <pc:sldMk cId="0" sldId="289"/>
        </pc:sldMkLst>
        <pc:spChg chg="mod">
          <ac:chgData name="Emmett Gilbert" userId="aa7b3766c4c24eb4" providerId="LiveId" clId="{C1022422-C44F-4721-92FF-9DDB880F5282}" dt="2026-07-11T05:11:03.083" v="2708" actId="1076"/>
          <ac:spMkLst>
            <pc:docMk/>
            <pc:sldMk cId="0" sldId="289"/>
            <ac:spMk id="5" creationId="{00000000-0000-0000-0000-000000000000}"/>
          </ac:spMkLst>
        </pc:spChg>
        <pc:spChg chg="mod">
          <ac:chgData name="Emmett Gilbert" userId="aa7b3766c4c24eb4" providerId="LiveId" clId="{C1022422-C44F-4721-92FF-9DDB880F5282}" dt="2026-07-11T05:11:21.253" v="2711" actId="1076"/>
          <ac:spMkLst>
            <pc:docMk/>
            <pc:sldMk cId="0" sldId="289"/>
            <ac:spMk id="6" creationId="{00000000-0000-0000-0000-000000000000}"/>
          </ac:spMkLst>
        </pc:spChg>
        <pc:spChg chg="mod">
          <ac:chgData name="Emmett Gilbert" userId="aa7b3766c4c24eb4" providerId="LiveId" clId="{C1022422-C44F-4721-92FF-9DDB880F5282}" dt="2026-07-10T14:35:23.243" v="1968" actId="1076"/>
          <ac:spMkLst>
            <pc:docMk/>
            <pc:sldMk cId="0" sldId="289"/>
            <ac:spMk id="7" creationId="{00000000-0000-0000-0000-000000000000}"/>
          </ac:spMkLst>
        </pc:spChg>
        <pc:spChg chg="del mod">
          <ac:chgData name="Emmett Gilbert" userId="aa7b3766c4c24eb4" providerId="LiveId" clId="{C1022422-C44F-4721-92FF-9DDB880F5282}" dt="2026-07-10T14:32:40.196" v="1945" actId="478"/>
          <ac:spMkLst>
            <pc:docMk/>
            <pc:sldMk cId="0" sldId="289"/>
            <ac:spMk id="9" creationId="{00000000-0000-0000-0000-000000000000}"/>
          </ac:spMkLst>
        </pc:spChg>
        <pc:spChg chg="del mod">
          <ac:chgData name="Emmett Gilbert" userId="aa7b3766c4c24eb4" providerId="LiveId" clId="{C1022422-C44F-4721-92FF-9DDB880F5282}" dt="2026-07-10T14:28:23.784" v="1917" actId="478"/>
          <ac:spMkLst>
            <pc:docMk/>
            <pc:sldMk cId="0" sldId="289"/>
            <ac:spMk id="10" creationId="{00000000-0000-0000-0000-000000000000}"/>
          </ac:spMkLst>
        </pc:spChg>
        <pc:spChg chg="del mod">
          <ac:chgData name="Emmett Gilbert" userId="aa7b3766c4c24eb4" providerId="LiveId" clId="{C1022422-C44F-4721-92FF-9DDB880F5282}" dt="2026-07-10T14:28:26.739" v="1919" actId="478"/>
          <ac:spMkLst>
            <pc:docMk/>
            <pc:sldMk cId="0" sldId="289"/>
            <ac:spMk id="11" creationId="{00000000-0000-0000-0000-000000000000}"/>
          </ac:spMkLst>
        </pc:spChg>
        <pc:spChg chg="del mod">
          <ac:chgData name="Emmett Gilbert" userId="aa7b3766c4c24eb4" providerId="LiveId" clId="{C1022422-C44F-4721-92FF-9DDB880F5282}" dt="2026-07-10T14:28:25.198" v="1918" actId="478"/>
          <ac:spMkLst>
            <pc:docMk/>
            <pc:sldMk cId="0" sldId="289"/>
            <ac:spMk id="12" creationId="{00000000-0000-0000-0000-000000000000}"/>
          </ac:spMkLst>
        </pc:spChg>
        <pc:spChg chg="add mod">
          <ac:chgData name="Emmett Gilbert" userId="aa7b3766c4c24eb4" providerId="LiveId" clId="{C1022422-C44F-4721-92FF-9DDB880F5282}" dt="2026-07-10T14:33:49.647" v="1957" actId="1076"/>
          <ac:spMkLst>
            <pc:docMk/>
            <pc:sldMk cId="0" sldId="289"/>
            <ac:spMk id="15" creationId="{0B35BA52-5790-7754-4746-35F60D4E4E29}"/>
          </ac:spMkLst>
        </pc:spChg>
        <pc:spChg chg="add mod">
          <ac:chgData name="Emmett Gilbert" userId="aa7b3766c4c24eb4" providerId="LiveId" clId="{C1022422-C44F-4721-92FF-9DDB880F5282}" dt="2026-07-10T14:45:47.872" v="2059" actId="14100"/>
          <ac:spMkLst>
            <pc:docMk/>
            <pc:sldMk cId="0" sldId="289"/>
            <ac:spMk id="17" creationId="{8EDDBE73-EF4A-5376-0F8A-7B3799FA0760}"/>
          </ac:spMkLst>
        </pc:spChg>
        <pc:spChg chg="add">
          <ac:chgData name="Emmett Gilbert" userId="aa7b3766c4c24eb4" providerId="LiveId" clId="{C1022422-C44F-4721-92FF-9DDB880F5282}" dt="2026-07-10T14:28:11.672" v="1914" actId="22"/>
          <ac:spMkLst>
            <pc:docMk/>
            <pc:sldMk cId="0" sldId="289"/>
            <ac:spMk id="19" creationId="{7085EBF4-86C9-D505-FE59-DD7098BAC7D1}"/>
          </ac:spMkLst>
        </pc:spChg>
        <pc:spChg chg="add mod">
          <ac:chgData name="Emmett Gilbert" userId="aa7b3766c4c24eb4" providerId="LiveId" clId="{C1022422-C44F-4721-92FF-9DDB880F5282}" dt="2026-07-10T14:28:17.706" v="1915"/>
          <ac:spMkLst>
            <pc:docMk/>
            <pc:sldMk cId="0" sldId="289"/>
            <ac:spMk id="21" creationId="{E9C444A5-B79A-9FA5-9266-3385544E3BAD}"/>
          </ac:spMkLst>
        </pc:spChg>
        <pc:spChg chg="add del mod">
          <ac:chgData name="Emmett Gilbert" userId="aa7b3766c4c24eb4" providerId="LiveId" clId="{C1022422-C44F-4721-92FF-9DDB880F5282}" dt="2026-07-10T14:31:37.562" v="1935" actId="478"/>
          <ac:spMkLst>
            <pc:docMk/>
            <pc:sldMk cId="0" sldId="289"/>
            <ac:spMk id="23" creationId="{4E2122DC-3D43-E545-18A4-5ABCC9C553AD}"/>
          </ac:spMkLst>
        </pc:spChg>
        <pc:graphicFrameChg chg="mod modGraphic">
          <ac:chgData name="Emmett Gilbert" userId="aa7b3766c4c24eb4" providerId="LiveId" clId="{C1022422-C44F-4721-92FF-9DDB880F5282}" dt="2026-07-10T14:42:54.624" v="2023" actId="14100"/>
          <ac:graphicFrameMkLst>
            <pc:docMk/>
            <pc:sldMk cId="0" sldId="289"/>
            <ac:graphicFrameMk id="35" creationId="{00000000-0000-0000-0000-000000000000}"/>
          </ac:graphicFrameMkLst>
        </pc:graphicFrameChg>
      </pc:sldChg>
      <pc:sldChg chg="addSp delSp modSp mod">
        <pc:chgData name="Emmett Gilbert" userId="aa7b3766c4c24eb4" providerId="LiveId" clId="{C1022422-C44F-4721-92FF-9DDB880F5282}" dt="2026-07-10T14:45:56.042" v="2060" actId="14100"/>
        <pc:sldMkLst>
          <pc:docMk/>
          <pc:sldMk cId="0" sldId="290"/>
        </pc:sldMkLst>
        <pc:spChg chg="del">
          <ac:chgData name="Emmett Gilbert" userId="aa7b3766c4c24eb4" providerId="LiveId" clId="{C1022422-C44F-4721-92FF-9DDB880F5282}" dt="2026-07-10T14:40:26.421" v="1997" actId="478"/>
          <ac:spMkLst>
            <pc:docMk/>
            <pc:sldMk cId="0" sldId="290"/>
            <ac:spMk id="6" creationId="{00000000-0000-0000-0000-000000000000}"/>
          </ac:spMkLst>
        </pc:spChg>
        <pc:spChg chg="del">
          <ac:chgData name="Emmett Gilbert" userId="aa7b3766c4c24eb4" providerId="LiveId" clId="{C1022422-C44F-4721-92FF-9DDB880F5282}" dt="2026-07-10T14:40:30.038" v="1999" actId="478"/>
          <ac:spMkLst>
            <pc:docMk/>
            <pc:sldMk cId="0" sldId="290"/>
            <ac:spMk id="7" creationId="{00000000-0000-0000-0000-000000000000}"/>
          </ac:spMkLst>
        </pc:spChg>
        <pc:spChg chg="del">
          <ac:chgData name="Emmett Gilbert" userId="aa7b3766c4c24eb4" providerId="LiveId" clId="{C1022422-C44F-4721-92FF-9DDB880F5282}" dt="2026-07-10T14:40:28.120" v="1998" actId="478"/>
          <ac:spMkLst>
            <pc:docMk/>
            <pc:sldMk cId="0" sldId="290"/>
            <ac:spMk id="8" creationId="{00000000-0000-0000-0000-000000000000}"/>
          </ac:spMkLst>
        </pc:spChg>
        <pc:spChg chg="mod">
          <ac:chgData name="Emmett Gilbert" userId="aa7b3766c4c24eb4" providerId="LiveId" clId="{C1022422-C44F-4721-92FF-9DDB880F5282}" dt="2026-07-10T14:42:16.884" v="2019" actId="14100"/>
          <ac:spMkLst>
            <pc:docMk/>
            <pc:sldMk cId="0" sldId="290"/>
            <ac:spMk id="9" creationId="{00000000-0000-0000-0000-000000000000}"/>
          </ac:spMkLst>
        </pc:spChg>
        <pc:spChg chg="del mod">
          <ac:chgData name="Emmett Gilbert" userId="aa7b3766c4c24eb4" providerId="LiveId" clId="{C1022422-C44F-4721-92FF-9DDB880F5282}" dt="2026-07-10T14:39:52.624" v="1992" actId="478"/>
          <ac:spMkLst>
            <pc:docMk/>
            <pc:sldMk cId="0" sldId="290"/>
            <ac:spMk id="10" creationId="{00000000-0000-0000-0000-000000000000}"/>
          </ac:spMkLst>
        </pc:spChg>
        <pc:spChg chg="del mod">
          <ac:chgData name="Emmett Gilbert" userId="aa7b3766c4c24eb4" providerId="LiveId" clId="{C1022422-C44F-4721-92FF-9DDB880F5282}" dt="2026-07-10T14:39:28.519" v="1988" actId="478"/>
          <ac:spMkLst>
            <pc:docMk/>
            <pc:sldMk cId="0" sldId="290"/>
            <ac:spMk id="11" creationId="{00000000-0000-0000-0000-000000000000}"/>
          </ac:spMkLst>
        </pc:spChg>
        <pc:spChg chg="del mod">
          <ac:chgData name="Emmett Gilbert" userId="aa7b3766c4c24eb4" providerId="LiveId" clId="{C1022422-C44F-4721-92FF-9DDB880F5282}" dt="2026-07-10T14:39:32.260" v="1990" actId="478"/>
          <ac:spMkLst>
            <pc:docMk/>
            <pc:sldMk cId="0" sldId="290"/>
            <ac:spMk id="12" creationId="{00000000-0000-0000-0000-000000000000}"/>
          </ac:spMkLst>
        </pc:spChg>
        <pc:spChg chg="del mod">
          <ac:chgData name="Emmett Gilbert" userId="aa7b3766c4c24eb4" providerId="LiveId" clId="{C1022422-C44F-4721-92FF-9DDB880F5282}" dt="2026-07-10T14:39:30.523" v="1989" actId="478"/>
          <ac:spMkLst>
            <pc:docMk/>
            <pc:sldMk cId="0" sldId="290"/>
            <ac:spMk id="13" creationId="{00000000-0000-0000-0000-000000000000}"/>
          </ac:spMkLst>
        </pc:spChg>
        <pc:spChg chg="add mod">
          <ac:chgData name="Emmett Gilbert" userId="aa7b3766c4c24eb4" providerId="LiveId" clId="{C1022422-C44F-4721-92FF-9DDB880F5282}" dt="2026-07-10T14:39:44.039" v="1991"/>
          <ac:spMkLst>
            <pc:docMk/>
            <pc:sldMk cId="0" sldId="290"/>
            <ac:spMk id="16" creationId="{64EF71A9-B2A5-3768-E73D-42F25CE0A665}"/>
          </ac:spMkLst>
        </pc:spChg>
        <pc:spChg chg="add mod">
          <ac:chgData name="Emmett Gilbert" userId="aa7b3766c4c24eb4" providerId="LiveId" clId="{C1022422-C44F-4721-92FF-9DDB880F5282}" dt="2026-07-10T14:45:56.042" v="2060" actId="14100"/>
          <ac:spMkLst>
            <pc:docMk/>
            <pc:sldMk cId="0" sldId="290"/>
            <ac:spMk id="18" creationId="{79C28CC0-7650-DE90-2E23-10B961C97D33}"/>
          </ac:spMkLst>
        </pc:spChg>
        <pc:spChg chg="add">
          <ac:chgData name="Emmett Gilbert" userId="aa7b3766c4c24eb4" providerId="LiveId" clId="{C1022422-C44F-4721-92FF-9DDB880F5282}" dt="2026-07-10T14:39:16.233" v="1985" actId="22"/>
          <ac:spMkLst>
            <pc:docMk/>
            <pc:sldMk cId="0" sldId="290"/>
            <ac:spMk id="20" creationId="{302E2DCF-2FB5-4476-A9D6-141D516A8F52}"/>
          </ac:spMkLst>
        </pc:spChg>
        <pc:spChg chg="add mod">
          <ac:chgData name="Emmett Gilbert" userId="aa7b3766c4c24eb4" providerId="LiveId" clId="{C1022422-C44F-4721-92FF-9DDB880F5282}" dt="2026-07-10T14:39:24.726" v="1987"/>
          <ac:spMkLst>
            <pc:docMk/>
            <pc:sldMk cId="0" sldId="290"/>
            <ac:spMk id="22" creationId="{8225CD97-3BF9-3D41-CFB8-D5D7698BD577}"/>
          </ac:spMkLst>
        </pc:spChg>
        <pc:spChg chg="add">
          <ac:chgData name="Emmett Gilbert" userId="aa7b3766c4c24eb4" providerId="LiveId" clId="{C1022422-C44F-4721-92FF-9DDB880F5282}" dt="2026-07-10T14:40:08.146" v="1994" actId="22"/>
          <ac:spMkLst>
            <pc:docMk/>
            <pc:sldMk cId="0" sldId="290"/>
            <ac:spMk id="24" creationId="{A3E7B4EA-846F-CC80-AD70-59F24749AD58}"/>
          </ac:spMkLst>
        </pc:spChg>
        <pc:spChg chg="add">
          <ac:chgData name="Emmett Gilbert" userId="aa7b3766c4c24eb4" providerId="LiveId" clId="{C1022422-C44F-4721-92FF-9DDB880F5282}" dt="2026-07-10T14:40:08.146" v="1994" actId="22"/>
          <ac:spMkLst>
            <pc:docMk/>
            <pc:sldMk cId="0" sldId="290"/>
            <ac:spMk id="26" creationId="{6728DEAF-AFA3-E3B7-E449-2BF05DCF3F56}"/>
          </ac:spMkLst>
        </pc:spChg>
        <pc:spChg chg="add mod">
          <ac:chgData name="Emmett Gilbert" userId="aa7b3766c4c24eb4" providerId="LiveId" clId="{C1022422-C44F-4721-92FF-9DDB880F5282}" dt="2026-07-10T14:40:23.719" v="1996" actId="947"/>
          <ac:spMkLst>
            <pc:docMk/>
            <pc:sldMk cId="0" sldId="290"/>
            <ac:spMk id="28" creationId="{12CE1DE6-68F7-0FBA-23AE-85872B2B1F70}"/>
          </ac:spMkLst>
        </pc:spChg>
        <pc:graphicFrameChg chg="mod modGraphic">
          <ac:chgData name="Emmett Gilbert" userId="aa7b3766c4c24eb4" providerId="LiveId" clId="{C1022422-C44F-4721-92FF-9DDB880F5282}" dt="2026-07-10T14:42:34.471" v="2021" actId="14100"/>
          <ac:graphicFrameMkLst>
            <pc:docMk/>
            <pc:sldMk cId="0" sldId="290"/>
            <ac:graphicFrameMk id="36" creationId="{00000000-0000-0000-0000-000000000000}"/>
          </ac:graphicFrameMkLst>
        </pc:graphicFrameChg>
      </pc:sldChg>
      <pc:sldChg chg="addSp delSp modSp mod">
        <pc:chgData name="Emmett Gilbert" userId="aa7b3766c4c24eb4" providerId="LiveId" clId="{C1022422-C44F-4721-92FF-9DDB880F5282}" dt="2026-07-10T14:50:32.273" v="2119" actId="14734"/>
        <pc:sldMkLst>
          <pc:docMk/>
          <pc:sldMk cId="0" sldId="291"/>
        </pc:sldMkLst>
        <pc:spChg chg="mod">
          <ac:chgData name="Emmett Gilbert" userId="aa7b3766c4c24eb4" providerId="LiveId" clId="{C1022422-C44F-4721-92FF-9DDB880F5282}" dt="2026-07-10T14:50:06.061" v="2115" actId="1076"/>
          <ac:spMkLst>
            <pc:docMk/>
            <pc:sldMk cId="0" sldId="291"/>
            <ac:spMk id="4" creationId="{00000000-0000-0000-0000-000000000000}"/>
          </ac:spMkLst>
        </pc:spChg>
        <pc:spChg chg="mod">
          <ac:chgData name="Emmett Gilbert" userId="aa7b3766c4c24eb4" providerId="LiveId" clId="{C1022422-C44F-4721-92FF-9DDB880F5282}" dt="2026-07-10T14:50:16.599" v="2116" actId="1076"/>
          <ac:spMkLst>
            <pc:docMk/>
            <pc:sldMk cId="0" sldId="291"/>
            <ac:spMk id="5" creationId="{00000000-0000-0000-0000-000000000000}"/>
          </ac:spMkLst>
        </pc:spChg>
        <pc:spChg chg="mod">
          <ac:chgData name="Emmett Gilbert" userId="aa7b3766c4c24eb4" providerId="LiveId" clId="{C1022422-C44F-4721-92FF-9DDB880F5282}" dt="2026-07-10T14:50:16.599" v="2116" actId="1076"/>
          <ac:spMkLst>
            <pc:docMk/>
            <pc:sldMk cId="0" sldId="291"/>
            <ac:spMk id="7" creationId="{00000000-0000-0000-0000-000000000000}"/>
          </ac:spMkLst>
        </pc:spChg>
        <pc:spChg chg="add del">
          <ac:chgData name="Emmett Gilbert" userId="aa7b3766c4c24eb4" providerId="LiveId" clId="{C1022422-C44F-4721-92FF-9DDB880F5282}" dt="2026-07-10T14:47:02.054" v="2068" actId="478"/>
          <ac:spMkLst>
            <pc:docMk/>
            <pc:sldMk cId="0" sldId="291"/>
            <ac:spMk id="8" creationId="{53520E1D-5FF9-149E-C03D-E560737C4AAC}"/>
          </ac:spMkLst>
        </pc:spChg>
        <pc:spChg chg="del">
          <ac:chgData name="Emmett Gilbert" userId="aa7b3766c4c24eb4" providerId="LiveId" clId="{C1022422-C44F-4721-92FF-9DDB880F5282}" dt="2026-07-10T14:48:42.872" v="2102" actId="478"/>
          <ac:spMkLst>
            <pc:docMk/>
            <pc:sldMk cId="0" sldId="291"/>
            <ac:spMk id="9" creationId="{00000000-0000-0000-0000-000000000000}"/>
          </ac:spMkLst>
        </pc:spChg>
        <pc:spChg chg="del">
          <ac:chgData name="Emmett Gilbert" userId="aa7b3766c4c24eb4" providerId="LiveId" clId="{C1022422-C44F-4721-92FF-9DDB880F5282}" dt="2026-07-10T14:49:54.806" v="2111" actId="478"/>
          <ac:spMkLst>
            <pc:docMk/>
            <pc:sldMk cId="0" sldId="291"/>
            <ac:spMk id="10" creationId="{00000000-0000-0000-0000-000000000000}"/>
          </ac:spMkLst>
        </pc:spChg>
        <pc:spChg chg="del mod">
          <ac:chgData name="Emmett Gilbert" userId="aa7b3766c4c24eb4" providerId="LiveId" clId="{C1022422-C44F-4721-92FF-9DDB880F5282}" dt="2026-07-10T14:49:58.987" v="2113" actId="478"/>
          <ac:spMkLst>
            <pc:docMk/>
            <pc:sldMk cId="0" sldId="291"/>
            <ac:spMk id="11" creationId="{00000000-0000-0000-0000-000000000000}"/>
          </ac:spMkLst>
        </pc:spChg>
        <pc:spChg chg="del">
          <ac:chgData name="Emmett Gilbert" userId="aa7b3766c4c24eb4" providerId="LiveId" clId="{C1022422-C44F-4721-92FF-9DDB880F5282}" dt="2026-07-10T14:48:20.680" v="2097" actId="478"/>
          <ac:spMkLst>
            <pc:docMk/>
            <pc:sldMk cId="0" sldId="291"/>
            <ac:spMk id="12" creationId="{00000000-0000-0000-0000-000000000000}"/>
          </ac:spMkLst>
        </pc:spChg>
        <pc:spChg chg="del mod">
          <ac:chgData name="Emmett Gilbert" userId="aa7b3766c4c24eb4" providerId="LiveId" clId="{C1022422-C44F-4721-92FF-9DDB880F5282}" dt="2026-07-10T14:47:11.308" v="2070" actId="478"/>
          <ac:spMkLst>
            <pc:docMk/>
            <pc:sldMk cId="0" sldId="291"/>
            <ac:spMk id="13" creationId="{00000000-0000-0000-0000-000000000000}"/>
          </ac:spMkLst>
        </pc:spChg>
        <pc:spChg chg="del mod">
          <ac:chgData name="Emmett Gilbert" userId="aa7b3766c4c24eb4" providerId="LiveId" clId="{C1022422-C44F-4721-92FF-9DDB880F5282}" dt="2026-07-10T14:47:14.652" v="2072" actId="478"/>
          <ac:spMkLst>
            <pc:docMk/>
            <pc:sldMk cId="0" sldId="291"/>
            <ac:spMk id="14" creationId="{00000000-0000-0000-0000-000000000000}"/>
          </ac:spMkLst>
        </pc:spChg>
        <pc:spChg chg="del mod">
          <ac:chgData name="Emmett Gilbert" userId="aa7b3766c4c24eb4" providerId="LiveId" clId="{C1022422-C44F-4721-92FF-9DDB880F5282}" dt="2026-07-10T14:47:12.866" v="2071" actId="478"/>
          <ac:spMkLst>
            <pc:docMk/>
            <pc:sldMk cId="0" sldId="291"/>
            <ac:spMk id="15" creationId="{00000000-0000-0000-0000-000000000000}"/>
          </ac:spMkLst>
        </pc:spChg>
        <pc:spChg chg="add mod">
          <ac:chgData name="Emmett Gilbert" userId="aa7b3766c4c24eb4" providerId="LiveId" clId="{C1022422-C44F-4721-92FF-9DDB880F5282}" dt="2026-07-10T14:48:06.981" v="2096" actId="20577"/>
          <ac:spMkLst>
            <pc:docMk/>
            <pc:sldMk cId="0" sldId="291"/>
            <ac:spMk id="19" creationId="{EA8BBAD4-957E-844C-ADF3-5CFC3852C2E4}"/>
          </ac:spMkLst>
        </pc:spChg>
        <pc:spChg chg="add">
          <ac:chgData name="Emmett Gilbert" userId="aa7b3766c4c24eb4" providerId="LiveId" clId="{C1022422-C44F-4721-92FF-9DDB880F5282}" dt="2026-07-10T14:46:57.054" v="2067" actId="22"/>
          <ac:spMkLst>
            <pc:docMk/>
            <pc:sldMk cId="0" sldId="291"/>
            <ac:spMk id="21" creationId="{9921289C-47E9-1ED0-CAD4-DD8096C90406}"/>
          </ac:spMkLst>
        </pc:spChg>
        <pc:spChg chg="add">
          <ac:chgData name="Emmett Gilbert" userId="aa7b3766c4c24eb4" providerId="LiveId" clId="{C1022422-C44F-4721-92FF-9DDB880F5282}" dt="2026-07-10T14:46:57.054" v="2067" actId="22"/>
          <ac:spMkLst>
            <pc:docMk/>
            <pc:sldMk cId="0" sldId="291"/>
            <ac:spMk id="23" creationId="{54960ED3-D131-F777-6409-D4B15CAB7719}"/>
          </ac:spMkLst>
        </pc:spChg>
        <pc:spChg chg="add mod">
          <ac:chgData name="Emmett Gilbert" userId="aa7b3766c4c24eb4" providerId="LiveId" clId="{C1022422-C44F-4721-92FF-9DDB880F5282}" dt="2026-07-10T14:47:08.003" v="2069"/>
          <ac:spMkLst>
            <pc:docMk/>
            <pc:sldMk cId="0" sldId="291"/>
            <ac:spMk id="25" creationId="{0B17110A-E661-E4C9-988B-7344CD40BDAB}"/>
          </ac:spMkLst>
        </pc:spChg>
        <pc:spChg chg="add">
          <ac:chgData name="Emmett Gilbert" userId="aa7b3766c4c24eb4" providerId="LiveId" clId="{C1022422-C44F-4721-92FF-9DDB880F5282}" dt="2026-07-10T14:49:28.076" v="2108" actId="22"/>
          <ac:spMkLst>
            <pc:docMk/>
            <pc:sldMk cId="0" sldId="291"/>
            <ac:spMk id="27" creationId="{B92284E3-780F-D482-A9A9-8791DC1B8C3B}"/>
          </ac:spMkLst>
        </pc:spChg>
        <pc:spChg chg="add">
          <ac:chgData name="Emmett Gilbert" userId="aa7b3766c4c24eb4" providerId="LiveId" clId="{C1022422-C44F-4721-92FF-9DDB880F5282}" dt="2026-07-10T14:49:28.076" v="2108" actId="22"/>
          <ac:spMkLst>
            <pc:docMk/>
            <pc:sldMk cId="0" sldId="291"/>
            <ac:spMk id="29" creationId="{59BEE66F-3D4C-9CB5-046F-5093B7F6EB0D}"/>
          </ac:spMkLst>
        </pc:spChg>
        <pc:spChg chg="add mod">
          <ac:chgData name="Emmett Gilbert" userId="aa7b3766c4c24eb4" providerId="LiveId" clId="{C1022422-C44F-4721-92FF-9DDB880F5282}" dt="2026-07-10T14:49:50.459" v="2110" actId="947"/>
          <ac:spMkLst>
            <pc:docMk/>
            <pc:sldMk cId="0" sldId="291"/>
            <ac:spMk id="31" creationId="{8638CBF3-BB9F-8D7E-7847-BC5CC0AFDCE9}"/>
          </ac:spMkLst>
        </pc:spChg>
        <pc:graphicFrameChg chg="mod modGraphic">
          <ac:chgData name="Emmett Gilbert" userId="aa7b3766c4c24eb4" providerId="LiveId" clId="{C1022422-C44F-4721-92FF-9DDB880F5282}" dt="2026-07-10T14:50:25.193" v="2117" actId="1076"/>
          <ac:graphicFrameMkLst>
            <pc:docMk/>
            <pc:sldMk cId="0" sldId="291"/>
            <ac:graphicFrameMk id="37" creationId="{00000000-0000-0000-0000-000000000000}"/>
          </ac:graphicFrameMkLst>
        </pc:graphicFrameChg>
        <pc:graphicFrameChg chg="mod modGraphic">
          <ac:chgData name="Emmett Gilbert" userId="aa7b3766c4c24eb4" providerId="LiveId" clId="{C1022422-C44F-4721-92FF-9DDB880F5282}" dt="2026-07-10T14:50:32.273" v="2119" actId="14734"/>
          <ac:graphicFrameMkLst>
            <pc:docMk/>
            <pc:sldMk cId="0" sldId="291"/>
            <ac:graphicFrameMk id="73" creationId="{00000000-0000-0000-0000-000000000000}"/>
          </ac:graphicFrameMkLst>
        </pc:graphicFrameChg>
      </pc:sldChg>
      <pc:sldChg chg="addSp delSp modSp mod">
        <pc:chgData name="Emmett Gilbert" userId="aa7b3766c4c24eb4" providerId="LiveId" clId="{C1022422-C44F-4721-92FF-9DDB880F5282}" dt="2026-07-10T14:53:04.326" v="2139" actId="1076"/>
        <pc:sldMkLst>
          <pc:docMk/>
          <pc:sldMk cId="0" sldId="292"/>
        </pc:sldMkLst>
        <pc:spChg chg="del">
          <ac:chgData name="Emmett Gilbert" userId="aa7b3766c4c24eb4" providerId="LiveId" clId="{C1022422-C44F-4721-92FF-9DDB880F5282}" dt="2026-07-10T14:52:53.491" v="2136" actId="478"/>
          <ac:spMkLst>
            <pc:docMk/>
            <pc:sldMk cId="0" sldId="292"/>
            <ac:spMk id="6" creationId="{00000000-0000-0000-0000-000000000000}"/>
          </ac:spMkLst>
        </pc:spChg>
        <pc:spChg chg="del">
          <ac:chgData name="Emmett Gilbert" userId="aa7b3766c4c24eb4" providerId="LiveId" clId="{C1022422-C44F-4721-92FF-9DDB880F5282}" dt="2026-07-10T14:52:57.846" v="2138" actId="478"/>
          <ac:spMkLst>
            <pc:docMk/>
            <pc:sldMk cId="0" sldId="292"/>
            <ac:spMk id="7" creationId="{00000000-0000-0000-0000-000000000000}"/>
          </ac:spMkLst>
        </pc:spChg>
        <pc:spChg chg="del">
          <ac:chgData name="Emmett Gilbert" userId="aa7b3766c4c24eb4" providerId="LiveId" clId="{C1022422-C44F-4721-92FF-9DDB880F5282}" dt="2026-07-10T14:52:55.194" v="2137" actId="478"/>
          <ac:spMkLst>
            <pc:docMk/>
            <pc:sldMk cId="0" sldId="292"/>
            <ac:spMk id="8" creationId="{00000000-0000-0000-0000-000000000000}"/>
          </ac:spMkLst>
        </pc:spChg>
        <pc:spChg chg="del">
          <ac:chgData name="Emmett Gilbert" userId="aa7b3766c4c24eb4" providerId="LiveId" clId="{C1022422-C44F-4721-92FF-9DDB880F5282}" dt="2026-07-10T14:52:05.255" v="2129" actId="478"/>
          <ac:spMkLst>
            <pc:docMk/>
            <pc:sldMk cId="0" sldId="292"/>
            <ac:spMk id="9" creationId="{00000000-0000-0000-0000-000000000000}"/>
          </ac:spMkLst>
        </pc:spChg>
        <pc:spChg chg="del">
          <ac:chgData name="Emmett Gilbert" userId="aa7b3766c4c24eb4" providerId="LiveId" clId="{C1022422-C44F-4721-92FF-9DDB880F5282}" dt="2026-07-10T14:52:32.854" v="2132" actId="478"/>
          <ac:spMkLst>
            <pc:docMk/>
            <pc:sldMk cId="0" sldId="292"/>
            <ac:spMk id="10" creationId="{00000000-0000-0000-0000-000000000000}"/>
          </ac:spMkLst>
        </pc:spChg>
        <pc:spChg chg="del">
          <ac:chgData name="Emmett Gilbert" userId="aa7b3766c4c24eb4" providerId="LiveId" clId="{C1022422-C44F-4721-92FF-9DDB880F5282}" dt="2026-07-10T14:52:34.292" v="2133" actId="478"/>
          <ac:spMkLst>
            <pc:docMk/>
            <pc:sldMk cId="0" sldId="292"/>
            <ac:spMk id="11" creationId="{00000000-0000-0000-0000-000000000000}"/>
          </ac:spMkLst>
        </pc:spChg>
        <pc:spChg chg="del mod">
          <ac:chgData name="Emmett Gilbert" userId="aa7b3766c4c24eb4" providerId="LiveId" clId="{C1022422-C44F-4721-92FF-9DDB880F5282}" dt="2026-07-10T14:51:33.087" v="2124" actId="478"/>
          <ac:spMkLst>
            <pc:docMk/>
            <pc:sldMk cId="0" sldId="292"/>
            <ac:spMk id="12" creationId="{00000000-0000-0000-0000-000000000000}"/>
          </ac:spMkLst>
        </pc:spChg>
        <pc:spChg chg="del mod">
          <ac:chgData name="Emmett Gilbert" userId="aa7b3766c4c24eb4" providerId="LiveId" clId="{C1022422-C44F-4721-92FF-9DDB880F5282}" dt="2026-07-10T14:51:34.623" v="2125" actId="478"/>
          <ac:spMkLst>
            <pc:docMk/>
            <pc:sldMk cId="0" sldId="292"/>
            <ac:spMk id="13" creationId="{00000000-0000-0000-0000-000000000000}"/>
          </ac:spMkLst>
        </pc:spChg>
        <pc:spChg chg="del mod">
          <ac:chgData name="Emmett Gilbert" userId="aa7b3766c4c24eb4" providerId="LiveId" clId="{C1022422-C44F-4721-92FF-9DDB880F5282}" dt="2026-07-10T14:51:32.352" v="2123" actId="478"/>
          <ac:spMkLst>
            <pc:docMk/>
            <pc:sldMk cId="0" sldId="292"/>
            <ac:spMk id="14" creationId="{00000000-0000-0000-0000-000000000000}"/>
          </ac:spMkLst>
        </pc:spChg>
        <pc:spChg chg="add mod">
          <ac:chgData name="Emmett Gilbert" userId="aa7b3766c4c24eb4" providerId="LiveId" clId="{C1022422-C44F-4721-92FF-9DDB880F5282}" dt="2026-07-10T14:51:56.330" v="2127" actId="255"/>
          <ac:spMkLst>
            <pc:docMk/>
            <pc:sldMk cId="0" sldId="292"/>
            <ac:spMk id="17" creationId="{83E1B85C-A9EF-5407-863F-B1C48B46D360}"/>
          </ac:spMkLst>
        </pc:spChg>
        <pc:spChg chg="add">
          <ac:chgData name="Emmett Gilbert" userId="aa7b3766c4c24eb4" providerId="LiveId" clId="{C1022422-C44F-4721-92FF-9DDB880F5282}" dt="2026-07-10T14:51:23.586" v="2121" actId="22"/>
          <ac:spMkLst>
            <pc:docMk/>
            <pc:sldMk cId="0" sldId="292"/>
            <ac:spMk id="19" creationId="{B47CFBD4-CC1E-CDA5-03E9-E2D256D45790}"/>
          </ac:spMkLst>
        </pc:spChg>
        <pc:spChg chg="add">
          <ac:chgData name="Emmett Gilbert" userId="aa7b3766c4c24eb4" providerId="LiveId" clId="{C1022422-C44F-4721-92FF-9DDB880F5282}" dt="2026-07-10T14:51:23.586" v="2121" actId="22"/>
          <ac:spMkLst>
            <pc:docMk/>
            <pc:sldMk cId="0" sldId="292"/>
            <ac:spMk id="21" creationId="{917DDD3F-59C7-1CD6-90DF-2AEAE23BD4B2}"/>
          </ac:spMkLst>
        </pc:spChg>
        <pc:spChg chg="add mod">
          <ac:chgData name="Emmett Gilbert" userId="aa7b3766c4c24eb4" providerId="LiveId" clId="{C1022422-C44F-4721-92FF-9DDB880F5282}" dt="2026-07-10T14:51:29.580" v="2122"/>
          <ac:spMkLst>
            <pc:docMk/>
            <pc:sldMk cId="0" sldId="292"/>
            <ac:spMk id="23" creationId="{B9525CC4-62E6-56DD-ABA4-F9C1394FE2ED}"/>
          </ac:spMkLst>
        </pc:spChg>
        <pc:spChg chg="add">
          <ac:chgData name="Emmett Gilbert" userId="aa7b3766c4c24eb4" providerId="LiveId" clId="{C1022422-C44F-4721-92FF-9DDB880F5282}" dt="2026-07-10T14:52:25.408" v="2130" actId="22"/>
          <ac:spMkLst>
            <pc:docMk/>
            <pc:sldMk cId="0" sldId="292"/>
            <ac:spMk id="25" creationId="{D74B9181-4A7F-14F4-76B7-5DC5D6199C60}"/>
          </ac:spMkLst>
        </pc:spChg>
        <pc:spChg chg="add">
          <ac:chgData name="Emmett Gilbert" userId="aa7b3766c4c24eb4" providerId="LiveId" clId="{C1022422-C44F-4721-92FF-9DDB880F5282}" dt="2026-07-10T14:52:25.408" v="2130" actId="22"/>
          <ac:spMkLst>
            <pc:docMk/>
            <pc:sldMk cId="0" sldId="292"/>
            <ac:spMk id="27" creationId="{98499B3B-C26D-902E-B221-8F59E7185052}"/>
          </ac:spMkLst>
        </pc:spChg>
        <pc:spChg chg="add mod">
          <ac:chgData name="Emmett Gilbert" userId="aa7b3766c4c24eb4" providerId="LiveId" clId="{C1022422-C44F-4721-92FF-9DDB880F5282}" dt="2026-07-10T14:52:51.070" v="2135" actId="947"/>
          <ac:spMkLst>
            <pc:docMk/>
            <pc:sldMk cId="0" sldId="292"/>
            <ac:spMk id="29" creationId="{20D9F04F-E2FB-1CD4-B8E5-E7FFDB9A248E}"/>
          </ac:spMkLst>
        </pc:spChg>
        <pc:spChg chg="add">
          <ac:chgData name="Emmett Gilbert" userId="aa7b3766c4c24eb4" providerId="LiveId" clId="{C1022422-C44F-4721-92FF-9DDB880F5282}" dt="2026-07-10T14:52:25.408" v="2130" actId="22"/>
          <ac:spMkLst>
            <pc:docMk/>
            <pc:sldMk cId="0" sldId="292"/>
            <ac:spMk id="31" creationId="{2E0E358E-A0CC-19D3-9321-BC5767227E76}"/>
          </ac:spMkLst>
        </pc:spChg>
        <pc:spChg chg="add mod">
          <ac:chgData name="Emmett Gilbert" userId="aa7b3766c4c24eb4" providerId="LiveId" clId="{C1022422-C44F-4721-92FF-9DDB880F5282}" dt="2026-07-10T14:52:31.083" v="2131"/>
          <ac:spMkLst>
            <pc:docMk/>
            <pc:sldMk cId="0" sldId="292"/>
            <ac:spMk id="33" creationId="{1B5445D7-2F35-568F-BC37-B788E017F421}"/>
          </ac:spMkLst>
        </pc:spChg>
        <pc:graphicFrameChg chg="mod">
          <ac:chgData name="Emmett Gilbert" userId="aa7b3766c4c24eb4" providerId="LiveId" clId="{C1022422-C44F-4721-92FF-9DDB880F5282}" dt="2026-07-10T14:53:04.326" v="2139" actId="1076"/>
          <ac:graphicFrameMkLst>
            <pc:docMk/>
            <pc:sldMk cId="0" sldId="292"/>
            <ac:graphicFrameMk id="38" creationId="{00000000-0000-0000-0000-000000000000}"/>
          </ac:graphicFrameMkLst>
        </pc:graphicFrameChg>
      </pc:sldChg>
      <pc:sldChg chg="addSp delSp modSp mod">
        <pc:chgData name="Emmett Gilbert" userId="aa7b3766c4c24eb4" providerId="LiveId" clId="{C1022422-C44F-4721-92FF-9DDB880F5282}" dt="2026-07-10T14:56:58.437" v="2163" actId="1076"/>
        <pc:sldMkLst>
          <pc:docMk/>
          <pc:sldMk cId="0" sldId="293"/>
        </pc:sldMkLst>
        <pc:spChg chg="del">
          <ac:chgData name="Emmett Gilbert" userId="aa7b3766c4c24eb4" providerId="LiveId" clId="{C1022422-C44F-4721-92FF-9DDB880F5282}" dt="2026-07-10T14:56:21.937" v="2155" actId="478"/>
          <ac:spMkLst>
            <pc:docMk/>
            <pc:sldMk cId="0" sldId="293"/>
            <ac:spMk id="6" creationId="{00000000-0000-0000-0000-000000000000}"/>
          </ac:spMkLst>
        </pc:spChg>
        <pc:spChg chg="del">
          <ac:chgData name="Emmett Gilbert" userId="aa7b3766c4c24eb4" providerId="LiveId" clId="{C1022422-C44F-4721-92FF-9DDB880F5282}" dt="2026-07-10T14:56:25.236" v="2157" actId="478"/>
          <ac:spMkLst>
            <pc:docMk/>
            <pc:sldMk cId="0" sldId="293"/>
            <ac:spMk id="7" creationId="{00000000-0000-0000-0000-000000000000}"/>
          </ac:spMkLst>
        </pc:spChg>
        <pc:spChg chg="del">
          <ac:chgData name="Emmett Gilbert" userId="aa7b3766c4c24eb4" providerId="LiveId" clId="{C1022422-C44F-4721-92FF-9DDB880F5282}" dt="2026-07-10T14:56:23.764" v="2156" actId="478"/>
          <ac:spMkLst>
            <pc:docMk/>
            <pc:sldMk cId="0" sldId="293"/>
            <ac:spMk id="8" creationId="{00000000-0000-0000-0000-000000000000}"/>
          </ac:spMkLst>
        </pc:spChg>
        <pc:spChg chg="del">
          <ac:chgData name="Emmett Gilbert" userId="aa7b3766c4c24eb4" providerId="LiveId" clId="{C1022422-C44F-4721-92FF-9DDB880F5282}" dt="2026-07-10T14:55:33.983" v="2150" actId="478"/>
          <ac:spMkLst>
            <pc:docMk/>
            <pc:sldMk cId="0" sldId="293"/>
            <ac:spMk id="9" creationId="{00000000-0000-0000-0000-000000000000}"/>
          </ac:spMkLst>
        </pc:spChg>
        <pc:spChg chg="del">
          <ac:chgData name="Emmett Gilbert" userId="aa7b3766c4c24eb4" providerId="LiveId" clId="{C1022422-C44F-4721-92FF-9DDB880F5282}" dt="2026-07-10T14:56:42.048" v="2160" actId="478"/>
          <ac:spMkLst>
            <pc:docMk/>
            <pc:sldMk cId="0" sldId="293"/>
            <ac:spMk id="10" creationId="{00000000-0000-0000-0000-000000000000}"/>
          </ac:spMkLst>
        </pc:spChg>
        <pc:spChg chg="del">
          <ac:chgData name="Emmett Gilbert" userId="aa7b3766c4c24eb4" providerId="LiveId" clId="{C1022422-C44F-4721-92FF-9DDB880F5282}" dt="2026-07-10T14:56:43.446" v="2161" actId="478"/>
          <ac:spMkLst>
            <pc:docMk/>
            <pc:sldMk cId="0" sldId="293"/>
            <ac:spMk id="11" creationId="{00000000-0000-0000-0000-000000000000}"/>
          </ac:spMkLst>
        </pc:spChg>
        <pc:spChg chg="del mod">
          <ac:chgData name="Emmett Gilbert" userId="aa7b3766c4c24eb4" providerId="LiveId" clId="{C1022422-C44F-4721-92FF-9DDB880F5282}" dt="2026-07-10T14:55:07.073" v="2145" actId="478"/>
          <ac:spMkLst>
            <pc:docMk/>
            <pc:sldMk cId="0" sldId="293"/>
            <ac:spMk id="12" creationId="{00000000-0000-0000-0000-000000000000}"/>
          </ac:spMkLst>
        </pc:spChg>
        <pc:spChg chg="del mod">
          <ac:chgData name="Emmett Gilbert" userId="aa7b3766c4c24eb4" providerId="LiveId" clId="{C1022422-C44F-4721-92FF-9DDB880F5282}" dt="2026-07-10T14:55:11.374" v="2147" actId="478"/>
          <ac:spMkLst>
            <pc:docMk/>
            <pc:sldMk cId="0" sldId="293"/>
            <ac:spMk id="13" creationId="{00000000-0000-0000-0000-000000000000}"/>
          </ac:spMkLst>
        </pc:spChg>
        <pc:spChg chg="del mod">
          <ac:chgData name="Emmett Gilbert" userId="aa7b3766c4c24eb4" providerId="LiveId" clId="{C1022422-C44F-4721-92FF-9DDB880F5282}" dt="2026-07-10T14:55:09.302" v="2146" actId="478"/>
          <ac:spMkLst>
            <pc:docMk/>
            <pc:sldMk cId="0" sldId="293"/>
            <ac:spMk id="14" creationId="{00000000-0000-0000-0000-000000000000}"/>
          </ac:spMkLst>
        </pc:spChg>
        <pc:spChg chg="add mod">
          <ac:chgData name="Emmett Gilbert" userId="aa7b3766c4c24eb4" providerId="LiveId" clId="{C1022422-C44F-4721-92FF-9DDB880F5282}" dt="2026-07-10T14:55:28.721" v="2149" actId="255"/>
          <ac:spMkLst>
            <pc:docMk/>
            <pc:sldMk cId="0" sldId="293"/>
            <ac:spMk id="17" creationId="{D747A018-539D-2D66-2260-7914E7FC160E}"/>
          </ac:spMkLst>
        </pc:spChg>
        <pc:spChg chg="add">
          <ac:chgData name="Emmett Gilbert" userId="aa7b3766c4c24eb4" providerId="LiveId" clId="{C1022422-C44F-4721-92FF-9DDB880F5282}" dt="2026-07-10T14:54:57.025" v="2143" actId="22"/>
          <ac:spMkLst>
            <pc:docMk/>
            <pc:sldMk cId="0" sldId="293"/>
            <ac:spMk id="19" creationId="{379A688C-0872-0DC1-1589-24A765EF0D5B}"/>
          </ac:spMkLst>
        </pc:spChg>
        <pc:spChg chg="add">
          <ac:chgData name="Emmett Gilbert" userId="aa7b3766c4c24eb4" providerId="LiveId" clId="{C1022422-C44F-4721-92FF-9DDB880F5282}" dt="2026-07-10T14:54:57.025" v="2143" actId="22"/>
          <ac:spMkLst>
            <pc:docMk/>
            <pc:sldMk cId="0" sldId="293"/>
            <ac:spMk id="21" creationId="{8B90FFF4-2FCB-CC60-2DB8-4695F9E75349}"/>
          </ac:spMkLst>
        </pc:spChg>
        <pc:spChg chg="add mod">
          <ac:chgData name="Emmett Gilbert" userId="aa7b3766c4c24eb4" providerId="LiveId" clId="{C1022422-C44F-4721-92FF-9DDB880F5282}" dt="2026-07-10T14:55:04.014" v="2144"/>
          <ac:spMkLst>
            <pc:docMk/>
            <pc:sldMk cId="0" sldId="293"/>
            <ac:spMk id="23" creationId="{6FDCBA85-DFC6-598E-7CD8-922364B2A118}"/>
          </ac:spMkLst>
        </pc:spChg>
        <pc:spChg chg="add">
          <ac:chgData name="Emmett Gilbert" userId="aa7b3766c4c24eb4" providerId="LiveId" clId="{C1022422-C44F-4721-92FF-9DDB880F5282}" dt="2026-07-10T14:56:00.504" v="2152" actId="22"/>
          <ac:spMkLst>
            <pc:docMk/>
            <pc:sldMk cId="0" sldId="293"/>
            <ac:spMk id="25" creationId="{7CE4FE92-63A1-B188-9BFE-AC300F0B72F3}"/>
          </ac:spMkLst>
        </pc:spChg>
        <pc:spChg chg="add">
          <ac:chgData name="Emmett Gilbert" userId="aa7b3766c4c24eb4" providerId="LiveId" clId="{C1022422-C44F-4721-92FF-9DDB880F5282}" dt="2026-07-10T14:56:00.504" v="2152" actId="22"/>
          <ac:spMkLst>
            <pc:docMk/>
            <pc:sldMk cId="0" sldId="293"/>
            <ac:spMk id="27" creationId="{D975552E-058B-A631-0FAA-333633268B51}"/>
          </ac:spMkLst>
        </pc:spChg>
        <pc:spChg chg="add mod">
          <ac:chgData name="Emmett Gilbert" userId="aa7b3766c4c24eb4" providerId="LiveId" clId="{C1022422-C44F-4721-92FF-9DDB880F5282}" dt="2026-07-10T14:56:36.744" v="2159" actId="123"/>
          <ac:spMkLst>
            <pc:docMk/>
            <pc:sldMk cId="0" sldId="293"/>
            <ac:spMk id="29" creationId="{171E750E-704B-75FB-2D1B-DBB0D8C790BB}"/>
          </ac:spMkLst>
        </pc:spChg>
        <pc:spChg chg="add">
          <ac:chgData name="Emmett Gilbert" userId="aa7b3766c4c24eb4" providerId="LiveId" clId="{C1022422-C44F-4721-92FF-9DDB880F5282}" dt="2026-07-10T14:56:00.504" v="2152" actId="22"/>
          <ac:spMkLst>
            <pc:docMk/>
            <pc:sldMk cId="0" sldId="293"/>
            <ac:spMk id="31" creationId="{2A69123B-669F-C244-1B84-5FB54621AB0E}"/>
          </ac:spMkLst>
        </pc:spChg>
        <pc:spChg chg="add mod">
          <ac:chgData name="Emmett Gilbert" userId="aa7b3766c4c24eb4" providerId="LiveId" clId="{C1022422-C44F-4721-92FF-9DDB880F5282}" dt="2026-07-10T14:56:19.695" v="2154" actId="947"/>
          <ac:spMkLst>
            <pc:docMk/>
            <pc:sldMk cId="0" sldId="293"/>
            <ac:spMk id="33" creationId="{055B81EB-1D9C-4EB9-E27F-67C1BF5C2E2F}"/>
          </ac:spMkLst>
        </pc:spChg>
        <pc:graphicFrameChg chg="mod">
          <ac:chgData name="Emmett Gilbert" userId="aa7b3766c4c24eb4" providerId="LiveId" clId="{C1022422-C44F-4721-92FF-9DDB880F5282}" dt="2026-07-10T14:56:58.437" v="2163" actId="1076"/>
          <ac:graphicFrameMkLst>
            <pc:docMk/>
            <pc:sldMk cId="0" sldId="293"/>
            <ac:graphicFrameMk id="39" creationId="{00000000-0000-0000-0000-000000000000}"/>
          </ac:graphicFrameMkLst>
        </pc:graphicFrameChg>
      </pc:sldChg>
      <pc:sldChg chg="addSp delSp modSp mod">
        <pc:chgData name="Emmett Gilbert" userId="aa7b3766c4c24eb4" providerId="LiveId" clId="{C1022422-C44F-4721-92FF-9DDB880F5282}" dt="2026-07-10T14:59:48.590" v="2190" actId="1076"/>
        <pc:sldMkLst>
          <pc:docMk/>
          <pc:sldMk cId="0" sldId="294"/>
        </pc:sldMkLst>
        <pc:spChg chg="mod">
          <ac:chgData name="Emmett Gilbert" userId="aa7b3766c4c24eb4" providerId="LiveId" clId="{C1022422-C44F-4721-92FF-9DDB880F5282}" dt="2026-07-10T14:59:43.397" v="2189" actId="14100"/>
          <ac:spMkLst>
            <pc:docMk/>
            <pc:sldMk cId="0" sldId="294"/>
            <ac:spMk id="5" creationId="{00000000-0000-0000-0000-000000000000}"/>
          </ac:spMkLst>
        </pc:spChg>
        <pc:spChg chg="del">
          <ac:chgData name="Emmett Gilbert" userId="aa7b3766c4c24eb4" providerId="LiveId" clId="{C1022422-C44F-4721-92FF-9DDB880F5282}" dt="2026-07-10T14:59:02.959" v="2178" actId="478"/>
          <ac:spMkLst>
            <pc:docMk/>
            <pc:sldMk cId="0" sldId="294"/>
            <ac:spMk id="7" creationId="{00000000-0000-0000-0000-000000000000}"/>
          </ac:spMkLst>
        </pc:spChg>
        <pc:spChg chg="del">
          <ac:chgData name="Emmett Gilbert" userId="aa7b3766c4c24eb4" providerId="LiveId" clId="{C1022422-C44F-4721-92FF-9DDB880F5282}" dt="2026-07-10T14:59:05.583" v="2180" actId="478"/>
          <ac:spMkLst>
            <pc:docMk/>
            <pc:sldMk cId="0" sldId="294"/>
            <ac:spMk id="8" creationId="{00000000-0000-0000-0000-000000000000}"/>
          </ac:spMkLst>
        </pc:spChg>
        <pc:spChg chg="del">
          <ac:chgData name="Emmett Gilbert" userId="aa7b3766c4c24eb4" providerId="LiveId" clId="{C1022422-C44F-4721-92FF-9DDB880F5282}" dt="2026-07-10T14:59:04.336" v="2179" actId="478"/>
          <ac:spMkLst>
            <pc:docMk/>
            <pc:sldMk cId="0" sldId="294"/>
            <ac:spMk id="9" creationId="{00000000-0000-0000-0000-000000000000}"/>
          </ac:spMkLst>
        </pc:spChg>
        <pc:spChg chg="del">
          <ac:chgData name="Emmett Gilbert" userId="aa7b3766c4c24eb4" providerId="LiveId" clId="{C1022422-C44F-4721-92FF-9DDB880F5282}" dt="2026-07-10T14:58:09.701" v="2172" actId="478"/>
          <ac:spMkLst>
            <pc:docMk/>
            <pc:sldMk cId="0" sldId="294"/>
            <ac:spMk id="10" creationId="{00000000-0000-0000-0000-000000000000}"/>
          </ac:spMkLst>
        </pc:spChg>
        <pc:spChg chg="del mod">
          <ac:chgData name="Emmett Gilbert" userId="aa7b3766c4c24eb4" providerId="LiveId" clId="{C1022422-C44F-4721-92FF-9DDB880F5282}" dt="2026-07-10T14:57:45.234" v="2168" actId="478"/>
          <ac:spMkLst>
            <pc:docMk/>
            <pc:sldMk cId="0" sldId="294"/>
            <ac:spMk id="11" creationId="{00000000-0000-0000-0000-000000000000}"/>
          </ac:spMkLst>
        </pc:spChg>
        <pc:spChg chg="del mod">
          <ac:chgData name="Emmett Gilbert" userId="aa7b3766c4c24eb4" providerId="LiveId" clId="{C1022422-C44F-4721-92FF-9DDB880F5282}" dt="2026-07-10T14:57:50.140" v="2169" actId="478"/>
          <ac:spMkLst>
            <pc:docMk/>
            <pc:sldMk cId="0" sldId="294"/>
            <ac:spMk id="12" creationId="{00000000-0000-0000-0000-000000000000}"/>
          </ac:spMkLst>
        </pc:spChg>
        <pc:spChg chg="del mod">
          <ac:chgData name="Emmett Gilbert" userId="aa7b3766c4c24eb4" providerId="LiveId" clId="{C1022422-C44F-4721-92FF-9DDB880F5282}" dt="2026-07-10T14:57:44.369" v="2167" actId="478"/>
          <ac:spMkLst>
            <pc:docMk/>
            <pc:sldMk cId="0" sldId="294"/>
            <ac:spMk id="13" creationId="{00000000-0000-0000-0000-000000000000}"/>
          </ac:spMkLst>
        </pc:spChg>
        <pc:spChg chg="add mod">
          <ac:chgData name="Emmett Gilbert" userId="aa7b3766c4c24eb4" providerId="LiveId" clId="{C1022422-C44F-4721-92FF-9DDB880F5282}" dt="2026-07-10T14:58:05.922" v="2171" actId="255"/>
          <ac:spMkLst>
            <pc:docMk/>
            <pc:sldMk cId="0" sldId="294"/>
            <ac:spMk id="16" creationId="{B6ECD527-3401-19B5-677D-CF05FF3D6D9C}"/>
          </ac:spMkLst>
        </pc:spChg>
        <pc:spChg chg="add">
          <ac:chgData name="Emmett Gilbert" userId="aa7b3766c4c24eb4" providerId="LiveId" clId="{C1022422-C44F-4721-92FF-9DDB880F5282}" dt="2026-07-10T14:57:36.487" v="2165" actId="22"/>
          <ac:spMkLst>
            <pc:docMk/>
            <pc:sldMk cId="0" sldId="294"/>
            <ac:spMk id="18" creationId="{D8E99DFE-E9BC-11A8-1DB3-B3301F26337D}"/>
          </ac:spMkLst>
        </pc:spChg>
        <pc:spChg chg="add">
          <ac:chgData name="Emmett Gilbert" userId="aa7b3766c4c24eb4" providerId="LiveId" clId="{C1022422-C44F-4721-92FF-9DDB880F5282}" dt="2026-07-10T14:57:36.487" v="2165" actId="22"/>
          <ac:spMkLst>
            <pc:docMk/>
            <pc:sldMk cId="0" sldId="294"/>
            <ac:spMk id="20" creationId="{7790EEC5-66AB-1AFC-8A8A-EE598787D1FB}"/>
          </ac:spMkLst>
        </pc:spChg>
        <pc:spChg chg="add mod">
          <ac:chgData name="Emmett Gilbert" userId="aa7b3766c4c24eb4" providerId="LiveId" clId="{C1022422-C44F-4721-92FF-9DDB880F5282}" dt="2026-07-10T14:57:40.549" v="2166"/>
          <ac:spMkLst>
            <pc:docMk/>
            <pc:sldMk cId="0" sldId="294"/>
            <ac:spMk id="22" creationId="{03AF3F0A-EFCF-58E2-86DE-56EF231EDAD1}"/>
          </ac:spMkLst>
        </pc:spChg>
        <pc:spChg chg="add">
          <ac:chgData name="Emmett Gilbert" userId="aa7b3766c4c24eb4" providerId="LiveId" clId="{C1022422-C44F-4721-92FF-9DDB880F5282}" dt="2026-07-10T14:58:37.466" v="2175" actId="22"/>
          <ac:spMkLst>
            <pc:docMk/>
            <pc:sldMk cId="0" sldId="294"/>
            <ac:spMk id="24" creationId="{32F60A70-1EF5-F2E0-54F9-051EE82BD67F}"/>
          </ac:spMkLst>
        </pc:spChg>
        <pc:spChg chg="add">
          <ac:chgData name="Emmett Gilbert" userId="aa7b3766c4c24eb4" providerId="LiveId" clId="{C1022422-C44F-4721-92FF-9DDB880F5282}" dt="2026-07-10T14:58:37.466" v="2175" actId="22"/>
          <ac:spMkLst>
            <pc:docMk/>
            <pc:sldMk cId="0" sldId="294"/>
            <ac:spMk id="26" creationId="{B6DFC99D-D8FB-C7A2-D772-AB05A78C2F5B}"/>
          </ac:spMkLst>
        </pc:spChg>
        <pc:spChg chg="add mod">
          <ac:chgData name="Emmett Gilbert" userId="aa7b3766c4c24eb4" providerId="LiveId" clId="{C1022422-C44F-4721-92FF-9DDB880F5282}" dt="2026-07-10T14:59:00.003" v="2177" actId="947"/>
          <ac:spMkLst>
            <pc:docMk/>
            <pc:sldMk cId="0" sldId="294"/>
            <ac:spMk id="28" creationId="{A4A0856B-32CC-E389-53DD-2DB1F368AE43}"/>
          </ac:spMkLst>
        </pc:spChg>
        <pc:graphicFrameChg chg="mod modGraphic">
          <ac:chgData name="Emmett Gilbert" userId="aa7b3766c4c24eb4" providerId="LiveId" clId="{C1022422-C44F-4721-92FF-9DDB880F5282}" dt="2026-07-10T14:59:48.590" v="2190" actId="1076"/>
          <ac:graphicFrameMkLst>
            <pc:docMk/>
            <pc:sldMk cId="0" sldId="294"/>
            <ac:graphicFrameMk id="40" creationId="{00000000-0000-0000-0000-000000000000}"/>
          </ac:graphicFrameMkLst>
        </pc:graphicFrameChg>
      </pc:sldChg>
      <pc:sldChg chg="modSp mod">
        <pc:chgData name="Emmett Gilbert" userId="aa7b3766c4c24eb4" providerId="LiveId" clId="{C1022422-C44F-4721-92FF-9DDB880F5282}" dt="2026-07-10T15:02:09.903" v="2211" actId="14100"/>
        <pc:sldMkLst>
          <pc:docMk/>
          <pc:sldMk cId="0" sldId="295"/>
        </pc:sldMkLst>
        <pc:spChg chg="mod">
          <ac:chgData name="Emmett Gilbert" userId="aa7b3766c4c24eb4" providerId="LiveId" clId="{C1022422-C44F-4721-92FF-9DDB880F5282}" dt="2026-07-10T15:02:09.903" v="2211" actId="14100"/>
          <ac:spMkLst>
            <pc:docMk/>
            <pc:sldMk cId="0" sldId="295"/>
            <ac:spMk id="2" creationId="{00000000-0000-0000-0000-000000000000}"/>
          </ac:spMkLst>
        </pc:spChg>
        <pc:spChg chg="mod">
          <ac:chgData name="Emmett Gilbert" userId="aa7b3766c4c24eb4" providerId="LiveId" clId="{C1022422-C44F-4721-92FF-9DDB880F5282}" dt="2026-07-10T15:01:54.752" v="2210" actId="20577"/>
          <ac:spMkLst>
            <pc:docMk/>
            <pc:sldMk cId="0" sldId="295"/>
            <ac:spMk id="3" creationId="{00000000-0000-0000-0000-000000000000}"/>
          </ac:spMkLst>
        </pc:spChg>
      </pc:sldChg>
      <pc:sldChg chg="modSp mod">
        <pc:chgData name="Emmett Gilbert" userId="aa7b3766c4c24eb4" providerId="LiveId" clId="{C1022422-C44F-4721-92FF-9DDB880F5282}" dt="2026-07-11T08:49:16.916" v="2716" actId="20577"/>
        <pc:sldMkLst>
          <pc:docMk/>
          <pc:sldMk cId="0" sldId="296"/>
        </pc:sldMkLst>
        <pc:spChg chg="mod">
          <ac:chgData name="Emmett Gilbert" userId="aa7b3766c4c24eb4" providerId="LiveId" clId="{C1022422-C44F-4721-92FF-9DDB880F5282}" dt="2026-07-10T15:16:25.793" v="2346" actId="14100"/>
          <ac:spMkLst>
            <pc:docMk/>
            <pc:sldMk cId="0" sldId="296"/>
            <ac:spMk id="4" creationId="{00000000-0000-0000-0000-000000000000}"/>
          </ac:spMkLst>
        </pc:spChg>
        <pc:spChg chg="mod">
          <ac:chgData name="Emmett Gilbert" userId="aa7b3766c4c24eb4" providerId="LiveId" clId="{C1022422-C44F-4721-92FF-9DDB880F5282}" dt="2026-07-10T15:15:46.242" v="2339" actId="1076"/>
          <ac:spMkLst>
            <pc:docMk/>
            <pc:sldMk cId="0" sldId="296"/>
            <ac:spMk id="6" creationId="{00000000-0000-0000-0000-000000000000}"/>
          </ac:spMkLst>
        </pc:spChg>
        <pc:spChg chg="mod">
          <ac:chgData name="Emmett Gilbert" userId="aa7b3766c4c24eb4" providerId="LiveId" clId="{C1022422-C44F-4721-92FF-9DDB880F5282}" dt="2026-07-10T15:15:46.242" v="2339" actId="1076"/>
          <ac:spMkLst>
            <pc:docMk/>
            <pc:sldMk cId="0" sldId="296"/>
            <ac:spMk id="7" creationId="{00000000-0000-0000-0000-000000000000}"/>
          </ac:spMkLst>
        </pc:spChg>
        <pc:spChg chg="mod">
          <ac:chgData name="Emmett Gilbert" userId="aa7b3766c4c24eb4" providerId="LiveId" clId="{C1022422-C44F-4721-92FF-9DDB880F5282}" dt="2026-07-11T08:49:16.916" v="2716" actId="20577"/>
          <ac:spMkLst>
            <pc:docMk/>
            <pc:sldMk cId="0" sldId="296"/>
            <ac:spMk id="8" creationId="{00000000-0000-0000-0000-000000000000}"/>
          </ac:spMkLst>
        </pc:spChg>
        <pc:spChg chg="mod">
          <ac:chgData name="Emmett Gilbert" userId="aa7b3766c4c24eb4" providerId="LiveId" clId="{C1022422-C44F-4721-92FF-9DDB880F5282}" dt="2026-07-10T15:15:46.242" v="2339" actId="1076"/>
          <ac:spMkLst>
            <pc:docMk/>
            <pc:sldMk cId="0" sldId="296"/>
            <ac:spMk id="10" creationId="{00000000-0000-0000-0000-000000000000}"/>
          </ac:spMkLst>
        </pc:spChg>
        <pc:spChg chg="mod">
          <ac:chgData name="Emmett Gilbert" userId="aa7b3766c4c24eb4" providerId="LiveId" clId="{C1022422-C44F-4721-92FF-9DDB880F5282}" dt="2026-07-10T15:16:18.281" v="2344" actId="14100"/>
          <ac:spMkLst>
            <pc:docMk/>
            <pc:sldMk cId="0" sldId="296"/>
            <ac:spMk id="12" creationId="{00000000-0000-0000-0000-000000000000}"/>
          </ac:spMkLst>
        </pc:spChg>
        <pc:spChg chg="mod">
          <ac:chgData name="Emmett Gilbert" userId="aa7b3766c4c24eb4" providerId="LiveId" clId="{C1022422-C44F-4721-92FF-9DDB880F5282}" dt="2026-07-10T15:16:18.281" v="2344" actId="14100"/>
          <ac:spMkLst>
            <pc:docMk/>
            <pc:sldMk cId="0" sldId="296"/>
            <ac:spMk id="16" creationId="{00000000-0000-0000-0000-000000000000}"/>
          </ac:spMkLst>
        </pc:spChg>
        <pc:spChg chg="mod">
          <ac:chgData name="Emmett Gilbert" userId="aa7b3766c4c24eb4" providerId="LiveId" clId="{C1022422-C44F-4721-92FF-9DDB880F5282}" dt="2026-07-10T15:15:46.242" v="2339" actId="1076"/>
          <ac:spMkLst>
            <pc:docMk/>
            <pc:sldMk cId="0" sldId="296"/>
            <ac:spMk id="17" creationId="{00000000-0000-0000-0000-000000000000}"/>
          </ac:spMkLst>
        </pc:spChg>
        <pc:spChg chg="mod">
          <ac:chgData name="Emmett Gilbert" userId="aa7b3766c4c24eb4" providerId="LiveId" clId="{C1022422-C44F-4721-92FF-9DDB880F5282}" dt="2026-07-10T15:15:46.242" v="2339" actId="1076"/>
          <ac:spMkLst>
            <pc:docMk/>
            <pc:sldMk cId="0" sldId="296"/>
            <ac:spMk id="19" creationId="{00000000-0000-0000-0000-000000000000}"/>
          </ac:spMkLst>
        </pc:spChg>
        <pc:spChg chg="mod">
          <ac:chgData name="Emmett Gilbert" userId="aa7b3766c4c24eb4" providerId="LiveId" clId="{C1022422-C44F-4721-92FF-9DDB880F5282}" dt="2026-07-10T15:16:18.281" v="2344" actId="14100"/>
          <ac:spMkLst>
            <pc:docMk/>
            <pc:sldMk cId="0" sldId="296"/>
            <ac:spMk id="20" creationId="{00000000-0000-0000-0000-000000000000}"/>
          </ac:spMkLst>
        </pc:spChg>
        <pc:spChg chg="mod">
          <ac:chgData name="Emmett Gilbert" userId="aa7b3766c4c24eb4" providerId="LiveId" clId="{C1022422-C44F-4721-92FF-9DDB880F5282}" dt="2026-07-10T15:15:46.242" v="2339" actId="1076"/>
          <ac:spMkLst>
            <pc:docMk/>
            <pc:sldMk cId="0" sldId="296"/>
            <ac:spMk id="22" creationId="{00000000-0000-0000-0000-000000000000}"/>
          </ac:spMkLst>
        </pc:spChg>
        <pc:spChg chg="mod">
          <ac:chgData name="Emmett Gilbert" userId="aa7b3766c4c24eb4" providerId="LiveId" clId="{C1022422-C44F-4721-92FF-9DDB880F5282}" dt="2026-07-10T15:15:46.242" v="2339" actId="1076"/>
          <ac:spMkLst>
            <pc:docMk/>
            <pc:sldMk cId="0" sldId="296"/>
            <ac:spMk id="23" creationId="{00000000-0000-0000-0000-000000000000}"/>
          </ac:spMkLst>
        </pc:spChg>
        <pc:spChg chg="mod">
          <ac:chgData name="Emmett Gilbert" userId="aa7b3766c4c24eb4" providerId="LiveId" clId="{C1022422-C44F-4721-92FF-9DDB880F5282}" dt="2026-07-10T15:16:18.281" v="2344" actId="14100"/>
          <ac:spMkLst>
            <pc:docMk/>
            <pc:sldMk cId="0" sldId="296"/>
            <ac:spMk id="24" creationId="{00000000-0000-0000-0000-000000000000}"/>
          </ac:spMkLst>
        </pc:spChg>
        <pc:spChg chg="mod">
          <ac:chgData name="Emmett Gilbert" userId="aa7b3766c4c24eb4" providerId="LiveId" clId="{C1022422-C44F-4721-92FF-9DDB880F5282}" dt="2026-07-10T15:15:46.242" v="2339" actId="1076"/>
          <ac:spMkLst>
            <pc:docMk/>
            <pc:sldMk cId="0" sldId="296"/>
            <ac:spMk id="27" creationId="{00000000-0000-0000-0000-000000000000}"/>
          </ac:spMkLst>
        </pc:spChg>
        <pc:spChg chg="mod">
          <ac:chgData name="Emmett Gilbert" userId="aa7b3766c4c24eb4" providerId="LiveId" clId="{C1022422-C44F-4721-92FF-9DDB880F5282}" dt="2026-07-10T15:16:18.281" v="2344" actId="14100"/>
          <ac:spMkLst>
            <pc:docMk/>
            <pc:sldMk cId="0" sldId="296"/>
            <ac:spMk id="28" creationId="{00000000-0000-0000-0000-000000000000}"/>
          </ac:spMkLst>
        </pc:spChg>
        <pc:spChg chg="mod">
          <ac:chgData name="Emmett Gilbert" userId="aa7b3766c4c24eb4" providerId="LiveId" clId="{C1022422-C44F-4721-92FF-9DDB880F5282}" dt="2026-07-10T15:15:57.669" v="2342" actId="123"/>
          <ac:spMkLst>
            <pc:docMk/>
            <pc:sldMk cId="0" sldId="296"/>
            <ac:spMk id="29" creationId="{00000000-0000-0000-0000-000000000000}"/>
          </ac:spMkLst>
        </pc:spChg>
      </pc:sldChg>
      <pc:sldChg chg="addSp delSp modSp mod">
        <pc:chgData name="Emmett Gilbert" userId="aa7b3766c4c24eb4" providerId="LiveId" clId="{C1022422-C44F-4721-92FF-9DDB880F5282}" dt="2026-07-10T15:20:48.117" v="2371" actId="14100"/>
        <pc:sldMkLst>
          <pc:docMk/>
          <pc:sldMk cId="0" sldId="297"/>
        </pc:sldMkLst>
        <pc:spChg chg="mod">
          <ac:chgData name="Emmett Gilbert" userId="aa7b3766c4c24eb4" providerId="LiveId" clId="{C1022422-C44F-4721-92FF-9DDB880F5282}" dt="2026-07-10T15:18:09.943" v="2355" actId="1076"/>
          <ac:spMkLst>
            <pc:docMk/>
            <pc:sldMk cId="0" sldId="297"/>
            <ac:spMk id="4" creationId="{00000000-0000-0000-0000-000000000000}"/>
          </ac:spMkLst>
        </pc:spChg>
        <pc:spChg chg="mod">
          <ac:chgData name="Emmett Gilbert" userId="aa7b3766c4c24eb4" providerId="LiveId" clId="{C1022422-C44F-4721-92FF-9DDB880F5282}" dt="2026-07-10T15:19:29.367" v="2366" actId="14100"/>
          <ac:spMkLst>
            <pc:docMk/>
            <pc:sldMk cId="0" sldId="297"/>
            <ac:spMk id="5" creationId="{00000000-0000-0000-0000-000000000000}"/>
          </ac:spMkLst>
        </pc:spChg>
        <pc:spChg chg="mod">
          <ac:chgData name="Emmett Gilbert" userId="aa7b3766c4c24eb4" providerId="LiveId" clId="{C1022422-C44F-4721-92FF-9DDB880F5282}" dt="2026-07-10T15:20:48.117" v="2371" actId="14100"/>
          <ac:spMkLst>
            <pc:docMk/>
            <pc:sldMk cId="0" sldId="297"/>
            <ac:spMk id="6" creationId="{00000000-0000-0000-0000-000000000000}"/>
          </ac:spMkLst>
        </pc:spChg>
        <pc:spChg chg="mod">
          <ac:chgData name="Emmett Gilbert" userId="aa7b3766c4c24eb4" providerId="LiveId" clId="{C1022422-C44F-4721-92FF-9DDB880F5282}" dt="2026-07-10T15:19:29.367" v="2366" actId="14100"/>
          <ac:spMkLst>
            <pc:docMk/>
            <pc:sldMk cId="0" sldId="297"/>
            <ac:spMk id="7" creationId="{00000000-0000-0000-0000-000000000000}"/>
          </ac:spMkLst>
        </pc:spChg>
        <pc:spChg chg="mod">
          <ac:chgData name="Emmett Gilbert" userId="aa7b3766c4c24eb4" providerId="LiveId" clId="{C1022422-C44F-4721-92FF-9DDB880F5282}" dt="2026-07-10T15:20:48.117" v="2371" actId="14100"/>
          <ac:spMkLst>
            <pc:docMk/>
            <pc:sldMk cId="0" sldId="297"/>
            <ac:spMk id="8" creationId="{00000000-0000-0000-0000-000000000000}"/>
          </ac:spMkLst>
        </pc:spChg>
        <pc:spChg chg="mod">
          <ac:chgData name="Emmett Gilbert" userId="aa7b3766c4c24eb4" providerId="LiveId" clId="{C1022422-C44F-4721-92FF-9DDB880F5282}" dt="2026-07-10T15:18:36.581" v="2359" actId="1076"/>
          <ac:spMkLst>
            <pc:docMk/>
            <pc:sldMk cId="0" sldId="297"/>
            <ac:spMk id="9" creationId="{00000000-0000-0000-0000-000000000000}"/>
          </ac:spMkLst>
        </pc:spChg>
        <pc:spChg chg="mod">
          <ac:chgData name="Emmett Gilbert" userId="aa7b3766c4c24eb4" providerId="LiveId" clId="{C1022422-C44F-4721-92FF-9DDB880F5282}" dt="2026-07-10T15:19:29.367" v="2366" actId="14100"/>
          <ac:spMkLst>
            <pc:docMk/>
            <pc:sldMk cId="0" sldId="297"/>
            <ac:spMk id="10" creationId="{00000000-0000-0000-0000-000000000000}"/>
          </ac:spMkLst>
        </pc:spChg>
        <pc:spChg chg="mod">
          <ac:chgData name="Emmett Gilbert" userId="aa7b3766c4c24eb4" providerId="LiveId" clId="{C1022422-C44F-4721-92FF-9DDB880F5282}" dt="2026-07-10T15:20:48.117" v="2371" actId="14100"/>
          <ac:spMkLst>
            <pc:docMk/>
            <pc:sldMk cId="0" sldId="297"/>
            <ac:spMk id="11" creationId="{00000000-0000-0000-0000-000000000000}"/>
          </ac:spMkLst>
        </pc:spChg>
        <pc:spChg chg="del mod">
          <ac:chgData name="Emmett Gilbert" userId="aa7b3766c4c24eb4" providerId="LiveId" clId="{C1022422-C44F-4721-92FF-9DDB880F5282}" dt="2026-07-10T15:19:50.170" v="2367" actId="478"/>
          <ac:spMkLst>
            <pc:docMk/>
            <pc:sldMk cId="0" sldId="297"/>
            <ac:spMk id="12" creationId="{00000000-0000-0000-0000-000000000000}"/>
          </ac:spMkLst>
        </pc:spChg>
        <pc:spChg chg="mod">
          <ac:chgData name="Emmett Gilbert" userId="aa7b3766c4c24eb4" providerId="LiveId" clId="{C1022422-C44F-4721-92FF-9DDB880F5282}" dt="2026-07-10T15:20:48.117" v="2371" actId="14100"/>
          <ac:spMkLst>
            <pc:docMk/>
            <pc:sldMk cId="0" sldId="297"/>
            <ac:spMk id="13" creationId="{00000000-0000-0000-0000-000000000000}"/>
          </ac:spMkLst>
        </pc:spChg>
        <pc:spChg chg="mod">
          <ac:chgData name="Emmett Gilbert" userId="aa7b3766c4c24eb4" providerId="LiveId" clId="{C1022422-C44F-4721-92FF-9DDB880F5282}" dt="2026-07-10T15:17:59.076" v="2354" actId="1076"/>
          <ac:spMkLst>
            <pc:docMk/>
            <pc:sldMk cId="0" sldId="297"/>
            <ac:spMk id="14" creationId="{00000000-0000-0000-0000-000000000000}"/>
          </ac:spMkLst>
        </pc:spChg>
        <pc:spChg chg="mod">
          <ac:chgData name="Emmett Gilbert" userId="aa7b3766c4c24eb4" providerId="LiveId" clId="{C1022422-C44F-4721-92FF-9DDB880F5282}" dt="2026-07-10T15:17:59.076" v="2354" actId="1076"/>
          <ac:spMkLst>
            <pc:docMk/>
            <pc:sldMk cId="0" sldId="297"/>
            <ac:spMk id="15" creationId="{00000000-0000-0000-0000-000000000000}"/>
          </ac:spMkLst>
        </pc:spChg>
        <pc:spChg chg="mod">
          <ac:chgData name="Emmett Gilbert" userId="aa7b3766c4c24eb4" providerId="LiveId" clId="{C1022422-C44F-4721-92FF-9DDB880F5282}" dt="2026-07-10T15:17:59.076" v="2354" actId="1076"/>
          <ac:spMkLst>
            <pc:docMk/>
            <pc:sldMk cId="0" sldId="297"/>
            <ac:spMk id="16" creationId="{00000000-0000-0000-0000-000000000000}"/>
          </ac:spMkLst>
        </pc:spChg>
        <pc:spChg chg="mod">
          <ac:chgData name="Emmett Gilbert" userId="aa7b3766c4c24eb4" providerId="LiveId" clId="{C1022422-C44F-4721-92FF-9DDB880F5282}" dt="2026-07-10T15:17:59.076" v="2354" actId="1076"/>
          <ac:spMkLst>
            <pc:docMk/>
            <pc:sldMk cId="0" sldId="297"/>
            <ac:spMk id="17" creationId="{00000000-0000-0000-0000-000000000000}"/>
          </ac:spMkLst>
        </pc:spChg>
        <pc:spChg chg="mod">
          <ac:chgData name="Emmett Gilbert" userId="aa7b3766c4c24eb4" providerId="LiveId" clId="{C1022422-C44F-4721-92FF-9DDB880F5282}" dt="2026-07-10T15:17:59.076" v="2354" actId="1076"/>
          <ac:spMkLst>
            <pc:docMk/>
            <pc:sldMk cId="0" sldId="297"/>
            <ac:spMk id="18" creationId="{00000000-0000-0000-0000-000000000000}"/>
          </ac:spMkLst>
        </pc:spChg>
        <pc:spChg chg="add mod">
          <ac:chgData name="Emmett Gilbert" userId="aa7b3766c4c24eb4" providerId="LiveId" clId="{C1022422-C44F-4721-92FF-9DDB880F5282}" dt="2026-07-10T15:20:13.896" v="2369" actId="1076"/>
          <ac:spMkLst>
            <pc:docMk/>
            <pc:sldMk cId="0" sldId="297"/>
            <ac:spMk id="22" creationId="{AA6278FD-A12C-0BF9-28B5-C0B24567530F}"/>
          </ac:spMkLst>
        </pc:spChg>
      </pc:sldChg>
      <pc:sldChg chg="modSp mod">
        <pc:chgData name="Emmett Gilbert" userId="aa7b3766c4c24eb4" providerId="LiveId" clId="{C1022422-C44F-4721-92FF-9DDB880F5282}" dt="2026-07-10T15:24:43.703" v="2395" actId="20577"/>
        <pc:sldMkLst>
          <pc:docMk/>
          <pc:sldMk cId="0" sldId="298"/>
        </pc:sldMkLst>
        <pc:spChg chg="mod">
          <ac:chgData name="Emmett Gilbert" userId="aa7b3766c4c24eb4" providerId="LiveId" clId="{C1022422-C44F-4721-92FF-9DDB880F5282}" dt="2026-07-10T15:21:55.245" v="2377" actId="1076"/>
          <ac:spMkLst>
            <pc:docMk/>
            <pc:sldMk cId="0" sldId="298"/>
            <ac:spMk id="4" creationId="{00000000-0000-0000-0000-000000000000}"/>
          </ac:spMkLst>
        </pc:spChg>
        <pc:spChg chg="mod">
          <ac:chgData name="Emmett Gilbert" userId="aa7b3766c4c24eb4" providerId="LiveId" clId="{C1022422-C44F-4721-92FF-9DDB880F5282}" dt="2026-07-10T15:21:37.778" v="2374" actId="1076"/>
          <ac:spMkLst>
            <pc:docMk/>
            <pc:sldMk cId="0" sldId="298"/>
            <ac:spMk id="5" creationId="{00000000-0000-0000-0000-000000000000}"/>
          </ac:spMkLst>
        </pc:spChg>
        <pc:spChg chg="mod">
          <ac:chgData name="Emmett Gilbert" userId="aa7b3766c4c24eb4" providerId="LiveId" clId="{C1022422-C44F-4721-92FF-9DDB880F5282}" dt="2026-07-10T15:24:43.703" v="2395" actId="20577"/>
          <ac:spMkLst>
            <pc:docMk/>
            <pc:sldMk cId="0" sldId="298"/>
            <ac:spMk id="6" creationId="{00000000-0000-0000-0000-000000000000}"/>
          </ac:spMkLst>
        </pc:spChg>
        <pc:spChg chg="mod">
          <ac:chgData name="Emmett Gilbert" userId="aa7b3766c4c24eb4" providerId="LiveId" clId="{C1022422-C44F-4721-92FF-9DDB880F5282}" dt="2026-07-10T15:21:37.778" v="2374" actId="1076"/>
          <ac:spMkLst>
            <pc:docMk/>
            <pc:sldMk cId="0" sldId="298"/>
            <ac:spMk id="7" creationId="{00000000-0000-0000-0000-000000000000}"/>
          </ac:spMkLst>
        </pc:spChg>
        <pc:spChg chg="mod">
          <ac:chgData name="Emmett Gilbert" userId="aa7b3766c4c24eb4" providerId="LiveId" clId="{C1022422-C44F-4721-92FF-9DDB880F5282}" dt="2026-07-10T15:22:46.780" v="2380" actId="123"/>
          <ac:spMkLst>
            <pc:docMk/>
            <pc:sldMk cId="0" sldId="298"/>
            <ac:spMk id="8" creationId="{00000000-0000-0000-0000-000000000000}"/>
          </ac:spMkLst>
        </pc:spChg>
        <pc:spChg chg="mod">
          <ac:chgData name="Emmett Gilbert" userId="aa7b3766c4c24eb4" providerId="LiveId" clId="{C1022422-C44F-4721-92FF-9DDB880F5282}" dt="2026-07-10T15:24:16.024" v="2391" actId="1076"/>
          <ac:spMkLst>
            <pc:docMk/>
            <pc:sldMk cId="0" sldId="298"/>
            <ac:spMk id="9" creationId="{00000000-0000-0000-0000-000000000000}"/>
          </ac:spMkLst>
        </pc:spChg>
        <pc:spChg chg="mod">
          <ac:chgData name="Emmett Gilbert" userId="aa7b3766c4c24eb4" providerId="LiveId" clId="{C1022422-C44F-4721-92FF-9DDB880F5282}" dt="2026-07-10T15:24:16.024" v="2391" actId="1076"/>
          <ac:spMkLst>
            <pc:docMk/>
            <pc:sldMk cId="0" sldId="298"/>
            <ac:spMk id="10" creationId="{00000000-0000-0000-0000-000000000000}"/>
          </ac:spMkLst>
        </pc:spChg>
        <pc:spChg chg="mod">
          <ac:chgData name="Emmett Gilbert" userId="aa7b3766c4c24eb4" providerId="LiveId" clId="{C1022422-C44F-4721-92FF-9DDB880F5282}" dt="2026-07-10T15:21:51.945" v="2376" actId="1076"/>
          <ac:spMkLst>
            <pc:docMk/>
            <pc:sldMk cId="0" sldId="298"/>
            <ac:spMk id="11" creationId="{00000000-0000-0000-0000-000000000000}"/>
          </ac:spMkLst>
        </pc:spChg>
        <pc:spChg chg="mod">
          <ac:chgData name="Emmett Gilbert" userId="aa7b3766c4c24eb4" providerId="LiveId" clId="{C1022422-C44F-4721-92FF-9DDB880F5282}" dt="2026-07-10T15:21:29.837" v="2373" actId="1076"/>
          <ac:spMkLst>
            <pc:docMk/>
            <pc:sldMk cId="0" sldId="298"/>
            <ac:spMk id="12" creationId="{00000000-0000-0000-0000-000000000000}"/>
          </ac:spMkLst>
        </pc:spChg>
        <pc:spChg chg="mod">
          <ac:chgData name="Emmett Gilbert" userId="aa7b3766c4c24eb4" providerId="LiveId" clId="{C1022422-C44F-4721-92FF-9DDB880F5282}" dt="2026-07-10T15:22:46.780" v="2380" actId="123"/>
          <ac:spMkLst>
            <pc:docMk/>
            <pc:sldMk cId="0" sldId="298"/>
            <ac:spMk id="13" creationId="{00000000-0000-0000-0000-000000000000}"/>
          </ac:spMkLst>
        </pc:spChg>
        <pc:spChg chg="mod">
          <ac:chgData name="Emmett Gilbert" userId="aa7b3766c4c24eb4" providerId="LiveId" clId="{C1022422-C44F-4721-92FF-9DDB880F5282}" dt="2026-07-10T15:21:29.837" v="2373" actId="1076"/>
          <ac:spMkLst>
            <pc:docMk/>
            <pc:sldMk cId="0" sldId="298"/>
            <ac:spMk id="14" creationId="{00000000-0000-0000-0000-000000000000}"/>
          </ac:spMkLst>
        </pc:spChg>
        <pc:spChg chg="mod">
          <ac:chgData name="Emmett Gilbert" userId="aa7b3766c4c24eb4" providerId="LiveId" clId="{C1022422-C44F-4721-92FF-9DDB880F5282}" dt="2026-07-10T15:22:46.780" v="2380" actId="123"/>
          <ac:spMkLst>
            <pc:docMk/>
            <pc:sldMk cId="0" sldId="298"/>
            <ac:spMk id="15" creationId="{00000000-0000-0000-0000-000000000000}"/>
          </ac:spMkLst>
        </pc:spChg>
        <pc:spChg chg="mod">
          <ac:chgData name="Emmett Gilbert" userId="aa7b3766c4c24eb4" providerId="LiveId" clId="{C1022422-C44F-4721-92FF-9DDB880F5282}" dt="2026-07-10T15:24:16.024" v="2391" actId="1076"/>
          <ac:spMkLst>
            <pc:docMk/>
            <pc:sldMk cId="0" sldId="298"/>
            <ac:spMk id="16" creationId="{00000000-0000-0000-0000-000000000000}"/>
          </ac:spMkLst>
        </pc:spChg>
        <pc:spChg chg="mod">
          <ac:chgData name="Emmett Gilbert" userId="aa7b3766c4c24eb4" providerId="LiveId" clId="{C1022422-C44F-4721-92FF-9DDB880F5282}" dt="2026-07-10T15:24:16.024" v="2391" actId="1076"/>
          <ac:spMkLst>
            <pc:docMk/>
            <pc:sldMk cId="0" sldId="298"/>
            <ac:spMk id="17" creationId="{00000000-0000-0000-0000-000000000000}"/>
          </ac:spMkLst>
        </pc:spChg>
      </pc:sldChg>
      <pc:sldChg chg="modSp mod">
        <pc:chgData name="Emmett Gilbert" userId="aa7b3766c4c24eb4" providerId="LiveId" clId="{C1022422-C44F-4721-92FF-9DDB880F5282}" dt="2026-07-10T15:26:30.833" v="2407" actId="14100"/>
        <pc:sldMkLst>
          <pc:docMk/>
          <pc:sldMk cId="0" sldId="299"/>
        </pc:sldMkLst>
        <pc:spChg chg="mod">
          <ac:chgData name="Emmett Gilbert" userId="aa7b3766c4c24eb4" providerId="LiveId" clId="{C1022422-C44F-4721-92FF-9DDB880F5282}" dt="2026-07-10T15:25:51.108" v="2402" actId="1076"/>
          <ac:spMkLst>
            <pc:docMk/>
            <pc:sldMk cId="0" sldId="299"/>
            <ac:spMk id="4" creationId="{00000000-0000-0000-0000-000000000000}"/>
          </ac:spMkLst>
        </pc:spChg>
        <pc:spChg chg="mod">
          <ac:chgData name="Emmett Gilbert" userId="aa7b3766c4c24eb4" providerId="LiveId" clId="{C1022422-C44F-4721-92FF-9DDB880F5282}" dt="2026-07-10T15:25:51.108" v="2402" actId="1076"/>
          <ac:spMkLst>
            <pc:docMk/>
            <pc:sldMk cId="0" sldId="299"/>
            <ac:spMk id="5" creationId="{00000000-0000-0000-0000-000000000000}"/>
          </ac:spMkLst>
        </pc:spChg>
        <pc:spChg chg="mod">
          <ac:chgData name="Emmett Gilbert" userId="aa7b3766c4c24eb4" providerId="LiveId" clId="{C1022422-C44F-4721-92FF-9DDB880F5282}" dt="2026-07-10T15:26:30.833" v="2407" actId="14100"/>
          <ac:spMkLst>
            <pc:docMk/>
            <pc:sldMk cId="0" sldId="299"/>
            <ac:spMk id="6" creationId="{00000000-0000-0000-0000-000000000000}"/>
          </ac:spMkLst>
        </pc:spChg>
        <pc:spChg chg="mod">
          <ac:chgData name="Emmett Gilbert" userId="aa7b3766c4c24eb4" providerId="LiveId" clId="{C1022422-C44F-4721-92FF-9DDB880F5282}" dt="2026-07-10T15:26:04.521" v="2403" actId="1076"/>
          <ac:spMkLst>
            <pc:docMk/>
            <pc:sldMk cId="0" sldId="299"/>
            <ac:spMk id="7" creationId="{00000000-0000-0000-0000-000000000000}"/>
          </ac:spMkLst>
        </pc:spChg>
        <pc:spChg chg="mod">
          <ac:chgData name="Emmett Gilbert" userId="aa7b3766c4c24eb4" providerId="LiveId" clId="{C1022422-C44F-4721-92FF-9DDB880F5282}" dt="2026-07-10T15:26:04.521" v="2403" actId="1076"/>
          <ac:spMkLst>
            <pc:docMk/>
            <pc:sldMk cId="0" sldId="299"/>
            <ac:spMk id="8" creationId="{00000000-0000-0000-0000-000000000000}"/>
          </ac:spMkLst>
        </pc:spChg>
        <pc:spChg chg="mod">
          <ac:chgData name="Emmett Gilbert" userId="aa7b3766c4c24eb4" providerId="LiveId" clId="{C1022422-C44F-4721-92FF-9DDB880F5282}" dt="2026-07-10T15:26:30.833" v="2407" actId="14100"/>
          <ac:spMkLst>
            <pc:docMk/>
            <pc:sldMk cId="0" sldId="299"/>
            <ac:spMk id="9" creationId="{00000000-0000-0000-0000-000000000000}"/>
          </ac:spMkLst>
        </pc:spChg>
        <pc:spChg chg="mod">
          <ac:chgData name="Emmett Gilbert" userId="aa7b3766c4c24eb4" providerId="LiveId" clId="{C1022422-C44F-4721-92FF-9DDB880F5282}" dt="2026-07-10T15:26:16.124" v="2404" actId="1076"/>
          <ac:spMkLst>
            <pc:docMk/>
            <pc:sldMk cId="0" sldId="299"/>
            <ac:spMk id="10" creationId="{00000000-0000-0000-0000-000000000000}"/>
          </ac:spMkLst>
        </pc:spChg>
        <pc:spChg chg="mod">
          <ac:chgData name="Emmett Gilbert" userId="aa7b3766c4c24eb4" providerId="LiveId" clId="{C1022422-C44F-4721-92FF-9DDB880F5282}" dt="2026-07-10T15:26:16.124" v="2404" actId="1076"/>
          <ac:spMkLst>
            <pc:docMk/>
            <pc:sldMk cId="0" sldId="299"/>
            <ac:spMk id="11" creationId="{00000000-0000-0000-0000-000000000000}"/>
          </ac:spMkLst>
        </pc:spChg>
        <pc:spChg chg="mod">
          <ac:chgData name="Emmett Gilbert" userId="aa7b3766c4c24eb4" providerId="LiveId" clId="{C1022422-C44F-4721-92FF-9DDB880F5282}" dt="2026-07-10T15:26:30.833" v="2407" actId="14100"/>
          <ac:spMkLst>
            <pc:docMk/>
            <pc:sldMk cId="0" sldId="299"/>
            <ac:spMk id="12" creationId="{00000000-0000-0000-0000-000000000000}"/>
          </ac:spMkLst>
        </pc:spChg>
        <pc:spChg chg="mod">
          <ac:chgData name="Emmett Gilbert" userId="aa7b3766c4c24eb4" providerId="LiveId" clId="{C1022422-C44F-4721-92FF-9DDB880F5282}" dt="2026-07-10T15:25:41.123" v="2401" actId="14100"/>
          <ac:spMkLst>
            <pc:docMk/>
            <pc:sldMk cId="0" sldId="299"/>
            <ac:spMk id="13" creationId="{00000000-0000-0000-0000-000000000000}"/>
          </ac:spMkLst>
        </pc:spChg>
        <pc:spChg chg="mod">
          <ac:chgData name="Emmett Gilbert" userId="aa7b3766c4c24eb4" providerId="LiveId" clId="{C1022422-C44F-4721-92FF-9DDB880F5282}" dt="2026-07-10T15:25:41.123" v="2401" actId="14100"/>
          <ac:spMkLst>
            <pc:docMk/>
            <pc:sldMk cId="0" sldId="299"/>
            <ac:spMk id="14" creationId="{00000000-0000-0000-0000-000000000000}"/>
          </ac:spMkLst>
        </pc:spChg>
        <pc:spChg chg="mod">
          <ac:chgData name="Emmett Gilbert" userId="aa7b3766c4c24eb4" providerId="LiveId" clId="{C1022422-C44F-4721-92FF-9DDB880F5282}" dt="2026-07-10T15:25:41.123" v="2401" actId="14100"/>
          <ac:spMkLst>
            <pc:docMk/>
            <pc:sldMk cId="0" sldId="299"/>
            <ac:spMk id="15" creationId="{00000000-0000-0000-0000-000000000000}"/>
          </ac:spMkLst>
        </pc:spChg>
      </pc:sldChg>
      <pc:sldChg chg="modSp mod">
        <pc:chgData name="Emmett Gilbert" userId="aa7b3766c4c24eb4" providerId="LiveId" clId="{C1022422-C44F-4721-92FF-9DDB880F5282}" dt="2026-07-10T15:03:16.481" v="2222" actId="14100"/>
        <pc:sldMkLst>
          <pc:docMk/>
          <pc:sldMk cId="0" sldId="300"/>
        </pc:sldMkLst>
        <pc:spChg chg="mod">
          <ac:chgData name="Emmett Gilbert" userId="aa7b3766c4c24eb4" providerId="LiveId" clId="{C1022422-C44F-4721-92FF-9DDB880F5282}" dt="2026-07-10T15:03:16.481" v="2222" actId="14100"/>
          <ac:spMkLst>
            <pc:docMk/>
            <pc:sldMk cId="0" sldId="300"/>
            <ac:spMk id="2" creationId="{00000000-0000-0000-0000-000000000000}"/>
          </ac:spMkLst>
        </pc:spChg>
        <pc:spChg chg="mod">
          <ac:chgData name="Emmett Gilbert" userId="aa7b3766c4c24eb4" providerId="LiveId" clId="{C1022422-C44F-4721-92FF-9DDB880F5282}" dt="2026-07-10T15:03:11.795" v="2221" actId="20577"/>
          <ac:spMkLst>
            <pc:docMk/>
            <pc:sldMk cId="0" sldId="300"/>
            <ac:spMk id="3" creationId="{00000000-0000-0000-0000-000000000000}"/>
          </ac:spMkLst>
        </pc:spChg>
      </pc:sldChg>
      <pc:sldChg chg="addSp delSp modSp mod">
        <pc:chgData name="Emmett Gilbert" userId="aa7b3766c4c24eb4" providerId="LiveId" clId="{C1022422-C44F-4721-92FF-9DDB880F5282}" dt="2026-07-10T15:39:47.405" v="2543" actId="1076"/>
        <pc:sldMkLst>
          <pc:docMk/>
          <pc:sldMk cId="0" sldId="301"/>
        </pc:sldMkLst>
        <pc:spChg chg="mod">
          <ac:chgData name="Emmett Gilbert" userId="aa7b3766c4c24eb4" providerId="LiveId" clId="{C1022422-C44F-4721-92FF-9DDB880F5282}" dt="2026-07-10T15:27:16.908" v="2411" actId="20577"/>
          <ac:spMkLst>
            <pc:docMk/>
            <pc:sldMk cId="0" sldId="301"/>
            <ac:spMk id="2" creationId="{00000000-0000-0000-0000-000000000000}"/>
          </ac:spMkLst>
        </pc:spChg>
        <pc:spChg chg="del mod">
          <ac:chgData name="Emmett Gilbert" userId="aa7b3766c4c24eb4" providerId="LiveId" clId="{C1022422-C44F-4721-92FF-9DDB880F5282}" dt="2026-07-10T15:33:43.795" v="2466" actId="478"/>
          <ac:spMkLst>
            <pc:docMk/>
            <pc:sldMk cId="0" sldId="301"/>
            <ac:spMk id="4" creationId="{00000000-0000-0000-0000-000000000000}"/>
          </ac:spMkLst>
        </pc:spChg>
        <pc:spChg chg="del mod">
          <ac:chgData name="Emmett Gilbert" userId="aa7b3766c4c24eb4" providerId="LiveId" clId="{C1022422-C44F-4721-92FF-9DDB880F5282}" dt="2026-07-10T15:33:49.580" v="2470" actId="478"/>
          <ac:spMkLst>
            <pc:docMk/>
            <pc:sldMk cId="0" sldId="301"/>
            <ac:spMk id="5" creationId="{00000000-0000-0000-0000-000000000000}"/>
          </ac:spMkLst>
        </pc:spChg>
        <pc:spChg chg="del mod">
          <ac:chgData name="Emmett Gilbert" userId="aa7b3766c4c24eb4" providerId="LiveId" clId="{C1022422-C44F-4721-92FF-9DDB880F5282}" dt="2026-07-10T15:33:47.270" v="2468" actId="478"/>
          <ac:spMkLst>
            <pc:docMk/>
            <pc:sldMk cId="0" sldId="301"/>
            <ac:spMk id="6" creationId="{00000000-0000-0000-0000-000000000000}"/>
          </ac:spMkLst>
        </pc:spChg>
        <pc:spChg chg="del mod">
          <ac:chgData name="Emmett Gilbert" userId="aa7b3766c4c24eb4" providerId="LiveId" clId="{C1022422-C44F-4721-92FF-9DDB880F5282}" dt="2026-07-10T15:33:45.494" v="2467" actId="478"/>
          <ac:spMkLst>
            <pc:docMk/>
            <pc:sldMk cId="0" sldId="301"/>
            <ac:spMk id="7" creationId="{00000000-0000-0000-0000-000000000000}"/>
          </ac:spMkLst>
        </pc:spChg>
        <pc:spChg chg="del mod">
          <ac:chgData name="Emmett Gilbert" userId="aa7b3766c4c24eb4" providerId="LiveId" clId="{C1022422-C44F-4721-92FF-9DDB880F5282}" dt="2026-07-10T15:33:48.556" v="2469" actId="478"/>
          <ac:spMkLst>
            <pc:docMk/>
            <pc:sldMk cId="0" sldId="301"/>
            <ac:spMk id="8" creationId="{00000000-0000-0000-0000-000000000000}"/>
          </ac:spMkLst>
        </pc:spChg>
        <pc:spChg chg="del mod">
          <ac:chgData name="Emmett Gilbert" userId="aa7b3766c4c24eb4" providerId="LiveId" clId="{C1022422-C44F-4721-92FF-9DDB880F5282}" dt="2026-07-10T15:33:56.262" v="2473" actId="478"/>
          <ac:spMkLst>
            <pc:docMk/>
            <pc:sldMk cId="0" sldId="301"/>
            <ac:spMk id="9" creationId="{00000000-0000-0000-0000-000000000000}"/>
          </ac:spMkLst>
        </pc:spChg>
        <pc:spChg chg="del mod">
          <ac:chgData name="Emmett Gilbert" userId="aa7b3766c4c24eb4" providerId="LiveId" clId="{C1022422-C44F-4721-92FF-9DDB880F5282}" dt="2026-07-10T15:33:58.897" v="2475" actId="478"/>
          <ac:spMkLst>
            <pc:docMk/>
            <pc:sldMk cId="0" sldId="301"/>
            <ac:spMk id="10" creationId="{00000000-0000-0000-0000-000000000000}"/>
          </ac:spMkLst>
        </pc:spChg>
        <pc:spChg chg="del mod">
          <ac:chgData name="Emmett Gilbert" userId="aa7b3766c4c24eb4" providerId="LiveId" clId="{C1022422-C44F-4721-92FF-9DDB880F5282}" dt="2026-07-10T15:33:54.307" v="2472" actId="478"/>
          <ac:spMkLst>
            <pc:docMk/>
            <pc:sldMk cId="0" sldId="301"/>
            <ac:spMk id="11" creationId="{00000000-0000-0000-0000-000000000000}"/>
          </ac:spMkLst>
        </pc:spChg>
        <pc:spChg chg="del mod">
          <ac:chgData name="Emmett Gilbert" userId="aa7b3766c4c24eb4" providerId="LiveId" clId="{C1022422-C44F-4721-92FF-9DDB880F5282}" dt="2026-07-10T15:33:52.196" v="2471" actId="478"/>
          <ac:spMkLst>
            <pc:docMk/>
            <pc:sldMk cId="0" sldId="301"/>
            <ac:spMk id="12" creationId="{00000000-0000-0000-0000-000000000000}"/>
          </ac:spMkLst>
        </pc:spChg>
        <pc:spChg chg="del mod">
          <ac:chgData name="Emmett Gilbert" userId="aa7b3766c4c24eb4" providerId="LiveId" clId="{C1022422-C44F-4721-92FF-9DDB880F5282}" dt="2026-07-10T15:33:57.953" v="2474" actId="478"/>
          <ac:spMkLst>
            <pc:docMk/>
            <pc:sldMk cId="0" sldId="301"/>
            <ac:spMk id="13" creationId="{00000000-0000-0000-0000-000000000000}"/>
          </ac:spMkLst>
        </pc:spChg>
        <pc:spChg chg="del mod">
          <ac:chgData name="Emmett Gilbert" userId="aa7b3766c4c24eb4" providerId="LiveId" clId="{C1022422-C44F-4721-92FF-9DDB880F5282}" dt="2026-07-10T15:32:16.074" v="2449" actId="478"/>
          <ac:spMkLst>
            <pc:docMk/>
            <pc:sldMk cId="0" sldId="301"/>
            <ac:spMk id="14" creationId="{00000000-0000-0000-0000-000000000000}"/>
          </ac:spMkLst>
        </pc:spChg>
        <pc:spChg chg="del mod">
          <ac:chgData name="Emmett Gilbert" userId="aa7b3766c4c24eb4" providerId="LiveId" clId="{C1022422-C44F-4721-92FF-9DDB880F5282}" dt="2026-07-10T15:32:21.924" v="2453" actId="478"/>
          <ac:spMkLst>
            <pc:docMk/>
            <pc:sldMk cId="0" sldId="301"/>
            <ac:spMk id="15" creationId="{00000000-0000-0000-0000-000000000000}"/>
          </ac:spMkLst>
        </pc:spChg>
        <pc:spChg chg="del mod">
          <ac:chgData name="Emmett Gilbert" userId="aa7b3766c4c24eb4" providerId="LiveId" clId="{C1022422-C44F-4721-92FF-9DDB880F5282}" dt="2026-07-10T15:32:19.484" v="2451" actId="478"/>
          <ac:spMkLst>
            <pc:docMk/>
            <pc:sldMk cId="0" sldId="301"/>
            <ac:spMk id="16" creationId="{00000000-0000-0000-0000-000000000000}"/>
          </ac:spMkLst>
        </pc:spChg>
        <pc:spChg chg="del mod">
          <ac:chgData name="Emmett Gilbert" userId="aa7b3766c4c24eb4" providerId="LiveId" clId="{C1022422-C44F-4721-92FF-9DDB880F5282}" dt="2026-07-10T15:32:17.578" v="2450" actId="478"/>
          <ac:spMkLst>
            <pc:docMk/>
            <pc:sldMk cId="0" sldId="301"/>
            <ac:spMk id="17" creationId="{00000000-0000-0000-0000-000000000000}"/>
          </ac:spMkLst>
        </pc:spChg>
        <pc:spChg chg="del mod">
          <ac:chgData name="Emmett Gilbert" userId="aa7b3766c4c24eb4" providerId="LiveId" clId="{C1022422-C44F-4721-92FF-9DDB880F5282}" dt="2026-07-10T15:32:20.820" v="2452" actId="478"/>
          <ac:spMkLst>
            <pc:docMk/>
            <pc:sldMk cId="0" sldId="301"/>
            <ac:spMk id="18" creationId="{00000000-0000-0000-0000-000000000000}"/>
          </ac:spMkLst>
        </pc:spChg>
        <pc:spChg chg="del mod">
          <ac:chgData name="Emmett Gilbert" userId="aa7b3766c4c24eb4" providerId="LiveId" clId="{C1022422-C44F-4721-92FF-9DDB880F5282}" dt="2026-07-10T15:32:11.728" v="2445" actId="478"/>
          <ac:spMkLst>
            <pc:docMk/>
            <pc:sldMk cId="0" sldId="301"/>
            <ac:spMk id="19" creationId="{00000000-0000-0000-0000-000000000000}"/>
          </ac:spMkLst>
        </pc:spChg>
        <pc:spChg chg="del mod">
          <ac:chgData name="Emmett Gilbert" userId="aa7b3766c4c24eb4" providerId="LiveId" clId="{C1022422-C44F-4721-92FF-9DDB880F5282}" dt="2026-07-10T15:32:15.277" v="2448" actId="478"/>
          <ac:spMkLst>
            <pc:docMk/>
            <pc:sldMk cId="0" sldId="301"/>
            <ac:spMk id="20" creationId="{00000000-0000-0000-0000-000000000000}"/>
          </ac:spMkLst>
        </pc:spChg>
        <pc:spChg chg="del mod">
          <ac:chgData name="Emmett Gilbert" userId="aa7b3766c4c24eb4" providerId="LiveId" clId="{C1022422-C44F-4721-92FF-9DDB880F5282}" dt="2026-07-10T15:32:14.306" v="2447" actId="478"/>
          <ac:spMkLst>
            <pc:docMk/>
            <pc:sldMk cId="0" sldId="301"/>
            <ac:spMk id="21" creationId="{00000000-0000-0000-0000-000000000000}"/>
          </ac:spMkLst>
        </pc:spChg>
        <pc:spChg chg="del mod">
          <ac:chgData name="Emmett Gilbert" userId="aa7b3766c4c24eb4" providerId="LiveId" clId="{C1022422-C44F-4721-92FF-9DDB880F5282}" dt="2026-07-10T15:32:10.931" v="2444" actId="478"/>
          <ac:spMkLst>
            <pc:docMk/>
            <pc:sldMk cId="0" sldId="301"/>
            <ac:spMk id="22" creationId="{00000000-0000-0000-0000-000000000000}"/>
          </ac:spMkLst>
        </pc:spChg>
        <pc:spChg chg="del mod">
          <ac:chgData name="Emmett Gilbert" userId="aa7b3766c4c24eb4" providerId="LiveId" clId="{C1022422-C44F-4721-92FF-9DDB880F5282}" dt="2026-07-10T15:32:09.066" v="2443" actId="478"/>
          <ac:spMkLst>
            <pc:docMk/>
            <pc:sldMk cId="0" sldId="301"/>
            <ac:spMk id="23" creationId="{00000000-0000-0000-0000-000000000000}"/>
          </ac:spMkLst>
        </pc:spChg>
        <pc:spChg chg="del mod">
          <ac:chgData name="Emmett Gilbert" userId="aa7b3766c4c24eb4" providerId="LiveId" clId="{C1022422-C44F-4721-92FF-9DDB880F5282}" dt="2026-07-10T15:29:18.734" v="2423" actId="478"/>
          <ac:spMkLst>
            <pc:docMk/>
            <pc:sldMk cId="0" sldId="301"/>
            <ac:spMk id="24" creationId="{00000000-0000-0000-0000-000000000000}"/>
          </ac:spMkLst>
        </pc:spChg>
        <pc:spChg chg="del mod">
          <ac:chgData name="Emmett Gilbert" userId="aa7b3766c4c24eb4" providerId="LiveId" clId="{C1022422-C44F-4721-92FF-9DDB880F5282}" dt="2026-07-10T15:29:26.149" v="2426" actId="478"/>
          <ac:spMkLst>
            <pc:docMk/>
            <pc:sldMk cId="0" sldId="301"/>
            <ac:spMk id="25" creationId="{00000000-0000-0000-0000-000000000000}"/>
          </ac:spMkLst>
        </pc:spChg>
        <pc:spChg chg="del mod">
          <ac:chgData name="Emmett Gilbert" userId="aa7b3766c4c24eb4" providerId="LiveId" clId="{C1022422-C44F-4721-92FF-9DDB880F5282}" dt="2026-07-10T15:29:25.159" v="2425" actId="478"/>
          <ac:spMkLst>
            <pc:docMk/>
            <pc:sldMk cId="0" sldId="301"/>
            <ac:spMk id="26" creationId="{00000000-0000-0000-0000-000000000000}"/>
          </ac:spMkLst>
        </pc:spChg>
        <pc:spChg chg="del mod">
          <ac:chgData name="Emmett Gilbert" userId="aa7b3766c4c24eb4" providerId="LiveId" clId="{C1022422-C44F-4721-92FF-9DDB880F5282}" dt="2026-07-10T15:29:22.413" v="2424" actId="478"/>
          <ac:spMkLst>
            <pc:docMk/>
            <pc:sldMk cId="0" sldId="301"/>
            <ac:spMk id="27" creationId="{00000000-0000-0000-0000-000000000000}"/>
          </ac:spMkLst>
        </pc:spChg>
        <pc:spChg chg="del mod">
          <ac:chgData name="Emmett Gilbert" userId="aa7b3766c4c24eb4" providerId="LiveId" clId="{C1022422-C44F-4721-92FF-9DDB880F5282}" dt="2026-07-10T15:29:33.834" v="2427" actId="478"/>
          <ac:spMkLst>
            <pc:docMk/>
            <pc:sldMk cId="0" sldId="301"/>
            <ac:spMk id="28" creationId="{00000000-0000-0000-0000-000000000000}"/>
          </ac:spMkLst>
        </pc:spChg>
        <pc:spChg chg="del mod">
          <ac:chgData name="Emmett Gilbert" userId="aa7b3766c4c24eb4" providerId="LiveId" clId="{C1022422-C44F-4721-92FF-9DDB880F5282}" dt="2026-07-10T15:29:47.362" v="2430" actId="478"/>
          <ac:spMkLst>
            <pc:docMk/>
            <pc:sldMk cId="0" sldId="301"/>
            <ac:spMk id="29" creationId="{00000000-0000-0000-0000-000000000000}"/>
          </ac:spMkLst>
        </pc:spChg>
        <pc:spChg chg="del mod">
          <ac:chgData name="Emmett Gilbert" userId="aa7b3766c4c24eb4" providerId="LiveId" clId="{C1022422-C44F-4721-92FF-9DDB880F5282}" dt="2026-07-10T15:29:52.366" v="2432" actId="478"/>
          <ac:spMkLst>
            <pc:docMk/>
            <pc:sldMk cId="0" sldId="301"/>
            <ac:spMk id="30" creationId="{00000000-0000-0000-0000-000000000000}"/>
          </ac:spMkLst>
        </pc:spChg>
        <pc:spChg chg="del mod">
          <ac:chgData name="Emmett Gilbert" userId="aa7b3766c4c24eb4" providerId="LiveId" clId="{C1022422-C44F-4721-92FF-9DDB880F5282}" dt="2026-07-10T15:29:51.286" v="2431" actId="478"/>
          <ac:spMkLst>
            <pc:docMk/>
            <pc:sldMk cId="0" sldId="301"/>
            <ac:spMk id="31" creationId="{00000000-0000-0000-0000-000000000000}"/>
          </ac:spMkLst>
        </pc:spChg>
        <pc:spChg chg="del mod">
          <ac:chgData name="Emmett Gilbert" userId="aa7b3766c4c24eb4" providerId="LiveId" clId="{C1022422-C44F-4721-92FF-9DDB880F5282}" dt="2026-07-10T15:29:44.922" v="2429" actId="478"/>
          <ac:spMkLst>
            <pc:docMk/>
            <pc:sldMk cId="0" sldId="301"/>
            <ac:spMk id="32" creationId="{00000000-0000-0000-0000-000000000000}"/>
          </ac:spMkLst>
        </pc:spChg>
        <pc:spChg chg="del mod">
          <ac:chgData name="Emmett Gilbert" userId="aa7b3766c4c24eb4" providerId="LiveId" clId="{C1022422-C44F-4721-92FF-9DDB880F5282}" dt="2026-07-10T15:29:43.278" v="2428" actId="478"/>
          <ac:spMkLst>
            <pc:docMk/>
            <pc:sldMk cId="0" sldId="301"/>
            <ac:spMk id="33" creationId="{00000000-0000-0000-0000-000000000000}"/>
          </ac:spMkLst>
        </pc:spChg>
        <pc:spChg chg="add">
          <ac:chgData name="Emmett Gilbert" userId="aa7b3766c4c24eb4" providerId="LiveId" clId="{C1022422-C44F-4721-92FF-9DDB880F5282}" dt="2026-07-10T15:28:31.483" v="2417" actId="22"/>
          <ac:spMkLst>
            <pc:docMk/>
            <pc:sldMk cId="0" sldId="301"/>
            <ac:spMk id="37" creationId="{1E9553F7-FDEB-54A9-CC63-548CF35DF9C4}"/>
          </ac:spMkLst>
        </pc:spChg>
        <pc:spChg chg="add">
          <ac:chgData name="Emmett Gilbert" userId="aa7b3766c4c24eb4" providerId="LiveId" clId="{C1022422-C44F-4721-92FF-9DDB880F5282}" dt="2026-07-10T15:28:31.483" v="2417" actId="22"/>
          <ac:spMkLst>
            <pc:docMk/>
            <pc:sldMk cId="0" sldId="301"/>
            <ac:spMk id="39" creationId="{61BE5D8B-74D2-9BFC-CD99-DBCC069534C7}"/>
          </ac:spMkLst>
        </pc:spChg>
        <pc:spChg chg="add del mod">
          <ac:chgData name="Emmett Gilbert" userId="aa7b3766c4c24eb4" providerId="LiveId" clId="{C1022422-C44F-4721-92FF-9DDB880F5282}" dt="2026-07-10T15:39:00.531" v="2534" actId="478"/>
          <ac:spMkLst>
            <pc:docMk/>
            <pc:sldMk cId="0" sldId="301"/>
            <ac:spMk id="41" creationId="{9A90D91F-2EBE-F726-9476-9D8EBC73AE58}"/>
          </ac:spMkLst>
        </pc:spChg>
        <pc:spChg chg="add mod">
          <ac:chgData name="Emmett Gilbert" userId="aa7b3766c4c24eb4" providerId="LiveId" clId="{C1022422-C44F-4721-92FF-9DDB880F5282}" dt="2026-07-10T15:39:19.217" v="2539" actId="1076"/>
          <ac:spMkLst>
            <pc:docMk/>
            <pc:sldMk cId="0" sldId="301"/>
            <ac:spMk id="43" creationId="{F668238E-52B1-D8F7-1C3D-5168E80035B1}"/>
          </ac:spMkLst>
        </pc:spChg>
        <pc:spChg chg="add mod">
          <ac:chgData name="Emmett Gilbert" userId="aa7b3766c4c24eb4" providerId="LiveId" clId="{C1022422-C44F-4721-92FF-9DDB880F5282}" dt="2026-07-10T15:36:56.381" v="2500" actId="123"/>
          <ac:spMkLst>
            <pc:docMk/>
            <pc:sldMk cId="0" sldId="301"/>
            <ac:spMk id="45" creationId="{0AC0CAB4-F4DA-759A-7AEA-2290116CB67C}"/>
          </ac:spMkLst>
        </pc:spChg>
        <pc:spChg chg="add mod">
          <ac:chgData name="Emmett Gilbert" userId="aa7b3766c4c24eb4" providerId="LiveId" clId="{C1022422-C44F-4721-92FF-9DDB880F5282}" dt="2026-07-10T15:35:57.381" v="2490" actId="14100"/>
          <ac:spMkLst>
            <pc:docMk/>
            <pc:sldMk cId="0" sldId="301"/>
            <ac:spMk id="47" creationId="{ACED08ED-D63B-DDF3-0259-F9ABC283F55F}"/>
          </ac:spMkLst>
        </pc:spChg>
        <pc:spChg chg="add">
          <ac:chgData name="Emmett Gilbert" userId="aa7b3766c4c24eb4" providerId="LiveId" clId="{C1022422-C44F-4721-92FF-9DDB880F5282}" dt="2026-07-10T15:28:31.483" v="2417" actId="22"/>
          <ac:spMkLst>
            <pc:docMk/>
            <pc:sldMk cId="0" sldId="301"/>
            <ac:spMk id="49" creationId="{7D308C2C-0E7E-36A5-25DD-E5E8B02C91C1}"/>
          </ac:spMkLst>
        </pc:spChg>
        <pc:spChg chg="add del mod">
          <ac:chgData name="Emmett Gilbert" userId="aa7b3766c4c24eb4" providerId="LiveId" clId="{C1022422-C44F-4721-92FF-9DDB880F5282}" dt="2026-07-10T15:39:07.211" v="2537" actId="478"/>
          <ac:spMkLst>
            <pc:docMk/>
            <pc:sldMk cId="0" sldId="301"/>
            <ac:spMk id="51" creationId="{7316E44D-1305-6F28-09BA-275DCAD66B21}"/>
          </ac:spMkLst>
        </pc:spChg>
        <pc:spChg chg="add mod">
          <ac:chgData name="Emmett Gilbert" userId="aa7b3766c4c24eb4" providerId="LiveId" clId="{C1022422-C44F-4721-92FF-9DDB880F5282}" dt="2026-07-10T15:39:34.217" v="2541" actId="1076"/>
          <ac:spMkLst>
            <pc:docMk/>
            <pc:sldMk cId="0" sldId="301"/>
            <ac:spMk id="53" creationId="{C50E3EDA-90CB-599F-1F8B-E49576169E1A}"/>
          </ac:spMkLst>
        </pc:spChg>
        <pc:spChg chg="add mod">
          <ac:chgData name="Emmett Gilbert" userId="aa7b3766c4c24eb4" providerId="LiveId" clId="{C1022422-C44F-4721-92FF-9DDB880F5282}" dt="2026-07-10T15:36:56.381" v="2500" actId="123"/>
          <ac:spMkLst>
            <pc:docMk/>
            <pc:sldMk cId="0" sldId="301"/>
            <ac:spMk id="55" creationId="{4C04DE69-861A-E3BB-CB11-0E04709E013B}"/>
          </ac:spMkLst>
        </pc:spChg>
        <pc:spChg chg="add del">
          <ac:chgData name="Emmett Gilbert" userId="aa7b3766c4c24eb4" providerId="LiveId" clId="{C1022422-C44F-4721-92FF-9DDB880F5282}" dt="2026-07-10T15:31:20.185" v="2442" actId="22"/>
          <ac:spMkLst>
            <pc:docMk/>
            <pc:sldMk cId="0" sldId="301"/>
            <ac:spMk id="57" creationId="{228F866E-FF21-1592-79B8-527EB1F41C43}"/>
          </ac:spMkLst>
        </pc:spChg>
        <pc:spChg chg="add del">
          <ac:chgData name="Emmett Gilbert" userId="aa7b3766c4c24eb4" providerId="LiveId" clId="{C1022422-C44F-4721-92FF-9DDB880F5282}" dt="2026-07-10T15:31:20.185" v="2442" actId="22"/>
          <ac:spMkLst>
            <pc:docMk/>
            <pc:sldMk cId="0" sldId="301"/>
            <ac:spMk id="59" creationId="{1442D18F-F099-9732-1B0D-CCA13480DF99}"/>
          </ac:spMkLst>
        </pc:spChg>
        <pc:spChg chg="add del mod">
          <ac:chgData name="Emmett Gilbert" userId="aa7b3766c4c24eb4" providerId="LiveId" clId="{C1022422-C44F-4721-92FF-9DDB880F5282}" dt="2026-07-10T15:39:02.401" v="2535" actId="478"/>
          <ac:spMkLst>
            <pc:docMk/>
            <pc:sldMk cId="0" sldId="301"/>
            <ac:spMk id="61" creationId="{E478FBA5-945E-0DCF-E86C-60FDF8EFFF7D}"/>
          </ac:spMkLst>
        </pc:spChg>
        <pc:spChg chg="add del mod">
          <ac:chgData name="Emmett Gilbert" userId="aa7b3766c4c24eb4" providerId="LiveId" clId="{C1022422-C44F-4721-92FF-9DDB880F5282}" dt="2026-07-10T15:39:13.560" v="2538" actId="1076"/>
          <ac:spMkLst>
            <pc:docMk/>
            <pc:sldMk cId="0" sldId="301"/>
            <ac:spMk id="63" creationId="{02D874AF-E501-920A-5EC9-ECA6042EA2DA}"/>
          </ac:spMkLst>
        </pc:spChg>
        <pc:spChg chg="add del mod">
          <ac:chgData name="Emmett Gilbert" userId="aa7b3766c4c24eb4" providerId="LiveId" clId="{C1022422-C44F-4721-92FF-9DDB880F5282}" dt="2026-07-10T15:36:56.381" v="2500" actId="123"/>
          <ac:spMkLst>
            <pc:docMk/>
            <pc:sldMk cId="0" sldId="301"/>
            <ac:spMk id="65" creationId="{F43D449C-875F-4E0F-6CCA-0C8F2329DB3B}"/>
          </ac:spMkLst>
        </pc:spChg>
        <pc:spChg chg="add del mod">
          <ac:chgData name="Emmett Gilbert" userId="aa7b3766c4c24eb4" providerId="LiveId" clId="{C1022422-C44F-4721-92FF-9DDB880F5282}" dt="2026-07-10T15:35:52.346" v="2488" actId="14100"/>
          <ac:spMkLst>
            <pc:docMk/>
            <pc:sldMk cId="0" sldId="301"/>
            <ac:spMk id="67" creationId="{7BA364A2-FDCD-9FDF-BF3E-0BD8CA586BCB}"/>
          </ac:spMkLst>
        </pc:spChg>
        <pc:spChg chg="add del">
          <ac:chgData name="Emmett Gilbert" userId="aa7b3766c4c24eb4" providerId="LiveId" clId="{C1022422-C44F-4721-92FF-9DDB880F5282}" dt="2026-07-10T15:31:20.185" v="2442" actId="22"/>
          <ac:spMkLst>
            <pc:docMk/>
            <pc:sldMk cId="0" sldId="301"/>
            <ac:spMk id="69" creationId="{CB9CE0C6-4ADB-5A76-AB45-7A95BEAA5B04}"/>
          </ac:spMkLst>
        </pc:spChg>
        <pc:spChg chg="add del mod">
          <ac:chgData name="Emmett Gilbert" userId="aa7b3766c4c24eb4" providerId="LiveId" clId="{C1022422-C44F-4721-92FF-9DDB880F5282}" dt="2026-07-10T15:39:05.076" v="2536" actId="478"/>
          <ac:spMkLst>
            <pc:docMk/>
            <pc:sldMk cId="0" sldId="301"/>
            <ac:spMk id="71" creationId="{2666CAE0-44F4-1EFF-16A2-F10CD84F8C1A}"/>
          </ac:spMkLst>
        </pc:spChg>
        <pc:spChg chg="add del mod">
          <ac:chgData name="Emmett Gilbert" userId="aa7b3766c4c24eb4" providerId="LiveId" clId="{C1022422-C44F-4721-92FF-9DDB880F5282}" dt="2026-07-10T15:39:40.311" v="2542" actId="1076"/>
          <ac:spMkLst>
            <pc:docMk/>
            <pc:sldMk cId="0" sldId="301"/>
            <ac:spMk id="73" creationId="{C9376447-68B7-EF61-FAFF-25034472BC3B}"/>
          </ac:spMkLst>
        </pc:spChg>
        <pc:spChg chg="add del mod">
          <ac:chgData name="Emmett Gilbert" userId="aa7b3766c4c24eb4" providerId="LiveId" clId="{C1022422-C44F-4721-92FF-9DDB880F5282}" dt="2026-07-10T15:36:56.381" v="2500" actId="123"/>
          <ac:spMkLst>
            <pc:docMk/>
            <pc:sldMk cId="0" sldId="301"/>
            <ac:spMk id="75" creationId="{83E48D04-E2BE-8B84-DD75-E886AEEF6AC7}"/>
          </ac:spMkLst>
        </pc:spChg>
        <pc:spChg chg="add">
          <ac:chgData name="Emmett Gilbert" userId="aa7b3766c4c24eb4" providerId="LiveId" clId="{C1022422-C44F-4721-92FF-9DDB880F5282}" dt="2026-07-10T15:33:04.815" v="2459" actId="22"/>
          <ac:spMkLst>
            <pc:docMk/>
            <pc:sldMk cId="0" sldId="301"/>
            <ac:spMk id="77" creationId="{7FDB5BCB-9487-7731-6C2C-9988A5005DEB}"/>
          </ac:spMkLst>
        </pc:spChg>
        <pc:spChg chg="add">
          <ac:chgData name="Emmett Gilbert" userId="aa7b3766c4c24eb4" providerId="LiveId" clId="{C1022422-C44F-4721-92FF-9DDB880F5282}" dt="2026-07-10T15:33:04.815" v="2459" actId="22"/>
          <ac:spMkLst>
            <pc:docMk/>
            <pc:sldMk cId="0" sldId="301"/>
            <ac:spMk id="79" creationId="{7937739F-819A-16CD-D089-6F2CBDF2B9BD}"/>
          </ac:spMkLst>
        </pc:spChg>
        <pc:spChg chg="add mod">
          <ac:chgData name="Emmett Gilbert" userId="aa7b3766c4c24eb4" providerId="LiveId" clId="{C1022422-C44F-4721-92FF-9DDB880F5282}" dt="2026-07-10T15:38:10.353" v="2515" actId="404"/>
          <ac:spMkLst>
            <pc:docMk/>
            <pc:sldMk cId="0" sldId="301"/>
            <ac:spMk id="81" creationId="{7CF48269-40ED-9AB8-0FA7-78AD6C84F7F9}"/>
          </ac:spMkLst>
        </pc:spChg>
        <pc:spChg chg="add del mod">
          <ac:chgData name="Emmett Gilbert" userId="aa7b3766c4c24eb4" providerId="LiveId" clId="{C1022422-C44F-4721-92FF-9DDB880F5282}" dt="2026-07-10T15:37:57.634" v="2513" actId="478"/>
          <ac:spMkLst>
            <pc:docMk/>
            <pc:sldMk cId="0" sldId="301"/>
            <ac:spMk id="83" creationId="{8B287441-D9CD-348D-4180-504B3A5AF2B5}"/>
          </ac:spMkLst>
        </pc:spChg>
        <pc:spChg chg="add mod">
          <ac:chgData name="Emmett Gilbert" userId="aa7b3766c4c24eb4" providerId="LiveId" clId="{C1022422-C44F-4721-92FF-9DDB880F5282}" dt="2026-07-10T15:36:56.381" v="2500" actId="123"/>
          <ac:spMkLst>
            <pc:docMk/>
            <pc:sldMk cId="0" sldId="301"/>
            <ac:spMk id="85" creationId="{BDC456C9-9642-D343-5D3C-3C3C6176C8D3}"/>
          </ac:spMkLst>
        </pc:spChg>
        <pc:spChg chg="add mod">
          <ac:chgData name="Emmett Gilbert" userId="aa7b3766c4c24eb4" providerId="LiveId" clId="{C1022422-C44F-4721-92FF-9DDB880F5282}" dt="2026-07-10T15:35:55.085" v="2489" actId="14100"/>
          <ac:spMkLst>
            <pc:docMk/>
            <pc:sldMk cId="0" sldId="301"/>
            <ac:spMk id="87" creationId="{C6EDE52E-C7D6-8F6A-BB8F-0250501C751D}"/>
          </ac:spMkLst>
        </pc:spChg>
        <pc:spChg chg="add">
          <ac:chgData name="Emmett Gilbert" userId="aa7b3766c4c24eb4" providerId="LiveId" clId="{C1022422-C44F-4721-92FF-9DDB880F5282}" dt="2026-07-10T15:33:04.815" v="2459" actId="22"/>
          <ac:spMkLst>
            <pc:docMk/>
            <pc:sldMk cId="0" sldId="301"/>
            <ac:spMk id="89" creationId="{0DD4E18E-5FA6-D379-5B3A-BE8FCDA37851}"/>
          </ac:spMkLst>
        </pc:spChg>
        <pc:spChg chg="add del mod">
          <ac:chgData name="Emmett Gilbert" userId="aa7b3766c4c24eb4" providerId="LiveId" clId="{C1022422-C44F-4721-92FF-9DDB880F5282}" dt="2026-07-10T15:38:27.783" v="2519" actId="478"/>
          <ac:spMkLst>
            <pc:docMk/>
            <pc:sldMk cId="0" sldId="301"/>
            <ac:spMk id="91" creationId="{222B79C5-DD05-991E-D68F-1C318E8ACDE1}"/>
          </ac:spMkLst>
        </pc:spChg>
        <pc:spChg chg="add mod">
          <ac:chgData name="Emmett Gilbert" userId="aa7b3766c4c24eb4" providerId="LiveId" clId="{C1022422-C44F-4721-92FF-9DDB880F5282}" dt="2026-07-10T15:39:47.405" v="2543" actId="1076"/>
          <ac:spMkLst>
            <pc:docMk/>
            <pc:sldMk cId="0" sldId="301"/>
            <ac:spMk id="93" creationId="{3F9FA672-F4FD-5FFB-A192-FCCDBF214F8C}"/>
          </ac:spMkLst>
        </pc:spChg>
        <pc:spChg chg="add mod">
          <ac:chgData name="Emmett Gilbert" userId="aa7b3766c4c24eb4" providerId="LiveId" clId="{C1022422-C44F-4721-92FF-9DDB880F5282}" dt="2026-07-10T15:36:56.381" v="2500" actId="123"/>
          <ac:spMkLst>
            <pc:docMk/>
            <pc:sldMk cId="0" sldId="301"/>
            <ac:spMk id="95" creationId="{3EE9AFE6-B302-F23E-3781-9EB77D5319CE}"/>
          </ac:spMkLst>
        </pc:spChg>
      </pc:sldChg>
      <pc:sldChg chg="addSp delSp modSp mod">
        <pc:chgData name="Emmett Gilbert" userId="aa7b3766c4c24eb4" providerId="LiveId" clId="{C1022422-C44F-4721-92FF-9DDB880F5282}" dt="2026-07-10T15:42:34.973" v="2580" actId="478"/>
        <pc:sldMkLst>
          <pc:docMk/>
          <pc:sldMk cId="0" sldId="302"/>
        </pc:sldMkLst>
        <pc:spChg chg="mod">
          <ac:chgData name="Emmett Gilbert" userId="aa7b3766c4c24eb4" providerId="LiveId" clId="{C1022422-C44F-4721-92FF-9DDB880F5282}" dt="2026-07-10T15:28:01.459" v="2415" actId="20577"/>
          <ac:spMkLst>
            <pc:docMk/>
            <pc:sldMk cId="0" sldId="302"/>
            <ac:spMk id="2" creationId="{00000000-0000-0000-0000-000000000000}"/>
          </ac:spMkLst>
        </pc:spChg>
        <pc:spChg chg="mod">
          <ac:chgData name="Emmett Gilbert" userId="aa7b3766c4c24eb4" providerId="LiveId" clId="{C1022422-C44F-4721-92FF-9DDB880F5282}" dt="2026-07-10T15:40:13.747" v="2545" actId="1076"/>
          <ac:spMkLst>
            <pc:docMk/>
            <pc:sldMk cId="0" sldId="302"/>
            <ac:spMk id="4" creationId="{00000000-0000-0000-0000-000000000000}"/>
          </ac:spMkLst>
        </pc:spChg>
        <pc:spChg chg="mod">
          <ac:chgData name="Emmett Gilbert" userId="aa7b3766c4c24eb4" providerId="LiveId" clId="{C1022422-C44F-4721-92FF-9DDB880F5282}" dt="2026-07-10T15:27:30.917" v="2412" actId="1076"/>
          <ac:spMkLst>
            <pc:docMk/>
            <pc:sldMk cId="0" sldId="302"/>
            <ac:spMk id="5" creationId="{00000000-0000-0000-0000-000000000000}"/>
          </ac:spMkLst>
        </pc:spChg>
        <pc:spChg chg="del mod">
          <ac:chgData name="Emmett Gilbert" userId="aa7b3766c4c24eb4" providerId="LiveId" clId="{C1022422-C44F-4721-92FF-9DDB880F5282}" dt="2026-07-10T15:42:34.973" v="2580" actId="478"/>
          <ac:spMkLst>
            <pc:docMk/>
            <pc:sldMk cId="0" sldId="302"/>
            <ac:spMk id="6" creationId="{00000000-0000-0000-0000-000000000000}"/>
          </ac:spMkLst>
        </pc:spChg>
        <pc:spChg chg="del mod">
          <ac:chgData name="Emmett Gilbert" userId="aa7b3766c4c24eb4" providerId="LiveId" clId="{C1022422-C44F-4721-92FF-9DDB880F5282}" dt="2026-07-10T15:42:34.973" v="2580" actId="478"/>
          <ac:spMkLst>
            <pc:docMk/>
            <pc:sldMk cId="0" sldId="302"/>
            <ac:spMk id="7" creationId="{00000000-0000-0000-0000-000000000000}"/>
          </ac:spMkLst>
        </pc:spChg>
        <pc:spChg chg="mod">
          <ac:chgData name="Emmett Gilbert" userId="aa7b3766c4c24eb4" providerId="LiveId" clId="{C1022422-C44F-4721-92FF-9DDB880F5282}" dt="2026-07-10T15:36:41.723" v="2498" actId="123"/>
          <ac:spMkLst>
            <pc:docMk/>
            <pc:sldMk cId="0" sldId="302"/>
            <ac:spMk id="8" creationId="{00000000-0000-0000-0000-000000000000}"/>
          </ac:spMkLst>
        </pc:spChg>
        <pc:spChg chg="mod">
          <ac:chgData name="Emmett Gilbert" userId="aa7b3766c4c24eb4" providerId="LiveId" clId="{C1022422-C44F-4721-92FF-9DDB880F5282}" dt="2026-07-10T15:36:06.128" v="2491" actId="14100"/>
          <ac:spMkLst>
            <pc:docMk/>
            <pc:sldMk cId="0" sldId="302"/>
            <ac:spMk id="9" creationId="{00000000-0000-0000-0000-000000000000}"/>
          </ac:spMkLst>
        </pc:spChg>
        <pc:spChg chg="mod">
          <ac:chgData name="Emmett Gilbert" userId="aa7b3766c4c24eb4" providerId="LiveId" clId="{C1022422-C44F-4721-92FF-9DDB880F5282}" dt="2026-07-10T15:27:30.917" v="2412" actId="1076"/>
          <ac:spMkLst>
            <pc:docMk/>
            <pc:sldMk cId="0" sldId="302"/>
            <ac:spMk id="10" creationId="{00000000-0000-0000-0000-000000000000}"/>
          </ac:spMkLst>
        </pc:spChg>
        <pc:spChg chg="del mod">
          <ac:chgData name="Emmett Gilbert" userId="aa7b3766c4c24eb4" providerId="LiveId" clId="{C1022422-C44F-4721-92FF-9DDB880F5282}" dt="2026-07-10T15:42:34.973" v="2580" actId="478"/>
          <ac:spMkLst>
            <pc:docMk/>
            <pc:sldMk cId="0" sldId="302"/>
            <ac:spMk id="11" creationId="{00000000-0000-0000-0000-000000000000}"/>
          </ac:spMkLst>
        </pc:spChg>
        <pc:spChg chg="del mod">
          <ac:chgData name="Emmett Gilbert" userId="aa7b3766c4c24eb4" providerId="LiveId" clId="{C1022422-C44F-4721-92FF-9DDB880F5282}" dt="2026-07-10T15:42:34.973" v="2580" actId="478"/>
          <ac:spMkLst>
            <pc:docMk/>
            <pc:sldMk cId="0" sldId="302"/>
            <ac:spMk id="12" creationId="{00000000-0000-0000-0000-000000000000}"/>
          </ac:spMkLst>
        </pc:spChg>
        <pc:spChg chg="mod">
          <ac:chgData name="Emmett Gilbert" userId="aa7b3766c4c24eb4" providerId="LiveId" clId="{C1022422-C44F-4721-92FF-9DDB880F5282}" dt="2026-07-10T15:36:41.723" v="2498" actId="123"/>
          <ac:spMkLst>
            <pc:docMk/>
            <pc:sldMk cId="0" sldId="302"/>
            <ac:spMk id="13" creationId="{00000000-0000-0000-0000-000000000000}"/>
          </ac:spMkLst>
        </pc:spChg>
        <pc:spChg chg="mod">
          <ac:chgData name="Emmett Gilbert" userId="aa7b3766c4c24eb4" providerId="LiveId" clId="{C1022422-C44F-4721-92FF-9DDB880F5282}" dt="2026-07-10T15:27:36.926" v="2413" actId="1076"/>
          <ac:spMkLst>
            <pc:docMk/>
            <pc:sldMk cId="0" sldId="302"/>
            <ac:spMk id="14" creationId="{00000000-0000-0000-0000-000000000000}"/>
          </ac:spMkLst>
        </pc:spChg>
        <pc:spChg chg="mod">
          <ac:chgData name="Emmett Gilbert" userId="aa7b3766c4c24eb4" providerId="LiveId" clId="{C1022422-C44F-4721-92FF-9DDB880F5282}" dt="2026-07-10T15:27:36.926" v="2413" actId="1076"/>
          <ac:spMkLst>
            <pc:docMk/>
            <pc:sldMk cId="0" sldId="302"/>
            <ac:spMk id="15" creationId="{00000000-0000-0000-0000-000000000000}"/>
          </ac:spMkLst>
        </pc:spChg>
        <pc:spChg chg="del mod">
          <ac:chgData name="Emmett Gilbert" userId="aa7b3766c4c24eb4" providerId="LiveId" clId="{C1022422-C44F-4721-92FF-9DDB880F5282}" dt="2026-07-10T15:42:34.973" v="2580" actId="478"/>
          <ac:spMkLst>
            <pc:docMk/>
            <pc:sldMk cId="0" sldId="302"/>
            <ac:spMk id="16" creationId="{00000000-0000-0000-0000-000000000000}"/>
          </ac:spMkLst>
        </pc:spChg>
        <pc:spChg chg="del mod">
          <ac:chgData name="Emmett Gilbert" userId="aa7b3766c4c24eb4" providerId="LiveId" clId="{C1022422-C44F-4721-92FF-9DDB880F5282}" dt="2026-07-10T15:42:34.973" v="2580" actId="478"/>
          <ac:spMkLst>
            <pc:docMk/>
            <pc:sldMk cId="0" sldId="302"/>
            <ac:spMk id="17" creationId="{00000000-0000-0000-0000-000000000000}"/>
          </ac:spMkLst>
        </pc:spChg>
        <pc:spChg chg="mod">
          <ac:chgData name="Emmett Gilbert" userId="aa7b3766c4c24eb4" providerId="LiveId" clId="{C1022422-C44F-4721-92FF-9DDB880F5282}" dt="2026-07-10T15:36:41.723" v="2498" actId="123"/>
          <ac:spMkLst>
            <pc:docMk/>
            <pc:sldMk cId="0" sldId="302"/>
            <ac:spMk id="18" creationId="{00000000-0000-0000-0000-000000000000}"/>
          </ac:spMkLst>
        </pc:spChg>
        <pc:spChg chg="mod">
          <ac:chgData name="Emmett Gilbert" userId="aa7b3766c4c24eb4" providerId="LiveId" clId="{C1022422-C44F-4721-92FF-9DDB880F5282}" dt="2026-07-10T15:36:09.540" v="2492" actId="14100"/>
          <ac:spMkLst>
            <pc:docMk/>
            <pc:sldMk cId="0" sldId="302"/>
            <ac:spMk id="19" creationId="{00000000-0000-0000-0000-000000000000}"/>
          </ac:spMkLst>
        </pc:spChg>
        <pc:spChg chg="mod">
          <ac:chgData name="Emmett Gilbert" userId="aa7b3766c4c24eb4" providerId="LiveId" clId="{C1022422-C44F-4721-92FF-9DDB880F5282}" dt="2026-07-10T15:27:36.926" v="2413" actId="1076"/>
          <ac:spMkLst>
            <pc:docMk/>
            <pc:sldMk cId="0" sldId="302"/>
            <ac:spMk id="20" creationId="{00000000-0000-0000-0000-000000000000}"/>
          </ac:spMkLst>
        </pc:spChg>
        <pc:spChg chg="del mod">
          <ac:chgData name="Emmett Gilbert" userId="aa7b3766c4c24eb4" providerId="LiveId" clId="{C1022422-C44F-4721-92FF-9DDB880F5282}" dt="2026-07-10T15:42:34.973" v="2580" actId="478"/>
          <ac:spMkLst>
            <pc:docMk/>
            <pc:sldMk cId="0" sldId="302"/>
            <ac:spMk id="21" creationId="{00000000-0000-0000-0000-000000000000}"/>
          </ac:spMkLst>
        </pc:spChg>
        <pc:spChg chg="mod">
          <ac:chgData name="Emmett Gilbert" userId="aa7b3766c4c24eb4" providerId="LiveId" clId="{C1022422-C44F-4721-92FF-9DDB880F5282}" dt="2026-07-10T15:27:36.926" v="2413" actId="1076"/>
          <ac:spMkLst>
            <pc:docMk/>
            <pc:sldMk cId="0" sldId="302"/>
            <ac:spMk id="22" creationId="{00000000-0000-0000-0000-000000000000}"/>
          </ac:spMkLst>
        </pc:spChg>
        <pc:spChg chg="mod">
          <ac:chgData name="Emmett Gilbert" userId="aa7b3766c4c24eb4" providerId="LiveId" clId="{C1022422-C44F-4721-92FF-9DDB880F5282}" dt="2026-07-10T15:36:41.723" v="2498" actId="123"/>
          <ac:spMkLst>
            <pc:docMk/>
            <pc:sldMk cId="0" sldId="302"/>
            <ac:spMk id="23" creationId="{00000000-0000-0000-0000-000000000000}"/>
          </ac:spMkLst>
        </pc:spChg>
        <pc:spChg chg="mod">
          <ac:chgData name="Emmett Gilbert" userId="aa7b3766c4c24eb4" providerId="LiveId" clId="{C1022422-C44F-4721-92FF-9DDB880F5282}" dt="2026-07-10T15:27:54.727" v="2414" actId="1076"/>
          <ac:spMkLst>
            <pc:docMk/>
            <pc:sldMk cId="0" sldId="302"/>
            <ac:spMk id="24" creationId="{00000000-0000-0000-0000-000000000000}"/>
          </ac:spMkLst>
        </pc:spChg>
        <pc:spChg chg="mod">
          <ac:chgData name="Emmett Gilbert" userId="aa7b3766c4c24eb4" providerId="LiveId" clId="{C1022422-C44F-4721-92FF-9DDB880F5282}" dt="2026-07-10T15:27:54.727" v="2414" actId="1076"/>
          <ac:spMkLst>
            <pc:docMk/>
            <pc:sldMk cId="0" sldId="302"/>
            <ac:spMk id="25" creationId="{00000000-0000-0000-0000-000000000000}"/>
          </ac:spMkLst>
        </pc:spChg>
        <pc:spChg chg="del mod">
          <ac:chgData name="Emmett Gilbert" userId="aa7b3766c4c24eb4" providerId="LiveId" clId="{C1022422-C44F-4721-92FF-9DDB880F5282}" dt="2026-07-10T15:42:34.973" v="2580" actId="478"/>
          <ac:spMkLst>
            <pc:docMk/>
            <pc:sldMk cId="0" sldId="302"/>
            <ac:spMk id="26" creationId="{00000000-0000-0000-0000-000000000000}"/>
          </ac:spMkLst>
        </pc:spChg>
        <pc:spChg chg="mod">
          <ac:chgData name="Emmett Gilbert" userId="aa7b3766c4c24eb4" providerId="LiveId" clId="{C1022422-C44F-4721-92FF-9DDB880F5282}" dt="2026-07-10T15:27:54.727" v="2414" actId="1076"/>
          <ac:spMkLst>
            <pc:docMk/>
            <pc:sldMk cId="0" sldId="302"/>
            <ac:spMk id="27" creationId="{00000000-0000-0000-0000-000000000000}"/>
          </ac:spMkLst>
        </pc:spChg>
        <pc:spChg chg="mod">
          <ac:chgData name="Emmett Gilbert" userId="aa7b3766c4c24eb4" providerId="LiveId" clId="{C1022422-C44F-4721-92FF-9DDB880F5282}" dt="2026-07-10T15:36:41.723" v="2498" actId="123"/>
          <ac:spMkLst>
            <pc:docMk/>
            <pc:sldMk cId="0" sldId="302"/>
            <ac:spMk id="28" creationId="{00000000-0000-0000-0000-000000000000}"/>
          </ac:spMkLst>
        </pc:spChg>
        <pc:spChg chg="mod">
          <ac:chgData name="Emmett Gilbert" userId="aa7b3766c4c24eb4" providerId="LiveId" clId="{C1022422-C44F-4721-92FF-9DDB880F5282}" dt="2026-07-10T15:36:11.938" v="2493" actId="14100"/>
          <ac:spMkLst>
            <pc:docMk/>
            <pc:sldMk cId="0" sldId="302"/>
            <ac:spMk id="29" creationId="{00000000-0000-0000-0000-000000000000}"/>
          </ac:spMkLst>
        </pc:spChg>
        <pc:spChg chg="mod">
          <ac:chgData name="Emmett Gilbert" userId="aa7b3766c4c24eb4" providerId="LiveId" clId="{C1022422-C44F-4721-92FF-9DDB880F5282}" dt="2026-07-10T15:27:54.727" v="2414" actId="1076"/>
          <ac:spMkLst>
            <pc:docMk/>
            <pc:sldMk cId="0" sldId="302"/>
            <ac:spMk id="30" creationId="{00000000-0000-0000-0000-000000000000}"/>
          </ac:spMkLst>
        </pc:spChg>
        <pc:spChg chg="del mod">
          <ac:chgData name="Emmett Gilbert" userId="aa7b3766c4c24eb4" providerId="LiveId" clId="{C1022422-C44F-4721-92FF-9DDB880F5282}" dt="2026-07-10T15:42:34.973" v="2580" actId="478"/>
          <ac:spMkLst>
            <pc:docMk/>
            <pc:sldMk cId="0" sldId="302"/>
            <ac:spMk id="31" creationId="{00000000-0000-0000-0000-000000000000}"/>
          </ac:spMkLst>
        </pc:spChg>
        <pc:spChg chg="del mod">
          <ac:chgData name="Emmett Gilbert" userId="aa7b3766c4c24eb4" providerId="LiveId" clId="{C1022422-C44F-4721-92FF-9DDB880F5282}" dt="2026-07-10T15:42:34.973" v="2580" actId="478"/>
          <ac:spMkLst>
            <pc:docMk/>
            <pc:sldMk cId="0" sldId="302"/>
            <ac:spMk id="32" creationId="{00000000-0000-0000-0000-000000000000}"/>
          </ac:spMkLst>
        </pc:spChg>
        <pc:spChg chg="mod">
          <ac:chgData name="Emmett Gilbert" userId="aa7b3766c4c24eb4" providerId="LiveId" clId="{C1022422-C44F-4721-92FF-9DDB880F5282}" dt="2026-07-10T15:36:41.723" v="2498" actId="123"/>
          <ac:spMkLst>
            <pc:docMk/>
            <pc:sldMk cId="0" sldId="302"/>
            <ac:spMk id="33" creationId="{00000000-0000-0000-0000-000000000000}"/>
          </ac:spMkLst>
        </pc:spChg>
        <pc:spChg chg="add mod">
          <ac:chgData name="Emmett Gilbert" userId="aa7b3766c4c24eb4" providerId="LiveId" clId="{C1022422-C44F-4721-92FF-9DDB880F5282}" dt="2026-07-10T15:42:19.469" v="2579" actId="20577"/>
          <ac:spMkLst>
            <pc:docMk/>
            <pc:sldMk cId="0" sldId="302"/>
            <ac:spMk id="37" creationId="{5A1FA87B-151D-FFB9-1C12-227B0E7DB808}"/>
          </ac:spMkLst>
        </pc:spChg>
        <pc:spChg chg="add mod">
          <ac:chgData name="Emmett Gilbert" userId="aa7b3766c4c24eb4" providerId="LiveId" clId="{C1022422-C44F-4721-92FF-9DDB880F5282}" dt="2026-07-10T15:42:06.615" v="2574" actId="20577"/>
          <ac:spMkLst>
            <pc:docMk/>
            <pc:sldMk cId="0" sldId="302"/>
            <ac:spMk id="39" creationId="{6EBB122B-D748-BFD7-8B55-DA16C7087BD8}"/>
          </ac:spMkLst>
        </pc:spChg>
        <pc:spChg chg="add mod">
          <ac:chgData name="Emmett Gilbert" userId="aa7b3766c4c24eb4" providerId="LiveId" clId="{C1022422-C44F-4721-92FF-9DDB880F5282}" dt="2026-07-10T15:41:27.873" v="2562" actId="20577"/>
          <ac:spMkLst>
            <pc:docMk/>
            <pc:sldMk cId="0" sldId="302"/>
            <ac:spMk id="41" creationId="{35B2E41F-4942-4E00-2D59-7DCA8D954721}"/>
          </ac:spMkLst>
        </pc:spChg>
        <pc:spChg chg="add mod">
          <ac:chgData name="Emmett Gilbert" userId="aa7b3766c4c24eb4" providerId="LiveId" clId="{C1022422-C44F-4721-92FF-9DDB880F5282}" dt="2026-07-10T15:41:50.914" v="2569" actId="20577"/>
          <ac:spMkLst>
            <pc:docMk/>
            <pc:sldMk cId="0" sldId="302"/>
            <ac:spMk id="43" creationId="{788AD90E-5D5E-CFBC-6139-790E42BA74F2}"/>
          </ac:spMkLst>
        </pc:spChg>
        <pc:spChg chg="add mod">
          <ac:chgData name="Emmett Gilbert" userId="aa7b3766c4c24eb4" providerId="LiveId" clId="{C1022422-C44F-4721-92FF-9DDB880F5282}" dt="2026-07-10T15:41:02.795" v="2552" actId="20577"/>
          <ac:spMkLst>
            <pc:docMk/>
            <pc:sldMk cId="0" sldId="302"/>
            <ac:spMk id="45" creationId="{7E72501A-13B5-FA50-8C1F-6F8AFAD6950D}"/>
          </ac:spMkLst>
        </pc:spChg>
        <pc:spChg chg="add mod">
          <ac:chgData name="Emmett Gilbert" userId="aa7b3766c4c24eb4" providerId="LiveId" clId="{C1022422-C44F-4721-92FF-9DDB880F5282}" dt="2026-07-10T15:41:14.372" v="2557" actId="20577"/>
          <ac:spMkLst>
            <pc:docMk/>
            <pc:sldMk cId="0" sldId="302"/>
            <ac:spMk id="47" creationId="{E3BA76F6-3969-C50C-EEE4-40BCA510F7B5}"/>
          </ac:spMkLst>
        </pc:spChg>
      </pc:sldChg>
      <pc:sldChg chg="modSp mod">
        <pc:chgData name="Emmett Gilbert" userId="aa7b3766c4c24eb4" providerId="LiveId" clId="{C1022422-C44F-4721-92FF-9DDB880F5282}" dt="2026-07-11T05:08:42.646" v="2694" actId="1076"/>
        <pc:sldMkLst>
          <pc:docMk/>
          <pc:sldMk cId="0" sldId="303"/>
        </pc:sldMkLst>
        <pc:spChg chg="mod">
          <ac:chgData name="Emmett Gilbert" userId="aa7b3766c4c24eb4" providerId="LiveId" clId="{C1022422-C44F-4721-92FF-9DDB880F5282}" dt="2026-07-10T15:44:03.665" v="2586" actId="1076"/>
          <ac:spMkLst>
            <pc:docMk/>
            <pc:sldMk cId="0" sldId="303"/>
            <ac:spMk id="4" creationId="{00000000-0000-0000-0000-000000000000}"/>
          </ac:spMkLst>
        </pc:spChg>
        <pc:spChg chg="mod">
          <ac:chgData name="Emmett Gilbert" userId="aa7b3766c4c24eb4" providerId="LiveId" clId="{C1022422-C44F-4721-92FF-9DDB880F5282}" dt="2026-07-11T05:08:30.601" v="2692" actId="1076"/>
          <ac:spMkLst>
            <pc:docMk/>
            <pc:sldMk cId="0" sldId="303"/>
            <ac:spMk id="6" creationId="{00000000-0000-0000-0000-000000000000}"/>
          </ac:spMkLst>
        </pc:spChg>
        <pc:spChg chg="mod">
          <ac:chgData name="Emmett Gilbert" userId="aa7b3766c4c24eb4" providerId="LiveId" clId="{C1022422-C44F-4721-92FF-9DDB880F5282}" dt="2026-07-10T15:43:56.150" v="2585" actId="1076"/>
          <ac:spMkLst>
            <pc:docMk/>
            <pc:sldMk cId="0" sldId="303"/>
            <ac:spMk id="7" creationId="{00000000-0000-0000-0000-000000000000}"/>
          </ac:spMkLst>
        </pc:spChg>
        <pc:spChg chg="mod">
          <ac:chgData name="Emmett Gilbert" userId="aa7b3766c4c24eb4" providerId="LiveId" clId="{C1022422-C44F-4721-92FF-9DDB880F5282}" dt="2026-07-11T05:08:30.601" v="2692" actId="1076"/>
          <ac:spMkLst>
            <pc:docMk/>
            <pc:sldMk cId="0" sldId="303"/>
            <ac:spMk id="8" creationId="{00000000-0000-0000-0000-000000000000}"/>
          </ac:spMkLst>
        </pc:spChg>
        <pc:spChg chg="mod">
          <ac:chgData name="Emmett Gilbert" userId="aa7b3766c4c24eb4" providerId="LiveId" clId="{C1022422-C44F-4721-92FF-9DDB880F5282}" dt="2026-07-11T05:08:30.601" v="2692" actId="1076"/>
          <ac:spMkLst>
            <pc:docMk/>
            <pc:sldMk cId="0" sldId="303"/>
            <ac:spMk id="9" creationId="{00000000-0000-0000-0000-000000000000}"/>
          </ac:spMkLst>
        </pc:spChg>
        <pc:spChg chg="mod">
          <ac:chgData name="Emmett Gilbert" userId="aa7b3766c4c24eb4" providerId="LiveId" clId="{C1022422-C44F-4721-92FF-9DDB880F5282}" dt="2026-07-11T05:08:30.601" v="2692" actId="1076"/>
          <ac:spMkLst>
            <pc:docMk/>
            <pc:sldMk cId="0" sldId="303"/>
            <ac:spMk id="10" creationId="{00000000-0000-0000-0000-000000000000}"/>
          </ac:spMkLst>
        </pc:spChg>
        <pc:spChg chg="mod">
          <ac:chgData name="Emmett Gilbert" userId="aa7b3766c4c24eb4" providerId="LiveId" clId="{C1022422-C44F-4721-92FF-9DDB880F5282}" dt="2026-07-11T05:08:30.601" v="2692" actId="1076"/>
          <ac:spMkLst>
            <pc:docMk/>
            <pc:sldMk cId="0" sldId="303"/>
            <ac:spMk id="11" creationId="{00000000-0000-0000-0000-000000000000}"/>
          </ac:spMkLst>
        </pc:spChg>
        <pc:spChg chg="mod">
          <ac:chgData name="Emmett Gilbert" userId="aa7b3766c4c24eb4" providerId="LiveId" clId="{C1022422-C44F-4721-92FF-9DDB880F5282}" dt="2026-07-11T05:08:30.601" v="2692" actId="1076"/>
          <ac:spMkLst>
            <pc:docMk/>
            <pc:sldMk cId="0" sldId="303"/>
            <ac:spMk id="12" creationId="{00000000-0000-0000-0000-000000000000}"/>
          </ac:spMkLst>
        </pc:spChg>
        <pc:spChg chg="mod">
          <ac:chgData name="Emmett Gilbert" userId="aa7b3766c4c24eb4" providerId="LiveId" clId="{C1022422-C44F-4721-92FF-9DDB880F5282}" dt="2026-07-11T05:08:30.601" v="2692" actId="1076"/>
          <ac:spMkLst>
            <pc:docMk/>
            <pc:sldMk cId="0" sldId="303"/>
            <ac:spMk id="13" creationId="{00000000-0000-0000-0000-000000000000}"/>
          </ac:spMkLst>
        </pc:spChg>
        <pc:spChg chg="mod">
          <ac:chgData name="Emmett Gilbert" userId="aa7b3766c4c24eb4" providerId="LiveId" clId="{C1022422-C44F-4721-92FF-9DDB880F5282}" dt="2026-07-11T05:08:30.601" v="2692" actId="1076"/>
          <ac:spMkLst>
            <pc:docMk/>
            <pc:sldMk cId="0" sldId="303"/>
            <ac:spMk id="14" creationId="{00000000-0000-0000-0000-000000000000}"/>
          </ac:spMkLst>
        </pc:spChg>
        <pc:spChg chg="mod">
          <ac:chgData name="Emmett Gilbert" userId="aa7b3766c4c24eb4" providerId="LiveId" clId="{C1022422-C44F-4721-92FF-9DDB880F5282}" dt="2026-07-11T05:08:30.601" v="2692" actId="1076"/>
          <ac:spMkLst>
            <pc:docMk/>
            <pc:sldMk cId="0" sldId="303"/>
            <ac:spMk id="16" creationId="{00000000-0000-0000-0000-000000000000}"/>
          </ac:spMkLst>
        </pc:spChg>
        <pc:spChg chg="mod">
          <ac:chgData name="Emmett Gilbert" userId="aa7b3766c4c24eb4" providerId="LiveId" clId="{C1022422-C44F-4721-92FF-9DDB880F5282}" dt="2026-07-10T15:43:56.150" v="2585" actId="1076"/>
          <ac:spMkLst>
            <pc:docMk/>
            <pc:sldMk cId="0" sldId="303"/>
            <ac:spMk id="17" creationId="{00000000-0000-0000-0000-000000000000}"/>
          </ac:spMkLst>
        </pc:spChg>
        <pc:spChg chg="mod">
          <ac:chgData name="Emmett Gilbert" userId="aa7b3766c4c24eb4" providerId="LiveId" clId="{C1022422-C44F-4721-92FF-9DDB880F5282}" dt="2026-07-11T05:08:30.601" v="2692" actId="1076"/>
          <ac:spMkLst>
            <pc:docMk/>
            <pc:sldMk cId="0" sldId="303"/>
            <ac:spMk id="19" creationId="{00000000-0000-0000-0000-000000000000}"/>
          </ac:spMkLst>
        </pc:spChg>
        <pc:spChg chg="mod">
          <ac:chgData name="Emmett Gilbert" userId="aa7b3766c4c24eb4" providerId="LiveId" clId="{C1022422-C44F-4721-92FF-9DDB880F5282}" dt="2026-07-10T15:43:43.887" v="2584" actId="1076"/>
          <ac:spMkLst>
            <pc:docMk/>
            <pc:sldMk cId="0" sldId="303"/>
            <ac:spMk id="20" creationId="{00000000-0000-0000-0000-000000000000}"/>
          </ac:spMkLst>
        </pc:spChg>
        <pc:spChg chg="mod">
          <ac:chgData name="Emmett Gilbert" userId="aa7b3766c4c24eb4" providerId="LiveId" clId="{C1022422-C44F-4721-92FF-9DDB880F5282}" dt="2026-07-11T05:08:42.646" v="2694" actId="1076"/>
          <ac:spMkLst>
            <pc:docMk/>
            <pc:sldMk cId="0" sldId="303"/>
            <ac:spMk id="22" creationId="{00000000-0000-0000-0000-000000000000}"/>
          </ac:spMkLst>
        </pc:spChg>
        <pc:spChg chg="mod">
          <ac:chgData name="Emmett Gilbert" userId="aa7b3766c4c24eb4" providerId="LiveId" clId="{C1022422-C44F-4721-92FF-9DDB880F5282}" dt="2026-07-11T05:08:42.646" v="2694" actId="1076"/>
          <ac:spMkLst>
            <pc:docMk/>
            <pc:sldMk cId="0" sldId="303"/>
            <ac:spMk id="23" creationId="{00000000-0000-0000-0000-000000000000}"/>
          </ac:spMkLst>
        </pc:spChg>
        <pc:spChg chg="mod">
          <ac:chgData name="Emmett Gilbert" userId="aa7b3766c4c24eb4" providerId="LiveId" clId="{C1022422-C44F-4721-92FF-9DDB880F5282}" dt="2026-07-11T05:08:42.646" v="2694" actId="1076"/>
          <ac:spMkLst>
            <pc:docMk/>
            <pc:sldMk cId="0" sldId="303"/>
            <ac:spMk id="24" creationId="{00000000-0000-0000-0000-000000000000}"/>
          </ac:spMkLst>
        </pc:spChg>
        <pc:spChg chg="mod">
          <ac:chgData name="Emmett Gilbert" userId="aa7b3766c4c24eb4" providerId="LiveId" clId="{C1022422-C44F-4721-92FF-9DDB880F5282}" dt="2026-07-10T15:43:43.887" v="2584" actId="1076"/>
          <ac:spMkLst>
            <pc:docMk/>
            <pc:sldMk cId="0" sldId="303"/>
            <ac:spMk id="25" creationId="{00000000-0000-0000-0000-000000000000}"/>
          </ac:spMkLst>
        </pc:spChg>
        <pc:spChg chg="mod">
          <ac:chgData name="Emmett Gilbert" userId="aa7b3766c4c24eb4" providerId="LiveId" clId="{C1022422-C44F-4721-92FF-9DDB880F5282}" dt="2026-07-10T15:43:43.887" v="2584" actId="1076"/>
          <ac:spMkLst>
            <pc:docMk/>
            <pc:sldMk cId="0" sldId="303"/>
            <ac:spMk id="26" creationId="{00000000-0000-0000-0000-000000000000}"/>
          </ac:spMkLst>
        </pc:spChg>
        <pc:spChg chg="mod">
          <ac:chgData name="Emmett Gilbert" userId="aa7b3766c4c24eb4" providerId="LiveId" clId="{C1022422-C44F-4721-92FF-9DDB880F5282}" dt="2026-07-11T05:08:42.646" v="2694" actId="1076"/>
          <ac:spMkLst>
            <pc:docMk/>
            <pc:sldMk cId="0" sldId="303"/>
            <ac:spMk id="27" creationId="{00000000-0000-0000-0000-000000000000}"/>
          </ac:spMkLst>
        </pc:spChg>
        <pc:spChg chg="mod">
          <ac:chgData name="Emmett Gilbert" userId="aa7b3766c4c24eb4" providerId="LiveId" clId="{C1022422-C44F-4721-92FF-9DDB880F5282}" dt="2026-07-11T05:08:42.646" v="2694" actId="1076"/>
          <ac:spMkLst>
            <pc:docMk/>
            <pc:sldMk cId="0" sldId="303"/>
            <ac:spMk id="28" creationId="{00000000-0000-0000-0000-000000000000}"/>
          </ac:spMkLst>
        </pc:spChg>
        <pc:spChg chg="mod">
          <ac:chgData name="Emmett Gilbert" userId="aa7b3766c4c24eb4" providerId="LiveId" clId="{C1022422-C44F-4721-92FF-9DDB880F5282}" dt="2026-07-11T05:08:42.646" v="2694" actId="1076"/>
          <ac:spMkLst>
            <pc:docMk/>
            <pc:sldMk cId="0" sldId="303"/>
            <ac:spMk id="29" creationId="{00000000-0000-0000-0000-000000000000}"/>
          </ac:spMkLst>
        </pc:spChg>
        <pc:spChg chg="mod">
          <ac:chgData name="Emmett Gilbert" userId="aa7b3766c4c24eb4" providerId="LiveId" clId="{C1022422-C44F-4721-92FF-9DDB880F5282}" dt="2026-07-11T05:08:42.646" v="2694" actId="1076"/>
          <ac:spMkLst>
            <pc:docMk/>
            <pc:sldMk cId="0" sldId="303"/>
            <ac:spMk id="30" creationId="{00000000-0000-0000-0000-000000000000}"/>
          </ac:spMkLst>
        </pc:spChg>
        <pc:spChg chg="mod">
          <ac:chgData name="Emmett Gilbert" userId="aa7b3766c4c24eb4" providerId="LiveId" clId="{C1022422-C44F-4721-92FF-9DDB880F5282}" dt="2026-07-11T05:08:42.646" v="2694" actId="1076"/>
          <ac:spMkLst>
            <pc:docMk/>
            <pc:sldMk cId="0" sldId="303"/>
            <ac:spMk id="31" creationId="{00000000-0000-0000-0000-000000000000}"/>
          </ac:spMkLst>
        </pc:spChg>
        <pc:spChg chg="mod">
          <ac:chgData name="Emmett Gilbert" userId="aa7b3766c4c24eb4" providerId="LiveId" clId="{C1022422-C44F-4721-92FF-9DDB880F5282}" dt="2026-07-11T05:08:42.646" v="2694" actId="1076"/>
          <ac:spMkLst>
            <pc:docMk/>
            <pc:sldMk cId="0" sldId="303"/>
            <ac:spMk id="33" creationId="{00000000-0000-0000-0000-000000000000}"/>
          </ac:spMkLst>
        </pc:spChg>
        <pc:spChg chg="mod">
          <ac:chgData name="Emmett Gilbert" userId="aa7b3766c4c24eb4" providerId="LiveId" clId="{C1022422-C44F-4721-92FF-9DDB880F5282}" dt="2026-07-11T05:08:42.646" v="2694" actId="1076"/>
          <ac:spMkLst>
            <pc:docMk/>
            <pc:sldMk cId="0" sldId="303"/>
            <ac:spMk id="34" creationId="{00000000-0000-0000-0000-000000000000}"/>
          </ac:spMkLst>
        </pc:spChg>
        <pc:spChg chg="mod">
          <ac:chgData name="Emmett Gilbert" userId="aa7b3766c4c24eb4" providerId="LiveId" clId="{C1022422-C44F-4721-92FF-9DDB880F5282}" dt="2026-07-10T15:47:11.610" v="2658" actId="1076"/>
          <ac:spMkLst>
            <pc:docMk/>
            <pc:sldMk cId="0" sldId="303"/>
            <ac:spMk id="35" creationId="{00000000-0000-0000-0000-000000000000}"/>
          </ac:spMkLst>
        </pc:spChg>
      </pc:sldChg>
      <pc:sldChg chg="modSp mod ord">
        <pc:chgData name="Emmett Gilbert" userId="aa7b3766c4c24eb4" providerId="LiveId" clId="{C1022422-C44F-4721-92FF-9DDB880F5282}" dt="2026-07-10T15:02:17.557" v="2212" actId="14100"/>
        <pc:sldMkLst>
          <pc:docMk/>
          <pc:sldMk cId="0" sldId="304"/>
        </pc:sldMkLst>
        <pc:spChg chg="mod">
          <ac:chgData name="Emmett Gilbert" userId="aa7b3766c4c24eb4" providerId="LiveId" clId="{C1022422-C44F-4721-92FF-9DDB880F5282}" dt="2026-07-10T15:02:17.557" v="2212" actId="14100"/>
          <ac:spMkLst>
            <pc:docMk/>
            <pc:sldMk cId="0" sldId="304"/>
            <ac:spMk id="2" creationId="{00000000-0000-0000-0000-000000000000}"/>
          </ac:spMkLst>
        </pc:spChg>
        <pc:spChg chg="mod">
          <ac:chgData name="Emmett Gilbert" userId="aa7b3766c4c24eb4" providerId="LiveId" clId="{C1022422-C44F-4721-92FF-9DDB880F5282}" dt="2026-07-10T15:01:41.853" v="2204" actId="20577"/>
          <ac:spMkLst>
            <pc:docMk/>
            <pc:sldMk cId="0" sldId="304"/>
            <ac:spMk id="3" creationId="{00000000-0000-0000-0000-000000000000}"/>
          </ac:spMkLst>
        </pc:spChg>
      </pc:sldChg>
      <pc:sldChg chg="addSp delSp modSp mod ord">
        <pc:chgData name="Emmett Gilbert" userId="aa7b3766c4c24eb4" providerId="LiveId" clId="{C1022422-C44F-4721-92FF-9DDB880F5282}" dt="2026-07-10T15:07:29.929" v="2258" actId="1076"/>
        <pc:sldMkLst>
          <pc:docMk/>
          <pc:sldMk cId="0" sldId="305"/>
        </pc:sldMkLst>
        <pc:spChg chg="del mod">
          <ac:chgData name="Emmett Gilbert" userId="aa7b3766c4c24eb4" providerId="LiveId" clId="{C1022422-C44F-4721-92FF-9DDB880F5282}" dt="2026-07-10T15:07:07.675" v="2254" actId="478"/>
          <ac:spMkLst>
            <pc:docMk/>
            <pc:sldMk cId="0" sldId="305"/>
            <ac:spMk id="5" creationId="{00000000-0000-0000-0000-000000000000}"/>
          </ac:spMkLst>
        </pc:spChg>
        <pc:spChg chg="del mod">
          <ac:chgData name="Emmett Gilbert" userId="aa7b3766c4c24eb4" providerId="LiveId" clId="{C1022422-C44F-4721-92FF-9DDB880F5282}" dt="2026-07-10T15:07:09.387" v="2255" actId="478"/>
          <ac:spMkLst>
            <pc:docMk/>
            <pc:sldMk cId="0" sldId="305"/>
            <ac:spMk id="6" creationId="{00000000-0000-0000-0000-000000000000}"/>
          </ac:spMkLst>
        </pc:spChg>
        <pc:spChg chg="mod">
          <ac:chgData name="Emmett Gilbert" userId="aa7b3766c4c24eb4" providerId="LiveId" clId="{C1022422-C44F-4721-92FF-9DDB880F5282}" dt="2026-07-10T15:07:13.524" v="2256" actId="1076"/>
          <ac:spMkLst>
            <pc:docMk/>
            <pc:sldMk cId="0" sldId="305"/>
            <ac:spMk id="7" creationId="{00000000-0000-0000-0000-000000000000}"/>
          </ac:spMkLst>
        </pc:spChg>
        <pc:spChg chg="del">
          <ac:chgData name="Emmett Gilbert" userId="aa7b3766c4c24eb4" providerId="LiveId" clId="{C1022422-C44F-4721-92FF-9DDB880F5282}" dt="2026-07-10T15:03:35.506" v="2223" actId="478"/>
          <ac:spMkLst>
            <pc:docMk/>
            <pc:sldMk cId="0" sldId="305"/>
            <ac:spMk id="8" creationId="{00000000-0000-0000-0000-000000000000}"/>
          </ac:spMkLst>
        </pc:spChg>
        <pc:spChg chg="del">
          <ac:chgData name="Emmett Gilbert" userId="aa7b3766c4c24eb4" providerId="LiveId" clId="{C1022422-C44F-4721-92FF-9DDB880F5282}" dt="2026-07-10T15:03:37.975" v="2224" actId="478"/>
          <ac:spMkLst>
            <pc:docMk/>
            <pc:sldMk cId="0" sldId="305"/>
            <ac:spMk id="9" creationId="{00000000-0000-0000-0000-000000000000}"/>
          </ac:spMkLst>
        </pc:spChg>
        <pc:spChg chg="del mod">
          <ac:chgData name="Emmett Gilbert" userId="aa7b3766c4c24eb4" providerId="LiveId" clId="{C1022422-C44F-4721-92FF-9DDB880F5282}" dt="2026-07-10T15:06:10.357" v="2246" actId="478"/>
          <ac:spMkLst>
            <pc:docMk/>
            <pc:sldMk cId="0" sldId="305"/>
            <ac:spMk id="10" creationId="{00000000-0000-0000-0000-000000000000}"/>
          </ac:spMkLst>
        </pc:spChg>
        <pc:picChg chg="add mod">
          <ac:chgData name="Emmett Gilbert" userId="aa7b3766c4c24eb4" providerId="LiveId" clId="{C1022422-C44F-4721-92FF-9DDB880F5282}" dt="2026-07-10T15:07:29.929" v="2258" actId="1076"/>
          <ac:picMkLst>
            <pc:docMk/>
            <pc:sldMk cId="0" sldId="305"/>
            <ac:picMk id="13" creationId="{9E663EAA-9FB8-480C-3A4A-5E132B521F4B}"/>
          </ac:picMkLst>
        </pc:picChg>
      </pc:sldChg>
      <pc:sldChg chg="addSp delSp modSp mod ord">
        <pc:chgData name="Emmett Gilbert" userId="aa7b3766c4c24eb4" providerId="LiveId" clId="{C1022422-C44F-4721-92FF-9DDB880F5282}" dt="2026-07-10T15:12:35.373" v="2315" actId="478"/>
        <pc:sldMkLst>
          <pc:docMk/>
          <pc:sldMk cId="0" sldId="306"/>
        </pc:sldMkLst>
        <pc:spChg chg="mod">
          <ac:chgData name="Emmett Gilbert" userId="aa7b3766c4c24eb4" providerId="LiveId" clId="{C1022422-C44F-4721-92FF-9DDB880F5282}" dt="2026-07-10T15:11:41.829" v="2306" actId="20577"/>
          <ac:spMkLst>
            <pc:docMk/>
            <pc:sldMk cId="0" sldId="306"/>
            <ac:spMk id="4" creationId="{00000000-0000-0000-0000-000000000000}"/>
          </ac:spMkLst>
        </pc:spChg>
        <pc:spChg chg="del">
          <ac:chgData name="Emmett Gilbert" userId="aa7b3766c4c24eb4" providerId="LiveId" clId="{C1022422-C44F-4721-92FF-9DDB880F5282}" dt="2026-07-10T15:07:58.668" v="2260" actId="478"/>
          <ac:spMkLst>
            <pc:docMk/>
            <pc:sldMk cId="0" sldId="306"/>
            <ac:spMk id="5" creationId="{00000000-0000-0000-0000-000000000000}"/>
          </ac:spMkLst>
        </pc:spChg>
        <pc:spChg chg="del">
          <ac:chgData name="Emmett Gilbert" userId="aa7b3766c4c24eb4" providerId="LiveId" clId="{C1022422-C44F-4721-92FF-9DDB880F5282}" dt="2026-07-10T15:07:58.668" v="2260" actId="478"/>
          <ac:spMkLst>
            <pc:docMk/>
            <pc:sldMk cId="0" sldId="306"/>
            <ac:spMk id="6" creationId="{00000000-0000-0000-0000-000000000000}"/>
          </ac:spMkLst>
        </pc:spChg>
        <pc:spChg chg="del mod">
          <ac:chgData name="Emmett Gilbert" userId="aa7b3766c4c24eb4" providerId="LiveId" clId="{C1022422-C44F-4721-92FF-9DDB880F5282}" dt="2026-07-10T15:12:10.663" v="2310" actId="478"/>
          <ac:spMkLst>
            <pc:docMk/>
            <pc:sldMk cId="0" sldId="306"/>
            <ac:spMk id="7" creationId="{00000000-0000-0000-0000-000000000000}"/>
          </ac:spMkLst>
        </pc:spChg>
        <pc:spChg chg="del">
          <ac:chgData name="Emmett Gilbert" userId="aa7b3766c4c24eb4" providerId="LiveId" clId="{C1022422-C44F-4721-92FF-9DDB880F5282}" dt="2026-07-10T15:07:58.668" v="2260" actId="478"/>
          <ac:spMkLst>
            <pc:docMk/>
            <pc:sldMk cId="0" sldId="306"/>
            <ac:spMk id="8" creationId="{00000000-0000-0000-0000-000000000000}"/>
          </ac:spMkLst>
        </pc:spChg>
        <pc:spChg chg="del">
          <ac:chgData name="Emmett Gilbert" userId="aa7b3766c4c24eb4" providerId="LiveId" clId="{C1022422-C44F-4721-92FF-9DDB880F5282}" dt="2026-07-10T15:07:58.668" v="2260" actId="478"/>
          <ac:spMkLst>
            <pc:docMk/>
            <pc:sldMk cId="0" sldId="306"/>
            <ac:spMk id="9" creationId="{00000000-0000-0000-0000-000000000000}"/>
          </ac:spMkLst>
        </pc:spChg>
        <pc:spChg chg="del">
          <ac:chgData name="Emmett Gilbert" userId="aa7b3766c4c24eb4" providerId="LiveId" clId="{C1022422-C44F-4721-92FF-9DDB880F5282}" dt="2026-07-10T15:07:58.668" v="2260" actId="478"/>
          <ac:spMkLst>
            <pc:docMk/>
            <pc:sldMk cId="0" sldId="306"/>
            <ac:spMk id="10" creationId="{00000000-0000-0000-0000-000000000000}"/>
          </ac:spMkLst>
        </pc:spChg>
        <pc:spChg chg="add mod">
          <ac:chgData name="Emmett Gilbert" userId="aa7b3766c4c24eb4" providerId="LiveId" clId="{C1022422-C44F-4721-92FF-9DDB880F5282}" dt="2026-07-10T15:12:07.080" v="2309"/>
          <ac:spMkLst>
            <pc:docMk/>
            <pc:sldMk cId="0" sldId="306"/>
            <ac:spMk id="17" creationId="{453D6BAB-D6B9-DD19-2D20-1969BB0ABE77}"/>
          </ac:spMkLst>
        </pc:spChg>
        <pc:picChg chg="add del">
          <ac:chgData name="Emmett Gilbert" userId="aa7b3766c4c24eb4" providerId="LiveId" clId="{C1022422-C44F-4721-92FF-9DDB880F5282}" dt="2026-07-10T15:08:47.125" v="2268" actId="478"/>
          <ac:picMkLst>
            <pc:docMk/>
            <pc:sldMk cId="0" sldId="306"/>
            <ac:picMk id="14" creationId="{39FA4946-EA33-DC70-532B-1EF5FE392EDB}"/>
          </ac:picMkLst>
        </pc:picChg>
        <pc:picChg chg="add mod ord">
          <ac:chgData name="Emmett Gilbert" userId="aa7b3766c4c24eb4" providerId="LiveId" clId="{C1022422-C44F-4721-92FF-9DDB880F5282}" dt="2026-07-10T15:12:33.883" v="2314" actId="167"/>
          <ac:picMkLst>
            <pc:docMk/>
            <pc:sldMk cId="0" sldId="306"/>
            <ac:picMk id="15" creationId="{5E8A9683-4658-6394-3FB4-B27168B6E694}"/>
          </ac:picMkLst>
        </pc:picChg>
        <pc:picChg chg="add del ord">
          <ac:chgData name="Emmett Gilbert" userId="aa7b3766c4c24eb4" providerId="LiveId" clId="{C1022422-C44F-4721-92FF-9DDB880F5282}" dt="2026-07-10T15:12:35.373" v="2315" actId="478"/>
          <ac:picMkLst>
            <pc:docMk/>
            <pc:sldMk cId="0" sldId="306"/>
            <ac:picMk id="19" creationId="{CC0FF7D6-C8E2-E293-1815-4704A9084D91}"/>
          </ac:picMkLst>
        </pc:picChg>
      </pc:sldChg>
      <pc:sldChg chg="addSp delSp modSp mod ord">
        <pc:chgData name="Emmett Gilbert" userId="aa7b3766c4c24eb4" providerId="LiveId" clId="{C1022422-C44F-4721-92FF-9DDB880F5282}" dt="2026-07-10T15:10:54.948" v="2303" actId="478"/>
        <pc:sldMkLst>
          <pc:docMk/>
          <pc:sldMk cId="0" sldId="307"/>
        </pc:sldMkLst>
        <pc:spChg chg="mod">
          <ac:chgData name="Emmett Gilbert" userId="aa7b3766c4c24eb4" providerId="LiveId" clId="{C1022422-C44F-4721-92FF-9DDB880F5282}" dt="2026-07-10T15:09:35.125" v="2288" actId="20577"/>
          <ac:spMkLst>
            <pc:docMk/>
            <pc:sldMk cId="0" sldId="307"/>
            <ac:spMk id="4" creationId="{00000000-0000-0000-0000-000000000000}"/>
          </ac:spMkLst>
        </pc:spChg>
        <pc:spChg chg="del">
          <ac:chgData name="Emmett Gilbert" userId="aa7b3766c4c24eb4" providerId="LiveId" clId="{C1022422-C44F-4721-92FF-9DDB880F5282}" dt="2026-07-10T15:09:39.375" v="2289" actId="478"/>
          <ac:spMkLst>
            <pc:docMk/>
            <pc:sldMk cId="0" sldId="307"/>
            <ac:spMk id="5" creationId="{00000000-0000-0000-0000-000000000000}"/>
          </ac:spMkLst>
        </pc:spChg>
        <pc:spChg chg="del">
          <ac:chgData name="Emmett Gilbert" userId="aa7b3766c4c24eb4" providerId="LiveId" clId="{C1022422-C44F-4721-92FF-9DDB880F5282}" dt="2026-07-10T15:09:42.108" v="2290" actId="478"/>
          <ac:spMkLst>
            <pc:docMk/>
            <pc:sldMk cId="0" sldId="307"/>
            <ac:spMk id="6" creationId="{00000000-0000-0000-0000-000000000000}"/>
          </ac:spMkLst>
        </pc:spChg>
        <pc:spChg chg="del mod">
          <ac:chgData name="Emmett Gilbert" userId="aa7b3766c4c24eb4" providerId="LiveId" clId="{C1022422-C44F-4721-92FF-9DDB880F5282}" dt="2026-07-10T15:10:05.591" v="2295" actId="478"/>
          <ac:spMkLst>
            <pc:docMk/>
            <pc:sldMk cId="0" sldId="307"/>
            <ac:spMk id="7" creationId="{00000000-0000-0000-0000-000000000000}"/>
          </ac:spMkLst>
        </pc:spChg>
        <pc:spChg chg="del">
          <ac:chgData name="Emmett Gilbert" userId="aa7b3766c4c24eb4" providerId="LiveId" clId="{C1022422-C44F-4721-92FF-9DDB880F5282}" dt="2026-07-10T15:09:44.200" v="2291" actId="478"/>
          <ac:spMkLst>
            <pc:docMk/>
            <pc:sldMk cId="0" sldId="307"/>
            <ac:spMk id="8" creationId="{00000000-0000-0000-0000-000000000000}"/>
          </ac:spMkLst>
        </pc:spChg>
        <pc:spChg chg="del">
          <ac:chgData name="Emmett Gilbert" userId="aa7b3766c4c24eb4" providerId="LiveId" clId="{C1022422-C44F-4721-92FF-9DDB880F5282}" dt="2026-07-10T15:09:48.951" v="2292" actId="478"/>
          <ac:spMkLst>
            <pc:docMk/>
            <pc:sldMk cId="0" sldId="307"/>
            <ac:spMk id="9" creationId="{00000000-0000-0000-0000-000000000000}"/>
          </ac:spMkLst>
        </pc:spChg>
        <pc:spChg chg="del">
          <ac:chgData name="Emmett Gilbert" userId="aa7b3766c4c24eb4" providerId="LiveId" clId="{C1022422-C44F-4721-92FF-9DDB880F5282}" dt="2026-07-10T15:09:48.951" v="2292" actId="478"/>
          <ac:spMkLst>
            <pc:docMk/>
            <pc:sldMk cId="0" sldId="307"/>
            <ac:spMk id="10" creationId="{00000000-0000-0000-0000-000000000000}"/>
          </ac:spMkLst>
        </pc:spChg>
        <pc:spChg chg="add mod">
          <ac:chgData name="Emmett Gilbert" userId="aa7b3766c4c24eb4" providerId="LiveId" clId="{C1022422-C44F-4721-92FF-9DDB880F5282}" dt="2026-07-10T15:10:02.741" v="2294"/>
          <ac:spMkLst>
            <pc:docMk/>
            <pc:sldMk cId="0" sldId="307"/>
            <ac:spMk id="14" creationId="{42C542FD-BA4A-AD31-0ACB-B870B545EE33}"/>
          </ac:spMkLst>
        </pc:spChg>
        <pc:picChg chg="add del">
          <ac:chgData name="Emmett Gilbert" userId="aa7b3766c4c24eb4" providerId="LiveId" clId="{C1022422-C44F-4721-92FF-9DDB880F5282}" dt="2026-07-10T15:10:54.948" v="2303" actId="478"/>
          <ac:picMkLst>
            <pc:docMk/>
            <pc:sldMk cId="0" sldId="307"/>
            <ac:picMk id="16" creationId="{3B0CC433-EFA7-77E2-04D5-DBD202C111B5}"/>
          </ac:picMkLst>
        </pc:picChg>
        <pc:picChg chg="add mod ord">
          <ac:chgData name="Emmett Gilbert" userId="aa7b3766c4c24eb4" providerId="LiveId" clId="{C1022422-C44F-4721-92FF-9DDB880F5282}" dt="2026-07-10T15:10:53.139" v="2302" actId="167"/>
          <ac:picMkLst>
            <pc:docMk/>
            <pc:sldMk cId="0" sldId="307"/>
            <ac:picMk id="17" creationId="{394BD128-8405-0768-1D02-3B02EAA4ECD0}"/>
          </ac:picMkLst>
        </pc:picChg>
      </pc:sldChg>
      <pc:sldChg chg="addSp delSp modSp mod ord">
        <pc:chgData name="Emmett Gilbert" userId="aa7b3766c4c24eb4" providerId="LiveId" clId="{C1022422-C44F-4721-92FF-9DDB880F5282}" dt="2026-07-10T15:15:10.932" v="2335" actId="478"/>
        <pc:sldMkLst>
          <pc:docMk/>
          <pc:sldMk cId="0" sldId="308"/>
        </pc:sldMkLst>
        <pc:spChg chg="mod">
          <ac:chgData name="Emmett Gilbert" userId="aa7b3766c4c24eb4" providerId="LiveId" clId="{C1022422-C44F-4721-92FF-9DDB880F5282}" dt="2026-07-10T15:13:13.981" v="2323" actId="20577"/>
          <ac:spMkLst>
            <pc:docMk/>
            <pc:sldMk cId="0" sldId="308"/>
            <ac:spMk id="4" creationId="{00000000-0000-0000-0000-000000000000}"/>
          </ac:spMkLst>
        </pc:spChg>
        <pc:spChg chg="del">
          <ac:chgData name="Emmett Gilbert" userId="aa7b3766c4c24eb4" providerId="LiveId" clId="{C1022422-C44F-4721-92FF-9DDB880F5282}" dt="2026-07-10T15:12:47.591" v="2317" actId="478"/>
          <ac:spMkLst>
            <pc:docMk/>
            <pc:sldMk cId="0" sldId="308"/>
            <ac:spMk id="5" creationId="{00000000-0000-0000-0000-000000000000}"/>
          </ac:spMkLst>
        </pc:spChg>
        <pc:spChg chg="del">
          <ac:chgData name="Emmett Gilbert" userId="aa7b3766c4c24eb4" providerId="LiveId" clId="{C1022422-C44F-4721-92FF-9DDB880F5282}" dt="2026-07-10T15:12:47.591" v="2317" actId="478"/>
          <ac:spMkLst>
            <pc:docMk/>
            <pc:sldMk cId="0" sldId="308"/>
            <ac:spMk id="6" creationId="{00000000-0000-0000-0000-000000000000}"/>
          </ac:spMkLst>
        </pc:spChg>
        <pc:spChg chg="del mod">
          <ac:chgData name="Emmett Gilbert" userId="aa7b3766c4c24eb4" providerId="LiveId" clId="{C1022422-C44F-4721-92FF-9DDB880F5282}" dt="2026-07-10T15:13:34.745" v="2327" actId="478"/>
          <ac:spMkLst>
            <pc:docMk/>
            <pc:sldMk cId="0" sldId="308"/>
            <ac:spMk id="7" creationId="{00000000-0000-0000-0000-000000000000}"/>
          </ac:spMkLst>
        </pc:spChg>
        <pc:spChg chg="del">
          <ac:chgData name="Emmett Gilbert" userId="aa7b3766c4c24eb4" providerId="LiveId" clId="{C1022422-C44F-4721-92FF-9DDB880F5282}" dt="2026-07-10T15:12:47.591" v="2317" actId="478"/>
          <ac:spMkLst>
            <pc:docMk/>
            <pc:sldMk cId="0" sldId="308"/>
            <ac:spMk id="8" creationId="{00000000-0000-0000-0000-000000000000}"/>
          </ac:spMkLst>
        </pc:spChg>
        <pc:spChg chg="del">
          <ac:chgData name="Emmett Gilbert" userId="aa7b3766c4c24eb4" providerId="LiveId" clId="{C1022422-C44F-4721-92FF-9DDB880F5282}" dt="2026-07-10T15:12:47.591" v="2317" actId="478"/>
          <ac:spMkLst>
            <pc:docMk/>
            <pc:sldMk cId="0" sldId="308"/>
            <ac:spMk id="9" creationId="{00000000-0000-0000-0000-000000000000}"/>
          </ac:spMkLst>
        </pc:spChg>
        <pc:spChg chg="del">
          <ac:chgData name="Emmett Gilbert" userId="aa7b3766c4c24eb4" providerId="LiveId" clId="{C1022422-C44F-4721-92FF-9DDB880F5282}" dt="2026-07-10T15:12:47.591" v="2317" actId="478"/>
          <ac:spMkLst>
            <pc:docMk/>
            <pc:sldMk cId="0" sldId="308"/>
            <ac:spMk id="10" creationId="{00000000-0000-0000-0000-000000000000}"/>
          </ac:spMkLst>
        </pc:spChg>
        <pc:spChg chg="add mod">
          <ac:chgData name="Emmett Gilbert" userId="aa7b3766c4c24eb4" providerId="LiveId" clId="{C1022422-C44F-4721-92FF-9DDB880F5282}" dt="2026-07-10T15:13:31.840" v="2326"/>
          <ac:spMkLst>
            <pc:docMk/>
            <pc:sldMk cId="0" sldId="308"/>
            <ac:spMk id="14" creationId="{C7D3AA52-55D4-FC30-C03C-04B9EA08BE9E}"/>
          </ac:spMkLst>
        </pc:spChg>
        <pc:picChg chg="add del">
          <ac:chgData name="Emmett Gilbert" userId="aa7b3766c4c24eb4" providerId="LiveId" clId="{C1022422-C44F-4721-92FF-9DDB880F5282}" dt="2026-07-10T15:15:10.932" v="2335" actId="478"/>
          <ac:picMkLst>
            <pc:docMk/>
            <pc:sldMk cId="0" sldId="308"/>
            <ac:picMk id="16" creationId="{8027AF1B-04CE-29FD-47EA-BABF2DAA577A}"/>
          </ac:picMkLst>
        </pc:picChg>
        <pc:picChg chg="add mod ord">
          <ac:chgData name="Emmett Gilbert" userId="aa7b3766c4c24eb4" providerId="LiveId" clId="{C1022422-C44F-4721-92FF-9DDB880F5282}" dt="2026-07-10T15:15:09.636" v="2334" actId="167"/>
          <ac:picMkLst>
            <pc:docMk/>
            <pc:sldMk cId="0" sldId="308"/>
            <ac:picMk id="17" creationId="{C6A9484E-BC12-6EF1-0B80-E79298B60539}"/>
          </ac:picMkLst>
        </pc:picChg>
      </pc:sldChg>
      <pc:sldChg chg="modSp mod">
        <pc:chgData name="Emmett Gilbert" userId="aa7b3766c4c24eb4" providerId="LiveId" clId="{C1022422-C44F-4721-92FF-9DDB880F5282}" dt="2026-07-11T05:09:21.142" v="2697" actId="255"/>
        <pc:sldMkLst>
          <pc:docMk/>
          <pc:sldMk cId="0" sldId="309"/>
        </pc:sldMkLst>
        <pc:spChg chg="mod">
          <ac:chgData name="Emmett Gilbert" userId="aa7b3766c4c24eb4" providerId="LiveId" clId="{C1022422-C44F-4721-92FF-9DDB880F5282}" dt="2026-07-10T15:47:52.794" v="2664" actId="14100"/>
          <ac:spMkLst>
            <pc:docMk/>
            <pc:sldMk cId="0" sldId="309"/>
            <ac:spMk id="4" creationId="{00000000-0000-0000-0000-000000000000}"/>
          </ac:spMkLst>
        </pc:spChg>
        <pc:spChg chg="mod">
          <ac:chgData name="Emmett Gilbert" userId="aa7b3766c4c24eb4" providerId="LiveId" clId="{C1022422-C44F-4721-92FF-9DDB880F5282}" dt="2026-07-10T15:47:52.794" v="2664" actId="14100"/>
          <ac:spMkLst>
            <pc:docMk/>
            <pc:sldMk cId="0" sldId="309"/>
            <ac:spMk id="5" creationId="{00000000-0000-0000-0000-000000000000}"/>
          </ac:spMkLst>
        </pc:spChg>
        <pc:spChg chg="mod">
          <ac:chgData name="Emmett Gilbert" userId="aa7b3766c4c24eb4" providerId="LiveId" clId="{C1022422-C44F-4721-92FF-9DDB880F5282}" dt="2026-07-10T15:47:52.794" v="2664" actId="14100"/>
          <ac:spMkLst>
            <pc:docMk/>
            <pc:sldMk cId="0" sldId="309"/>
            <ac:spMk id="6" creationId="{00000000-0000-0000-0000-000000000000}"/>
          </ac:spMkLst>
        </pc:spChg>
        <pc:spChg chg="mod">
          <ac:chgData name="Emmett Gilbert" userId="aa7b3766c4c24eb4" providerId="LiveId" clId="{C1022422-C44F-4721-92FF-9DDB880F5282}" dt="2026-07-10T15:47:56.124" v="2665" actId="1076"/>
          <ac:spMkLst>
            <pc:docMk/>
            <pc:sldMk cId="0" sldId="309"/>
            <ac:spMk id="7" creationId="{00000000-0000-0000-0000-000000000000}"/>
          </ac:spMkLst>
        </pc:spChg>
        <pc:spChg chg="mod">
          <ac:chgData name="Emmett Gilbert" userId="aa7b3766c4c24eb4" providerId="LiveId" clId="{C1022422-C44F-4721-92FF-9DDB880F5282}" dt="2026-07-10T15:47:31.018" v="2660" actId="1076"/>
          <ac:spMkLst>
            <pc:docMk/>
            <pc:sldMk cId="0" sldId="309"/>
            <ac:spMk id="8" creationId="{00000000-0000-0000-0000-000000000000}"/>
          </ac:spMkLst>
        </pc:spChg>
        <pc:spChg chg="mod">
          <ac:chgData name="Emmett Gilbert" userId="aa7b3766c4c24eb4" providerId="LiveId" clId="{C1022422-C44F-4721-92FF-9DDB880F5282}" dt="2026-07-10T15:47:25.925" v="2659" actId="1076"/>
          <ac:spMkLst>
            <pc:docMk/>
            <pc:sldMk cId="0" sldId="309"/>
            <ac:spMk id="11" creationId="{00000000-0000-0000-0000-000000000000}"/>
          </ac:spMkLst>
        </pc:spChg>
        <pc:spChg chg="mod">
          <ac:chgData name="Emmett Gilbert" userId="aa7b3766c4c24eb4" providerId="LiveId" clId="{C1022422-C44F-4721-92FF-9DDB880F5282}" dt="2026-07-11T05:09:21.142" v="2697" actId="255"/>
          <ac:spMkLst>
            <pc:docMk/>
            <pc:sldMk cId="0" sldId="309"/>
            <ac:spMk id="12" creationId="{00000000-0000-0000-0000-000000000000}"/>
          </ac:spMkLst>
        </pc:spChg>
        <pc:spChg chg="mod">
          <ac:chgData name="Emmett Gilbert" userId="aa7b3766c4c24eb4" providerId="LiveId" clId="{C1022422-C44F-4721-92FF-9DDB880F5282}" dt="2026-07-10T15:47:25.925" v="2659" actId="1076"/>
          <ac:spMkLst>
            <pc:docMk/>
            <pc:sldMk cId="0" sldId="309"/>
            <ac:spMk id="13" creationId="{00000000-0000-0000-0000-000000000000}"/>
          </ac:spMkLst>
        </pc:spChg>
        <pc:spChg chg="mod">
          <ac:chgData name="Emmett Gilbert" userId="aa7b3766c4c24eb4" providerId="LiveId" clId="{C1022422-C44F-4721-92FF-9DDB880F5282}" dt="2026-07-11T05:09:21.142" v="2697" actId="255"/>
          <ac:spMkLst>
            <pc:docMk/>
            <pc:sldMk cId="0" sldId="309"/>
            <ac:spMk id="16" creationId="{00000000-0000-0000-0000-000000000000}"/>
          </ac:spMkLst>
        </pc:spChg>
        <pc:spChg chg="mod">
          <ac:chgData name="Emmett Gilbert" userId="aa7b3766c4c24eb4" providerId="LiveId" clId="{C1022422-C44F-4721-92FF-9DDB880F5282}" dt="2026-07-10T15:47:25.925" v="2659" actId="1076"/>
          <ac:spMkLst>
            <pc:docMk/>
            <pc:sldMk cId="0" sldId="309"/>
            <ac:spMk id="18" creationId="{00000000-0000-0000-0000-000000000000}"/>
          </ac:spMkLst>
        </pc:spChg>
        <pc:spChg chg="mod">
          <ac:chgData name="Emmett Gilbert" userId="aa7b3766c4c24eb4" providerId="LiveId" clId="{C1022422-C44F-4721-92FF-9DDB880F5282}" dt="2026-07-10T15:47:25.925" v="2659" actId="1076"/>
          <ac:spMkLst>
            <pc:docMk/>
            <pc:sldMk cId="0" sldId="309"/>
            <ac:spMk id="19" creationId="{00000000-0000-0000-0000-000000000000}"/>
          </ac:spMkLst>
        </pc:spChg>
        <pc:spChg chg="mod">
          <ac:chgData name="Emmett Gilbert" userId="aa7b3766c4c24eb4" providerId="LiveId" clId="{C1022422-C44F-4721-92FF-9DDB880F5282}" dt="2026-07-11T05:09:21.142" v="2697" actId="255"/>
          <ac:spMkLst>
            <pc:docMk/>
            <pc:sldMk cId="0" sldId="309"/>
            <ac:spMk id="20" creationId="{00000000-0000-0000-0000-000000000000}"/>
          </ac:spMkLst>
        </pc:spChg>
        <pc:spChg chg="mod">
          <ac:chgData name="Emmett Gilbert" userId="aa7b3766c4c24eb4" providerId="LiveId" clId="{C1022422-C44F-4721-92FF-9DDB880F5282}" dt="2026-07-10T15:47:25.925" v="2659" actId="1076"/>
          <ac:spMkLst>
            <pc:docMk/>
            <pc:sldMk cId="0" sldId="309"/>
            <ac:spMk id="22" creationId="{00000000-0000-0000-0000-000000000000}"/>
          </ac:spMkLst>
        </pc:spChg>
        <pc:spChg chg="mod">
          <ac:chgData name="Emmett Gilbert" userId="aa7b3766c4c24eb4" providerId="LiveId" clId="{C1022422-C44F-4721-92FF-9DDB880F5282}" dt="2026-07-11T05:09:21.142" v="2697" actId="255"/>
          <ac:spMkLst>
            <pc:docMk/>
            <pc:sldMk cId="0" sldId="309"/>
            <ac:spMk id="24" creationId="{00000000-0000-0000-0000-000000000000}"/>
          </ac:spMkLst>
        </pc:spChg>
        <pc:spChg chg="mod">
          <ac:chgData name="Emmett Gilbert" userId="aa7b3766c4c24eb4" providerId="LiveId" clId="{C1022422-C44F-4721-92FF-9DDB880F5282}" dt="2026-07-10T15:47:25.925" v="2659" actId="1076"/>
          <ac:spMkLst>
            <pc:docMk/>
            <pc:sldMk cId="0" sldId="309"/>
            <ac:spMk id="25" creationId="{00000000-0000-0000-0000-000000000000}"/>
          </ac:spMkLst>
        </pc:spChg>
        <pc:spChg chg="mod">
          <ac:chgData name="Emmett Gilbert" userId="aa7b3766c4c24eb4" providerId="LiveId" clId="{C1022422-C44F-4721-92FF-9DDB880F5282}" dt="2026-07-10T15:47:25.925" v="2659" actId="1076"/>
          <ac:spMkLst>
            <pc:docMk/>
            <pc:sldMk cId="0" sldId="309"/>
            <ac:spMk id="26" creationId="{00000000-0000-0000-0000-000000000000}"/>
          </ac:spMkLst>
        </pc:spChg>
        <pc:spChg chg="mod">
          <ac:chgData name="Emmett Gilbert" userId="aa7b3766c4c24eb4" providerId="LiveId" clId="{C1022422-C44F-4721-92FF-9DDB880F5282}" dt="2026-07-10T15:47:25.925" v="2659" actId="1076"/>
          <ac:spMkLst>
            <pc:docMk/>
            <pc:sldMk cId="0" sldId="309"/>
            <ac:spMk id="27" creationId="{00000000-0000-0000-0000-000000000000}"/>
          </ac:spMkLst>
        </pc:spChg>
        <pc:spChg chg="mod">
          <ac:chgData name="Emmett Gilbert" userId="aa7b3766c4c24eb4" providerId="LiveId" clId="{C1022422-C44F-4721-92FF-9DDB880F5282}" dt="2026-07-11T05:09:21.142" v="2697" actId="255"/>
          <ac:spMkLst>
            <pc:docMk/>
            <pc:sldMk cId="0" sldId="309"/>
            <ac:spMk id="28" creationId="{00000000-0000-0000-0000-000000000000}"/>
          </ac:spMkLst>
        </pc:spChg>
      </pc:sldChg>
      <pc:sldChg chg="delSp modSp mod">
        <pc:chgData name="Emmett Gilbert" userId="aa7b3766c4c24eb4" providerId="LiveId" clId="{C1022422-C44F-4721-92FF-9DDB880F5282}" dt="2026-07-11T09:11:06.109" v="2724" actId="403"/>
        <pc:sldMkLst>
          <pc:docMk/>
          <pc:sldMk cId="0" sldId="310"/>
        </pc:sldMkLst>
        <pc:spChg chg="mod">
          <ac:chgData name="Emmett Gilbert" userId="aa7b3766c4c24eb4" providerId="LiveId" clId="{C1022422-C44F-4721-92FF-9DDB880F5282}" dt="2026-07-11T09:11:06.109" v="2724" actId="403"/>
          <ac:spMkLst>
            <pc:docMk/>
            <pc:sldMk cId="0" sldId="310"/>
            <ac:spMk id="3" creationId="{00000000-0000-0000-0000-000000000000}"/>
          </ac:spMkLst>
        </pc:spChg>
        <pc:spChg chg="mod">
          <ac:chgData name="Emmett Gilbert" userId="aa7b3766c4c24eb4" providerId="LiveId" clId="{C1022422-C44F-4721-92FF-9DDB880F5282}" dt="2026-07-11T09:10:58.495" v="2718" actId="1076"/>
          <ac:spMkLst>
            <pc:docMk/>
            <pc:sldMk cId="0" sldId="310"/>
            <ac:spMk id="4" creationId="{00000000-0000-0000-0000-000000000000}"/>
          </ac:spMkLst>
        </pc:spChg>
        <pc:spChg chg="mod">
          <ac:chgData name="Emmett Gilbert" userId="aa7b3766c4c24eb4" providerId="LiveId" clId="{C1022422-C44F-4721-92FF-9DDB880F5282}" dt="2026-07-11T09:10:52.732" v="2717" actId="1076"/>
          <ac:spMkLst>
            <pc:docMk/>
            <pc:sldMk cId="0" sldId="310"/>
            <ac:spMk id="5" creationId="{00000000-0000-0000-0000-000000000000}"/>
          </ac:spMkLst>
        </pc:spChg>
        <pc:spChg chg="del">
          <ac:chgData name="Emmett Gilbert" userId="aa7b3766c4c24eb4" providerId="LiveId" clId="{C1022422-C44F-4721-92FF-9DDB880F5282}" dt="2026-07-10T15:48:09.031" v="2667" actId="478"/>
          <ac:spMkLst>
            <pc:docMk/>
            <pc:sldMk cId="0" sldId="310"/>
            <ac:spMk id="6" creationId="{00000000-0000-0000-0000-000000000000}"/>
          </ac:spMkLst>
        </pc:spChg>
        <pc:spChg chg="del">
          <ac:chgData name="Emmett Gilbert" userId="aa7b3766c4c24eb4" providerId="LiveId" clId="{C1022422-C44F-4721-92FF-9DDB880F5282}" dt="2026-07-10T15:48:07.165" v="2666" actId="478"/>
          <ac:spMkLst>
            <pc:docMk/>
            <pc:sldMk cId="0" sldId="310"/>
            <ac:spMk id="7" creationId="{00000000-0000-0000-0000-000000000000}"/>
          </ac:spMkLst>
        </pc:spChg>
      </pc:sldChg>
      <pc:sldChg chg="modSp add mod ord">
        <pc:chgData name="Emmett Gilbert" userId="aa7b3766c4c24eb4" providerId="LiveId" clId="{C1022422-C44F-4721-92FF-9DDB880F5282}" dt="2026-07-10T15:02:40.345" v="2215" actId="14100"/>
        <pc:sldMkLst>
          <pc:docMk/>
          <pc:sldMk cId="1881361668" sldId="311"/>
        </pc:sldMkLst>
        <pc:spChg chg="mod">
          <ac:chgData name="Emmett Gilbert" userId="aa7b3766c4c24eb4" providerId="LiveId" clId="{C1022422-C44F-4721-92FF-9DDB880F5282}" dt="2026-07-10T15:02:40.345" v="2215" actId="14100"/>
          <ac:spMkLst>
            <pc:docMk/>
            <pc:sldMk cId="1881361668" sldId="311"/>
            <ac:spMk id="2" creationId="{43C20BFC-6225-669B-1CB2-A373AD131146}"/>
          </ac:spMkLst>
        </pc:spChg>
        <pc:spChg chg="mod">
          <ac:chgData name="Emmett Gilbert" userId="aa7b3766c4c24eb4" providerId="LiveId" clId="{C1022422-C44F-4721-92FF-9DDB880F5282}" dt="2026-07-10T09:36:30.545" v="487" actId="20577"/>
          <ac:spMkLst>
            <pc:docMk/>
            <pc:sldMk cId="1881361668" sldId="311"/>
            <ac:spMk id="3" creationId="{E5DC7EEB-7B2A-6B2E-3BDA-60CBA1D4EB79}"/>
          </ac:spMkLst>
        </pc:spChg>
        <pc:spChg chg="mod">
          <ac:chgData name="Emmett Gilbert" userId="aa7b3766c4c24eb4" providerId="LiveId" clId="{C1022422-C44F-4721-92FF-9DDB880F5282}" dt="2026-07-10T09:53:35.811" v="670" actId="20577"/>
          <ac:spMkLst>
            <pc:docMk/>
            <pc:sldMk cId="1881361668" sldId="311"/>
            <ac:spMk id="4" creationId="{D44FE58E-8483-ABD8-1863-6896F2AED5FE}"/>
          </ac:spMkLst>
        </pc:spChg>
        <pc:spChg chg="mod">
          <ac:chgData name="Emmett Gilbert" userId="aa7b3766c4c24eb4" providerId="LiveId" clId="{C1022422-C44F-4721-92FF-9DDB880F5282}" dt="2026-07-10T09:41:24.302" v="637" actId="20577"/>
          <ac:spMkLst>
            <pc:docMk/>
            <pc:sldMk cId="1881361668" sldId="311"/>
            <ac:spMk id="6" creationId="{B32E07DC-27DA-3225-CC47-500AE6D4F3E0}"/>
          </ac:spMkLst>
        </pc:spChg>
        <pc:spChg chg="mod">
          <ac:chgData name="Emmett Gilbert" userId="aa7b3766c4c24eb4" providerId="LiveId" clId="{C1022422-C44F-4721-92FF-9DDB880F5282}" dt="2026-07-10T09:53:15.507" v="662" actId="113"/>
          <ac:spMkLst>
            <pc:docMk/>
            <pc:sldMk cId="1881361668" sldId="311"/>
            <ac:spMk id="7" creationId="{F301D442-86D2-45D1-0B9F-5D4FF220140A}"/>
          </ac:spMkLst>
        </pc:spChg>
      </pc:sldChg>
      <pc:sldMasterChg chg="new del mod addSldLayout delSldLayout">
        <pc:chgData name="Emmett Gilbert" userId="aa7b3766c4c24eb4" providerId="LiveId" clId="{C1022422-C44F-4721-92FF-9DDB880F5282}" dt="2026-07-10T10:50:47.041" v="1053" actId="6938"/>
        <pc:sldMasterMkLst>
          <pc:docMk/>
          <pc:sldMasterMk cId="2289673061" sldId="2147483650"/>
        </pc:sldMasterMkLst>
        <pc:sldLayoutChg chg="new del replId">
          <pc:chgData name="Emmett Gilbert" userId="aa7b3766c4c24eb4" providerId="LiveId" clId="{C1022422-C44F-4721-92FF-9DDB880F5282}" dt="2026-07-10T10:50:47.041" v="1053" actId="6938"/>
          <pc:sldLayoutMkLst>
            <pc:docMk/>
            <pc:sldMasterMk cId="2289673061" sldId="2147483650"/>
            <pc:sldLayoutMk cId="194403839" sldId="2147483651"/>
          </pc:sldLayoutMkLst>
        </pc:sldLayoutChg>
        <pc:sldLayoutChg chg="new del replId">
          <pc:chgData name="Emmett Gilbert" userId="aa7b3766c4c24eb4" providerId="LiveId" clId="{C1022422-C44F-4721-92FF-9DDB880F5282}" dt="2026-07-10T10:50:47.041" v="1053" actId="6938"/>
          <pc:sldLayoutMkLst>
            <pc:docMk/>
            <pc:sldMasterMk cId="2289673061" sldId="2147483650"/>
            <pc:sldLayoutMk cId="3154088971" sldId="2147483652"/>
          </pc:sldLayoutMkLst>
        </pc:sldLayoutChg>
        <pc:sldLayoutChg chg="new del replId">
          <pc:chgData name="Emmett Gilbert" userId="aa7b3766c4c24eb4" providerId="LiveId" clId="{C1022422-C44F-4721-92FF-9DDB880F5282}" dt="2026-07-10T10:50:47.041" v="1053" actId="6938"/>
          <pc:sldLayoutMkLst>
            <pc:docMk/>
            <pc:sldMasterMk cId="2289673061" sldId="2147483650"/>
            <pc:sldLayoutMk cId="364812444" sldId="2147483653"/>
          </pc:sldLayoutMkLst>
        </pc:sldLayoutChg>
        <pc:sldLayoutChg chg="new del replId">
          <pc:chgData name="Emmett Gilbert" userId="aa7b3766c4c24eb4" providerId="LiveId" clId="{C1022422-C44F-4721-92FF-9DDB880F5282}" dt="2026-07-10T10:50:47.041" v="1053" actId="6938"/>
          <pc:sldLayoutMkLst>
            <pc:docMk/>
            <pc:sldMasterMk cId="2289673061" sldId="2147483650"/>
            <pc:sldLayoutMk cId="3761964424" sldId="2147483654"/>
          </pc:sldLayoutMkLst>
        </pc:sldLayoutChg>
        <pc:sldLayoutChg chg="new del replId">
          <pc:chgData name="Emmett Gilbert" userId="aa7b3766c4c24eb4" providerId="LiveId" clId="{C1022422-C44F-4721-92FF-9DDB880F5282}" dt="2026-07-10T10:50:47.041" v="1053" actId="6938"/>
          <pc:sldLayoutMkLst>
            <pc:docMk/>
            <pc:sldMasterMk cId="2289673061" sldId="2147483650"/>
            <pc:sldLayoutMk cId="4547352" sldId="2147483655"/>
          </pc:sldLayoutMkLst>
        </pc:sldLayoutChg>
        <pc:sldLayoutChg chg="new del replId">
          <pc:chgData name="Emmett Gilbert" userId="aa7b3766c4c24eb4" providerId="LiveId" clId="{C1022422-C44F-4721-92FF-9DDB880F5282}" dt="2026-07-10T10:50:47.041" v="1053" actId="6938"/>
          <pc:sldLayoutMkLst>
            <pc:docMk/>
            <pc:sldMasterMk cId="2289673061" sldId="2147483650"/>
            <pc:sldLayoutMk cId="2082474882" sldId="2147483656"/>
          </pc:sldLayoutMkLst>
        </pc:sldLayoutChg>
        <pc:sldLayoutChg chg="new del replId">
          <pc:chgData name="Emmett Gilbert" userId="aa7b3766c4c24eb4" providerId="LiveId" clId="{C1022422-C44F-4721-92FF-9DDB880F5282}" dt="2026-07-10T10:50:47.041" v="1053" actId="6938"/>
          <pc:sldLayoutMkLst>
            <pc:docMk/>
            <pc:sldMasterMk cId="2289673061" sldId="2147483650"/>
            <pc:sldLayoutMk cId="2212748186" sldId="2147483657"/>
          </pc:sldLayoutMkLst>
        </pc:sldLayoutChg>
        <pc:sldLayoutChg chg="new del replId">
          <pc:chgData name="Emmett Gilbert" userId="aa7b3766c4c24eb4" providerId="LiveId" clId="{C1022422-C44F-4721-92FF-9DDB880F5282}" dt="2026-07-10T10:50:47.041" v="1053" actId="6938"/>
          <pc:sldLayoutMkLst>
            <pc:docMk/>
            <pc:sldMasterMk cId="2289673061" sldId="2147483650"/>
            <pc:sldLayoutMk cId="4006230623" sldId="2147483658"/>
          </pc:sldLayoutMkLst>
        </pc:sldLayoutChg>
        <pc:sldLayoutChg chg="new del replId">
          <pc:chgData name="Emmett Gilbert" userId="aa7b3766c4c24eb4" providerId="LiveId" clId="{C1022422-C44F-4721-92FF-9DDB880F5282}" dt="2026-07-10T10:50:47.041" v="1053" actId="6938"/>
          <pc:sldLayoutMkLst>
            <pc:docMk/>
            <pc:sldMasterMk cId="2289673061" sldId="2147483650"/>
            <pc:sldLayoutMk cId="2753014180" sldId="2147483659"/>
          </pc:sldLayoutMkLst>
        </pc:sldLayoutChg>
        <pc:sldLayoutChg chg="new del replId">
          <pc:chgData name="Emmett Gilbert" userId="aa7b3766c4c24eb4" providerId="LiveId" clId="{C1022422-C44F-4721-92FF-9DDB880F5282}" dt="2026-07-10T10:50:47.041" v="1053" actId="6938"/>
          <pc:sldLayoutMkLst>
            <pc:docMk/>
            <pc:sldMasterMk cId="2289673061" sldId="2147483650"/>
            <pc:sldLayoutMk cId="3012679997" sldId="2147483660"/>
          </pc:sldLayoutMkLst>
        </pc:sldLayoutChg>
        <pc:sldLayoutChg chg="new del replId">
          <pc:chgData name="Emmett Gilbert" userId="aa7b3766c4c24eb4" providerId="LiveId" clId="{C1022422-C44F-4721-92FF-9DDB880F5282}" dt="2026-07-10T10:50:47.041" v="1053" actId="6938"/>
          <pc:sldLayoutMkLst>
            <pc:docMk/>
            <pc:sldMasterMk cId="2289673061" sldId="2147483650"/>
            <pc:sldLayoutMk cId="1584947927" sldId="2147483661"/>
          </pc:sldLayoutMkLst>
        </pc:sldLayoutChg>
      </pc:sldMasterChg>
      <pc:sldMasterChg chg="new del mod addSldLayout delSldLayout">
        <pc:chgData name="Emmett Gilbert" userId="aa7b3766c4c24eb4" providerId="LiveId" clId="{C1022422-C44F-4721-92FF-9DDB880F5282}" dt="2026-07-10T10:50:46.598" v="1052" actId="6938"/>
        <pc:sldMasterMkLst>
          <pc:docMk/>
          <pc:sldMasterMk cId="1496830816" sldId="2147483662"/>
        </pc:sldMasterMkLst>
        <pc:sldLayoutChg chg="new del replId">
          <pc:chgData name="Emmett Gilbert" userId="aa7b3766c4c24eb4" providerId="LiveId" clId="{C1022422-C44F-4721-92FF-9DDB880F5282}" dt="2026-07-10T10:50:46.598" v="1052" actId="6938"/>
          <pc:sldLayoutMkLst>
            <pc:docMk/>
            <pc:sldMasterMk cId="1496830816" sldId="2147483662"/>
            <pc:sldLayoutMk cId="2136242530" sldId="2147483663"/>
          </pc:sldLayoutMkLst>
        </pc:sldLayoutChg>
        <pc:sldLayoutChg chg="new del replId">
          <pc:chgData name="Emmett Gilbert" userId="aa7b3766c4c24eb4" providerId="LiveId" clId="{C1022422-C44F-4721-92FF-9DDB880F5282}" dt="2026-07-10T10:50:46.598" v="1052" actId="6938"/>
          <pc:sldLayoutMkLst>
            <pc:docMk/>
            <pc:sldMasterMk cId="1496830816" sldId="2147483662"/>
            <pc:sldLayoutMk cId="209588710" sldId="2147483664"/>
          </pc:sldLayoutMkLst>
        </pc:sldLayoutChg>
        <pc:sldLayoutChg chg="new del replId">
          <pc:chgData name="Emmett Gilbert" userId="aa7b3766c4c24eb4" providerId="LiveId" clId="{C1022422-C44F-4721-92FF-9DDB880F5282}" dt="2026-07-10T10:50:46.598" v="1052" actId="6938"/>
          <pc:sldLayoutMkLst>
            <pc:docMk/>
            <pc:sldMasterMk cId="1496830816" sldId="2147483662"/>
            <pc:sldLayoutMk cId="951032331" sldId="2147483665"/>
          </pc:sldLayoutMkLst>
        </pc:sldLayoutChg>
        <pc:sldLayoutChg chg="new del replId">
          <pc:chgData name="Emmett Gilbert" userId="aa7b3766c4c24eb4" providerId="LiveId" clId="{C1022422-C44F-4721-92FF-9DDB880F5282}" dt="2026-07-10T10:50:46.598" v="1052" actId="6938"/>
          <pc:sldLayoutMkLst>
            <pc:docMk/>
            <pc:sldMasterMk cId="1496830816" sldId="2147483662"/>
            <pc:sldLayoutMk cId="3604083045" sldId="2147483666"/>
          </pc:sldLayoutMkLst>
        </pc:sldLayoutChg>
        <pc:sldLayoutChg chg="new del replId">
          <pc:chgData name="Emmett Gilbert" userId="aa7b3766c4c24eb4" providerId="LiveId" clId="{C1022422-C44F-4721-92FF-9DDB880F5282}" dt="2026-07-10T10:50:46.598" v="1052" actId="6938"/>
          <pc:sldLayoutMkLst>
            <pc:docMk/>
            <pc:sldMasterMk cId="1496830816" sldId="2147483662"/>
            <pc:sldLayoutMk cId="3100343200" sldId="2147483667"/>
          </pc:sldLayoutMkLst>
        </pc:sldLayoutChg>
        <pc:sldLayoutChg chg="new del replId">
          <pc:chgData name="Emmett Gilbert" userId="aa7b3766c4c24eb4" providerId="LiveId" clId="{C1022422-C44F-4721-92FF-9DDB880F5282}" dt="2026-07-10T10:50:46.598" v="1052" actId="6938"/>
          <pc:sldLayoutMkLst>
            <pc:docMk/>
            <pc:sldMasterMk cId="1496830816" sldId="2147483662"/>
            <pc:sldLayoutMk cId="2025336275" sldId="2147483668"/>
          </pc:sldLayoutMkLst>
        </pc:sldLayoutChg>
        <pc:sldLayoutChg chg="new del replId">
          <pc:chgData name="Emmett Gilbert" userId="aa7b3766c4c24eb4" providerId="LiveId" clId="{C1022422-C44F-4721-92FF-9DDB880F5282}" dt="2026-07-10T10:50:46.598" v="1052" actId="6938"/>
          <pc:sldLayoutMkLst>
            <pc:docMk/>
            <pc:sldMasterMk cId="1496830816" sldId="2147483662"/>
            <pc:sldLayoutMk cId="1134524778" sldId="2147483669"/>
          </pc:sldLayoutMkLst>
        </pc:sldLayoutChg>
        <pc:sldLayoutChg chg="new del replId">
          <pc:chgData name="Emmett Gilbert" userId="aa7b3766c4c24eb4" providerId="LiveId" clId="{C1022422-C44F-4721-92FF-9DDB880F5282}" dt="2026-07-10T10:50:46.598" v="1052" actId="6938"/>
          <pc:sldLayoutMkLst>
            <pc:docMk/>
            <pc:sldMasterMk cId="1496830816" sldId="2147483662"/>
            <pc:sldLayoutMk cId="1029209036" sldId="2147483670"/>
          </pc:sldLayoutMkLst>
        </pc:sldLayoutChg>
        <pc:sldLayoutChg chg="new del replId">
          <pc:chgData name="Emmett Gilbert" userId="aa7b3766c4c24eb4" providerId="LiveId" clId="{C1022422-C44F-4721-92FF-9DDB880F5282}" dt="2026-07-10T10:50:46.598" v="1052" actId="6938"/>
          <pc:sldLayoutMkLst>
            <pc:docMk/>
            <pc:sldMasterMk cId="1496830816" sldId="2147483662"/>
            <pc:sldLayoutMk cId="1792266941" sldId="2147483671"/>
          </pc:sldLayoutMkLst>
        </pc:sldLayoutChg>
        <pc:sldLayoutChg chg="new del replId">
          <pc:chgData name="Emmett Gilbert" userId="aa7b3766c4c24eb4" providerId="LiveId" clId="{C1022422-C44F-4721-92FF-9DDB880F5282}" dt="2026-07-10T10:50:46.598" v="1052" actId="6938"/>
          <pc:sldLayoutMkLst>
            <pc:docMk/>
            <pc:sldMasterMk cId="1496830816" sldId="2147483662"/>
            <pc:sldLayoutMk cId="3991433893" sldId="2147483672"/>
          </pc:sldLayoutMkLst>
        </pc:sldLayoutChg>
        <pc:sldLayoutChg chg="new del replId">
          <pc:chgData name="Emmett Gilbert" userId="aa7b3766c4c24eb4" providerId="LiveId" clId="{C1022422-C44F-4721-92FF-9DDB880F5282}" dt="2026-07-10T10:50:46.598" v="1052" actId="6938"/>
          <pc:sldLayoutMkLst>
            <pc:docMk/>
            <pc:sldMasterMk cId="1496830816" sldId="2147483662"/>
            <pc:sldLayoutMk cId="2705661182" sldId="2147483673"/>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677883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668199-88C1-12A5-DF9D-290D01D5EF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EA10B1-132A-3560-77D5-7A142D766716}"/>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A47DBD34-7FF9-9581-72D9-2A8C0817DE3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6A72A48-C254-F3B8-4FFF-0CC345E2FA03}"/>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4054473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256000" cy="76200"/>
          </a:xfrm>
          <a:prstGeom prst="rect">
            <a:avLst/>
          </a:prstGeom>
          <a:solidFill>
            <a:srgbClr val="1B4F8F"/>
          </a:solidFill>
          <a:ln/>
        </p:spPr>
        <p:txBody>
          <a:bodyPr/>
          <a:lstStyle/>
          <a:p>
            <a:endParaRPr lang="en-IN"/>
          </a:p>
        </p:txBody>
      </p:sp>
      <p:sp>
        <p:nvSpPr>
          <p:cNvPr id="3" name="Text 1"/>
          <p:cNvSpPr/>
          <p:nvPr/>
        </p:nvSpPr>
        <p:spPr>
          <a:xfrm>
            <a:off x="1778000" y="2794000"/>
            <a:ext cx="12700000" cy="1524000"/>
          </a:xfrm>
          <a:prstGeom prst="rect">
            <a:avLst/>
          </a:prstGeom>
          <a:noFill/>
          <a:ln/>
        </p:spPr>
        <p:txBody>
          <a:bodyPr wrap="square" lIns="0" tIns="0" rIns="0" bIns="0" rtlCol="0" anchor="ctr"/>
          <a:lstStyle/>
          <a:p>
            <a:pPr algn="ctr">
              <a:lnSpc>
                <a:spcPct val="120000"/>
              </a:lnSpc>
            </a:pPr>
            <a:r>
              <a:rPr lang="en-US" sz="5400" b="1" dirty="0">
                <a:solidFill>
                  <a:srgbClr val="1B4F8F"/>
                </a:solidFill>
                <a:latin typeface="Calibri" pitchFamily="34" charset="0"/>
                <a:ea typeface="Calibri" pitchFamily="34" charset="-122"/>
                <a:cs typeface="Calibri" pitchFamily="34" charset="-120"/>
              </a:rPr>
              <a:t>Market Analysis Project Report</a:t>
            </a:r>
            <a:endParaRPr lang="en-US" sz="5400" dirty="0"/>
          </a:p>
        </p:txBody>
      </p:sp>
      <p:sp>
        <p:nvSpPr>
          <p:cNvPr id="4" name="Shape 2"/>
          <p:cNvSpPr/>
          <p:nvPr/>
        </p:nvSpPr>
        <p:spPr>
          <a:xfrm>
            <a:off x="6223000" y="4508500"/>
            <a:ext cx="3810000" cy="38100"/>
          </a:xfrm>
          <a:prstGeom prst="rect">
            <a:avLst/>
          </a:prstGeom>
          <a:solidFill>
            <a:srgbClr val="1B4F8F"/>
          </a:solidFill>
          <a:ln/>
        </p:spPr>
        <p:txBody>
          <a:bodyPr/>
          <a:lstStyle/>
          <a:p>
            <a:endParaRPr lang="en-IN"/>
          </a:p>
        </p:txBody>
      </p:sp>
      <p:sp>
        <p:nvSpPr>
          <p:cNvPr id="5" name="Text 3"/>
          <p:cNvSpPr/>
          <p:nvPr/>
        </p:nvSpPr>
        <p:spPr>
          <a:xfrm>
            <a:off x="1778000" y="4826000"/>
            <a:ext cx="12700000" cy="1016000"/>
          </a:xfrm>
          <a:prstGeom prst="rect">
            <a:avLst/>
          </a:prstGeom>
          <a:noFill/>
          <a:ln/>
        </p:spPr>
        <p:txBody>
          <a:bodyPr wrap="square" lIns="0" tIns="0" rIns="0" bIns="0" rtlCol="0" anchor="ctr"/>
          <a:lstStyle/>
          <a:p>
            <a:pPr algn="ctr">
              <a:lnSpc>
                <a:spcPct val="140000"/>
              </a:lnSpc>
            </a:pPr>
            <a:r>
              <a:rPr lang="en-US" sz="2000" dirty="0">
                <a:solidFill>
                  <a:srgbClr val="718096"/>
                </a:solidFill>
                <a:latin typeface="Calibri" pitchFamily="34" charset="0"/>
                <a:ea typeface="Calibri" pitchFamily="34" charset="-122"/>
                <a:cs typeface="Calibri" pitchFamily="34" charset="-120"/>
              </a:rPr>
              <a:t>A data-driven investigation of order patterns, product performance, and reorder behavior to optimize marketing strategy and improve customer satisfaction</a:t>
            </a:r>
            <a:endParaRPr lang="en-US" sz="2000" dirty="0"/>
          </a:p>
        </p:txBody>
      </p:sp>
      <p:sp>
        <p:nvSpPr>
          <p:cNvPr id="7" name="Shape 5"/>
          <p:cNvSpPr/>
          <p:nvPr/>
        </p:nvSpPr>
        <p:spPr>
          <a:xfrm>
            <a:off x="0" y="9067800"/>
            <a:ext cx="16256000" cy="76200"/>
          </a:xfrm>
          <a:prstGeom prst="rect">
            <a:avLst/>
          </a:prstGeom>
          <a:solidFill>
            <a:srgbClr val="1B4F8F"/>
          </a:solidFill>
          <a:ln/>
        </p:spPr>
        <p:txBody>
          <a:bodyPr/>
          <a:lstStyle/>
          <a:p>
            <a:endParaRPr lang="en-IN"/>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62000" y="635000"/>
            <a:ext cx="5080000" cy="381000"/>
          </a:xfrm>
          <a:prstGeom prst="rect">
            <a:avLst/>
          </a:prstGeom>
          <a:noFill/>
          <a:ln/>
        </p:spPr>
        <p:txBody>
          <a:bodyPr wrap="none" lIns="0" tIns="0" rIns="0" bIns="0" rtlCol="0" anchor="ctr"/>
          <a:lstStyle/>
          <a:p>
            <a:pPr algn="l">
              <a:lnSpc>
                <a:spcPct val="120000"/>
              </a:lnSpc>
            </a:pPr>
            <a:r>
              <a:rPr lang="en-US" sz="1400" b="1" kern="0" spc="400" dirty="0">
                <a:solidFill>
                  <a:srgbClr val="718096"/>
                </a:solidFill>
                <a:latin typeface="Calibri" pitchFamily="34" charset="0"/>
                <a:ea typeface="Calibri" pitchFamily="34" charset="-122"/>
                <a:cs typeface="Calibri" pitchFamily="34" charset="-120"/>
              </a:rPr>
              <a:t>PRESENTATION OVERVIEW</a:t>
            </a:r>
            <a:endParaRPr lang="en-US" sz="1400" dirty="0"/>
          </a:p>
        </p:txBody>
      </p:sp>
      <p:sp>
        <p:nvSpPr>
          <p:cNvPr id="3" name="Text 1"/>
          <p:cNvSpPr/>
          <p:nvPr/>
        </p:nvSpPr>
        <p:spPr>
          <a:xfrm>
            <a:off x="762000" y="1079500"/>
            <a:ext cx="5080000" cy="698500"/>
          </a:xfrm>
          <a:prstGeom prst="rect">
            <a:avLst/>
          </a:prstGeom>
          <a:noFill/>
          <a:ln/>
        </p:spPr>
        <p:txBody>
          <a:bodyPr wrap="none" lIns="0" tIns="0" rIns="0" bIns="0" rtlCol="0" anchor="ctr"/>
          <a:lstStyle/>
          <a:p>
            <a:pPr algn="l">
              <a:lnSpc>
                <a:spcPct val="120000"/>
              </a:lnSpc>
            </a:pPr>
            <a:r>
              <a:rPr lang="en-US" sz="4000" b="1" dirty="0">
                <a:solidFill>
                  <a:srgbClr val="1B4F8F"/>
                </a:solidFill>
                <a:latin typeface="Calibri" pitchFamily="34" charset="0"/>
                <a:ea typeface="Calibri" pitchFamily="34" charset="-122"/>
                <a:cs typeface="Calibri" pitchFamily="34" charset="-120"/>
              </a:rPr>
              <a:t>Contents</a:t>
            </a:r>
            <a:endParaRPr lang="en-US" sz="4000" dirty="0"/>
          </a:p>
        </p:txBody>
      </p:sp>
      <p:sp>
        <p:nvSpPr>
          <p:cNvPr id="4" name="Shape 2"/>
          <p:cNvSpPr/>
          <p:nvPr/>
        </p:nvSpPr>
        <p:spPr>
          <a:xfrm>
            <a:off x="762000" y="1905000"/>
            <a:ext cx="14732000" cy="25400"/>
          </a:xfrm>
          <a:prstGeom prst="rect">
            <a:avLst/>
          </a:prstGeom>
          <a:solidFill>
            <a:srgbClr val="E2E8F0"/>
          </a:solidFill>
          <a:ln/>
        </p:spPr>
        <p:txBody>
          <a:bodyPr/>
          <a:lstStyle/>
          <a:p>
            <a:endParaRPr lang="en-IN"/>
          </a:p>
        </p:txBody>
      </p:sp>
      <p:sp>
        <p:nvSpPr>
          <p:cNvPr id="5" name="Text 3"/>
          <p:cNvSpPr/>
          <p:nvPr/>
        </p:nvSpPr>
        <p:spPr>
          <a:xfrm>
            <a:off x="762000" y="2741141"/>
            <a:ext cx="698500" cy="444500"/>
          </a:xfrm>
          <a:prstGeom prst="rect">
            <a:avLst/>
          </a:prstGeom>
          <a:noFill/>
          <a:ln/>
        </p:spPr>
        <p:txBody>
          <a:bodyPr wrap="none" lIns="0" tIns="0" rIns="0" bIns="0" rtlCol="0" anchor="ctr"/>
          <a:lstStyle/>
          <a:p>
            <a:pPr algn="l">
              <a:lnSpc>
                <a:spcPct val="120000"/>
              </a:lnSpc>
            </a:pPr>
            <a:r>
              <a:rPr lang="en-US" sz="2400" b="1" dirty="0">
                <a:solidFill>
                  <a:srgbClr val="1B4F8F"/>
                </a:solidFill>
                <a:latin typeface="Calibri" pitchFamily="34" charset="0"/>
                <a:ea typeface="Calibri" pitchFamily="34" charset="-122"/>
                <a:cs typeface="Calibri" pitchFamily="34" charset="-120"/>
              </a:rPr>
              <a:t>01</a:t>
            </a:r>
            <a:endParaRPr lang="en-US" sz="2400" dirty="0"/>
          </a:p>
        </p:txBody>
      </p:sp>
      <p:sp>
        <p:nvSpPr>
          <p:cNvPr id="6" name="Text 4"/>
          <p:cNvSpPr/>
          <p:nvPr/>
        </p:nvSpPr>
        <p:spPr>
          <a:xfrm>
            <a:off x="1460500" y="2741141"/>
            <a:ext cx="5969000" cy="444500"/>
          </a:xfrm>
          <a:prstGeom prst="rect">
            <a:avLst/>
          </a:prstGeom>
          <a:noFill/>
          <a:ln/>
        </p:spPr>
        <p:txBody>
          <a:bodyPr wrap="none" lIns="0" tIns="0" rIns="0" bIns="0" rtlCol="0" anchor="ctr"/>
          <a:lstStyle/>
          <a:p>
            <a:pPr algn="l">
              <a:lnSpc>
                <a:spcPct val="120000"/>
              </a:lnSpc>
            </a:pPr>
            <a:r>
              <a:rPr lang="en-US" sz="1800" dirty="0">
                <a:solidFill>
                  <a:srgbClr val="2D3748"/>
                </a:solidFill>
                <a:latin typeface="Calibri" pitchFamily="34" charset="0"/>
                <a:ea typeface="Calibri" pitchFamily="34" charset="-122"/>
                <a:cs typeface="Calibri" pitchFamily="34" charset="-120"/>
              </a:rPr>
              <a:t>Executive Summary</a:t>
            </a:r>
            <a:endParaRPr lang="en-US" sz="1800" dirty="0"/>
          </a:p>
        </p:txBody>
      </p:sp>
      <p:sp>
        <p:nvSpPr>
          <p:cNvPr id="7" name="Shape 5"/>
          <p:cNvSpPr/>
          <p:nvPr/>
        </p:nvSpPr>
        <p:spPr>
          <a:xfrm>
            <a:off x="762000" y="3287241"/>
            <a:ext cx="6667500" cy="12700"/>
          </a:xfrm>
          <a:prstGeom prst="rect">
            <a:avLst/>
          </a:prstGeom>
          <a:solidFill>
            <a:srgbClr val="E2E8F0"/>
          </a:solidFill>
          <a:ln/>
        </p:spPr>
        <p:txBody>
          <a:bodyPr/>
          <a:lstStyle/>
          <a:p>
            <a:endParaRPr lang="en-IN"/>
          </a:p>
        </p:txBody>
      </p:sp>
      <p:sp>
        <p:nvSpPr>
          <p:cNvPr id="8" name="Text 6"/>
          <p:cNvSpPr/>
          <p:nvPr/>
        </p:nvSpPr>
        <p:spPr>
          <a:xfrm>
            <a:off x="762000" y="3439641"/>
            <a:ext cx="698500" cy="444500"/>
          </a:xfrm>
          <a:prstGeom prst="rect">
            <a:avLst/>
          </a:prstGeom>
          <a:noFill/>
          <a:ln/>
        </p:spPr>
        <p:txBody>
          <a:bodyPr wrap="none" lIns="0" tIns="0" rIns="0" bIns="0" rtlCol="0" anchor="ctr"/>
          <a:lstStyle/>
          <a:p>
            <a:pPr algn="l">
              <a:lnSpc>
                <a:spcPct val="120000"/>
              </a:lnSpc>
            </a:pPr>
            <a:r>
              <a:rPr lang="en-US" sz="2400" b="1" dirty="0">
                <a:solidFill>
                  <a:srgbClr val="1B4F8F"/>
                </a:solidFill>
                <a:latin typeface="Calibri" pitchFamily="34" charset="0"/>
                <a:ea typeface="Calibri" pitchFamily="34" charset="-122"/>
                <a:cs typeface="Calibri" pitchFamily="34" charset="-120"/>
              </a:rPr>
              <a:t>02</a:t>
            </a:r>
            <a:endParaRPr lang="en-US" sz="2400" dirty="0"/>
          </a:p>
        </p:txBody>
      </p:sp>
      <p:sp>
        <p:nvSpPr>
          <p:cNvPr id="9" name="Text 7"/>
          <p:cNvSpPr/>
          <p:nvPr/>
        </p:nvSpPr>
        <p:spPr>
          <a:xfrm>
            <a:off x="1460500" y="3439641"/>
            <a:ext cx="5969000" cy="444500"/>
          </a:xfrm>
          <a:prstGeom prst="rect">
            <a:avLst/>
          </a:prstGeom>
          <a:noFill/>
          <a:ln/>
        </p:spPr>
        <p:txBody>
          <a:bodyPr wrap="none" lIns="0" tIns="0" rIns="0" bIns="0" rtlCol="0" anchor="ctr"/>
          <a:lstStyle/>
          <a:p>
            <a:pPr algn="l">
              <a:lnSpc>
                <a:spcPct val="120000"/>
              </a:lnSpc>
            </a:pPr>
            <a:r>
              <a:rPr lang="en-US" sz="1800" dirty="0">
                <a:solidFill>
                  <a:srgbClr val="2D3748"/>
                </a:solidFill>
                <a:latin typeface="Calibri" pitchFamily="34" charset="0"/>
                <a:ea typeface="Calibri" pitchFamily="34" charset="-122"/>
                <a:cs typeface="Calibri" pitchFamily="34" charset="-120"/>
              </a:rPr>
              <a:t>Project Background &amp; Objectives</a:t>
            </a:r>
            <a:endParaRPr lang="en-US" sz="1800" dirty="0"/>
          </a:p>
        </p:txBody>
      </p:sp>
      <p:sp>
        <p:nvSpPr>
          <p:cNvPr id="10" name="Shape 8"/>
          <p:cNvSpPr/>
          <p:nvPr/>
        </p:nvSpPr>
        <p:spPr>
          <a:xfrm>
            <a:off x="762000" y="3985741"/>
            <a:ext cx="6667500" cy="12700"/>
          </a:xfrm>
          <a:prstGeom prst="rect">
            <a:avLst/>
          </a:prstGeom>
          <a:solidFill>
            <a:srgbClr val="E2E8F0"/>
          </a:solidFill>
          <a:ln/>
        </p:spPr>
        <p:txBody>
          <a:bodyPr/>
          <a:lstStyle/>
          <a:p>
            <a:endParaRPr lang="en-IN"/>
          </a:p>
        </p:txBody>
      </p:sp>
      <p:sp>
        <p:nvSpPr>
          <p:cNvPr id="11" name="Text 9"/>
          <p:cNvSpPr/>
          <p:nvPr/>
        </p:nvSpPr>
        <p:spPr>
          <a:xfrm>
            <a:off x="762000" y="4138141"/>
            <a:ext cx="698500" cy="444500"/>
          </a:xfrm>
          <a:prstGeom prst="rect">
            <a:avLst/>
          </a:prstGeom>
          <a:noFill/>
          <a:ln/>
        </p:spPr>
        <p:txBody>
          <a:bodyPr wrap="none" lIns="0" tIns="0" rIns="0" bIns="0" rtlCol="0" anchor="ctr"/>
          <a:lstStyle/>
          <a:p>
            <a:pPr algn="l">
              <a:lnSpc>
                <a:spcPct val="120000"/>
              </a:lnSpc>
            </a:pPr>
            <a:r>
              <a:rPr lang="en-US" sz="2400" b="1" dirty="0">
                <a:solidFill>
                  <a:srgbClr val="1B4F8F"/>
                </a:solidFill>
                <a:latin typeface="Calibri" pitchFamily="34" charset="0"/>
                <a:ea typeface="Calibri" pitchFamily="34" charset="-122"/>
                <a:cs typeface="Calibri" pitchFamily="34" charset="-120"/>
              </a:rPr>
              <a:t>03</a:t>
            </a:r>
            <a:endParaRPr lang="en-US" sz="2400" dirty="0"/>
          </a:p>
        </p:txBody>
      </p:sp>
      <p:sp>
        <p:nvSpPr>
          <p:cNvPr id="12" name="Text 10"/>
          <p:cNvSpPr/>
          <p:nvPr/>
        </p:nvSpPr>
        <p:spPr>
          <a:xfrm>
            <a:off x="1460500" y="4138141"/>
            <a:ext cx="5969000" cy="444500"/>
          </a:xfrm>
          <a:prstGeom prst="rect">
            <a:avLst/>
          </a:prstGeom>
          <a:noFill/>
          <a:ln/>
        </p:spPr>
        <p:txBody>
          <a:bodyPr wrap="none" lIns="0" tIns="0" rIns="0" bIns="0" rtlCol="0" anchor="ctr"/>
          <a:lstStyle/>
          <a:p>
            <a:pPr algn="l">
              <a:lnSpc>
                <a:spcPct val="120000"/>
              </a:lnSpc>
            </a:pPr>
            <a:r>
              <a:rPr lang="en-US" sz="1800" dirty="0">
                <a:solidFill>
                  <a:srgbClr val="2D3748"/>
                </a:solidFill>
                <a:latin typeface="Calibri" pitchFamily="34" charset="0"/>
                <a:ea typeface="Calibri" pitchFamily="34" charset="-122"/>
                <a:cs typeface="Calibri" pitchFamily="34" charset="-120"/>
              </a:rPr>
              <a:t>Dataset Overview</a:t>
            </a:r>
            <a:endParaRPr lang="en-US" sz="1800" dirty="0"/>
          </a:p>
        </p:txBody>
      </p:sp>
      <p:sp>
        <p:nvSpPr>
          <p:cNvPr id="13" name="Shape 11"/>
          <p:cNvSpPr/>
          <p:nvPr/>
        </p:nvSpPr>
        <p:spPr>
          <a:xfrm>
            <a:off x="762000" y="4684241"/>
            <a:ext cx="6667500" cy="12700"/>
          </a:xfrm>
          <a:prstGeom prst="rect">
            <a:avLst/>
          </a:prstGeom>
          <a:solidFill>
            <a:srgbClr val="E2E8F0"/>
          </a:solidFill>
          <a:ln/>
        </p:spPr>
        <p:txBody>
          <a:bodyPr/>
          <a:lstStyle/>
          <a:p>
            <a:endParaRPr lang="en-IN"/>
          </a:p>
        </p:txBody>
      </p:sp>
      <p:sp>
        <p:nvSpPr>
          <p:cNvPr id="14" name="Text 12"/>
          <p:cNvSpPr/>
          <p:nvPr/>
        </p:nvSpPr>
        <p:spPr>
          <a:xfrm>
            <a:off x="762000" y="4836641"/>
            <a:ext cx="698500" cy="444500"/>
          </a:xfrm>
          <a:prstGeom prst="rect">
            <a:avLst/>
          </a:prstGeom>
          <a:noFill/>
          <a:ln/>
        </p:spPr>
        <p:txBody>
          <a:bodyPr wrap="none" lIns="0" tIns="0" rIns="0" bIns="0" rtlCol="0" anchor="ctr"/>
          <a:lstStyle/>
          <a:p>
            <a:pPr algn="l">
              <a:lnSpc>
                <a:spcPct val="120000"/>
              </a:lnSpc>
            </a:pPr>
            <a:r>
              <a:rPr lang="en-US" sz="2400" b="1" dirty="0">
                <a:solidFill>
                  <a:srgbClr val="1B4F8F"/>
                </a:solidFill>
                <a:latin typeface="Calibri" pitchFamily="34" charset="0"/>
                <a:ea typeface="Calibri" pitchFamily="34" charset="-122"/>
                <a:cs typeface="Calibri" pitchFamily="34" charset="-120"/>
              </a:rPr>
              <a:t>04</a:t>
            </a:r>
            <a:endParaRPr lang="en-US" sz="2400" dirty="0"/>
          </a:p>
        </p:txBody>
      </p:sp>
      <p:sp>
        <p:nvSpPr>
          <p:cNvPr id="15" name="Text 13"/>
          <p:cNvSpPr/>
          <p:nvPr/>
        </p:nvSpPr>
        <p:spPr>
          <a:xfrm>
            <a:off x="1460500" y="4836641"/>
            <a:ext cx="5969000" cy="444500"/>
          </a:xfrm>
          <a:prstGeom prst="rect">
            <a:avLst/>
          </a:prstGeom>
          <a:noFill/>
          <a:ln/>
        </p:spPr>
        <p:txBody>
          <a:bodyPr wrap="none" lIns="0" tIns="0" rIns="0" bIns="0" rtlCol="0" anchor="ctr"/>
          <a:lstStyle/>
          <a:p>
            <a:pPr algn="l">
              <a:lnSpc>
                <a:spcPct val="120000"/>
              </a:lnSpc>
            </a:pPr>
            <a:r>
              <a:rPr lang="en-US" sz="1800" dirty="0">
                <a:solidFill>
                  <a:srgbClr val="2D3748"/>
                </a:solidFill>
                <a:latin typeface="Calibri" pitchFamily="34" charset="0"/>
                <a:ea typeface="Calibri" pitchFamily="34" charset="-122"/>
                <a:cs typeface="Calibri" pitchFamily="34" charset="-120"/>
              </a:rPr>
              <a:t>Architecture &amp; Methodology</a:t>
            </a:r>
            <a:endParaRPr lang="en-US" sz="1800" dirty="0"/>
          </a:p>
        </p:txBody>
      </p:sp>
      <p:sp>
        <p:nvSpPr>
          <p:cNvPr id="16" name="Shape 14"/>
          <p:cNvSpPr/>
          <p:nvPr/>
        </p:nvSpPr>
        <p:spPr>
          <a:xfrm>
            <a:off x="762000" y="5382741"/>
            <a:ext cx="6667500" cy="12700"/>
          </a:xfrm>
          <a:prstGeom prst="rect">
            <a:avLst/>
          </a:prstGeom>
          <a:solidFill>
            <a:srgbClr val="E2E8F0"/>
          </a:solidFill>
          <a:ln/>
        </p:spPr>
        <p:txBody>
          <a:bodyPr/>
          <a:lstStyle/>
          <a:p>
            <a:endParaRPr lang="en-IN"/>
          </a:p>
        </p:txBody>
      </p:sp>
      <p:sp>
        <p:nvSpPr>
          <p:cNvPr id="17" name="Text 15"/>
          <p:cNvSpPr/>
          <p:nvPr/>
        </p:nvSpPr>
        <p:spPr>
          <a:xfrm>
            <a:off x="762000" y="5535141"/>
            <a:ext cx="698500" cy="444500"/>
          </a:xfrm>
          <a:prstGeom prst="rect">
            <a:avLst/>
          </a:prstGeom>
          <a:noFill/>
          <a:ln/>
        </p:spPr>
        <p:txBody>
          <a:bodyPr wrap="none" lIns="0" tIns="0" rIns="0" bIns="0" rtlCol="0" anchor="ctr"/>
          <a:lstStyle/>
          <a:p>
            <a:pPr algn="l">
              <a:lnSpc>
                <a:spcPct val="120000"/>
              </a:lnSpc>
            </a:pPr>
            <a:r>
              <a:rPr lang="en-US" sz="2400" b="1" dirty="0">
                <a:solidFill>
                  <a:srgbClr val="1B4F8F"/>
                </a:solidFill>
                <a:latin typeface="Calibri" pitchFamily="34" charset="0"/>
                <a:ea typeface="Calibri" pitchFamily="34" charset="-122"/>
                <a:cs typeface="Calibri" pitchFamily="34" charset="-120"/>
              </a:rPr>
              <a:t>05</a:t>
            </a:r>
            <a:endParaRPr lang="en-US" sz="2400" dirty="0"/>
          </a:p>
        </p:txBody>
      </p:sp>
      <p:sp>
        <p:nvSpPr>
          <p:cNvPr id="18" name="Text 16"/>
          <p:cNvSpPr/>
          <p:nvPr/>
        </p:nvSpPr>
        <p:spPr>
          <a:xfrm>
            <a:off x="1460500" y="5535141"/>
            <a:ext cx="5969000" cy="444500"/>
          </a:xfrm>
          <a:prstGeom prst="rect">
            <a:avLst/>
          </a:prstGeom>
          <a:noFill/>
          <a:ln/>
        </p:spPr>
        <p:txBody>
          <a:bodyPr wrap="none" lIns="0" tIns="0" rIns="0" bIns="0" rtlCol="0" anchor="ctr"/>
          <a:lstStyle/>
          <a:p>
            <a:pPr algn="l">
              <a:lnSpc>
                <a:spcPct val="120000"/>
              </a:lnSpc>
            </a:pPr>
            <a:r>
              <a:rPr lang="en-US" sz="1800" dirty="0">
                <a:solidFill>
                  <a:srgbClr val="2D3748"/>
                </a:solidFill>
                <a:latin typeface="Calibri" pitchFamily="34" charset="0"/>
                <a:ea typeface="Calibri" pitchFamily="34" charset="-122"/>
                <a:cs typeface="Calibri" pitchFamily="34" charset="-120"/>
              </a:rPr>
              <a:t>SQL Validation</a:t>
            </a:r>
            <a:endParaRPr lang="en-US" sz="1800" dirty="0"/>
          </a:p>
        </p:txBody>
      </p:sp>
      <p:sp>
        <p:nvSpPr>
          <p:cNvPr id="19" name="Shape 17"/>
          <p:cNvSpPr/>
          <p:nvPr/>
        </p:nvSpPr>
        <p:spPr>
          <a:xfrm>
            <a:off x="762000" y="6081241"/>
            <a:ext cx="6667500" cy="12700"/>
          </a:xfrm>
          <a:prstGeom prst="rect">
            <a:avLst/>
          </a:prstGeom>
          <a:solidFill>
            <a:srgbClr val="E2E8F0"/>
          </a:solidFill>
          <a:ln/>
        </p:spPr>
        <p:txBody>
          <a:bodyPr/>
          <a:lstStyle/>
          <a:p>
            <a:endParaRPr lang="en-IN"/>
          </a:p>
        </p:txBody>
      </p:sp>
      <p:sp>
        <p:nvSpPr>
          <p:cNvPr id="20" name="Text 18"/>
          <p:cNvSpPr/>
          <p:nvPr/>
        </p:nvSpPr>
        <p:spPr>
          <a:xfrm>
            <a:off x="762000" y="6233641"/>
            <a:ext cx="698500" cy="444500"/>
          </a:xfrm>
          <a:prstGeom prst="rect">
            <a:avLst/>
          </a:prstGeom>
          <a:noFill/>
          <a:ln/>
        </p:spPr>
        <p:txBody>
          <a:bodyPr wrap="none" lIns="0" tIns="0" rIns="0" bIns="0" rtlCol="0" anchor="ctr"/>
          <a:lstStyle/>
          <a:p>
            <a:pPr algn="l">
              <a:lnSpc>
                <a:spcPct val="120000"/>
              </a:lnSpc>
            </a:pPr>
            <a:r>
              <a:rPr lang="en-US" sz="2400" b="1" dirty="0">
                <a:solidFill>
                  <a:srgbClr val="1B4F8F"/>
                </a:solidFill>
                <a:latin typeface="Calibri" pitchFamily="34" charset="0"/>
                <a:ea typeface="Calibri" pitchFamily="34" charset="-122"/>
                <a:cs typeface="Calibri" pitchFamily="34" charset="-120"/>
              </a:rPr>
              <a:t>06</a:t>
            </a:r>
            <a:endParaRPr lang="en-US" sz="2400" dirty="0"/>
          </a:p>
        </p:txBody>
      </p:sp>
      <p:sp>
        <p:nvSpPr>
          <p:cNvPr id="21" name="Text 19"/>
          <p:cNvSpPr/>
          <p:nvPr/>
        </p:nvSpPr>
        <p:spPr>
          <a:xfrm>
            <a:off x="1460500" y="6233641"/>
            <a:ext cx="5969000" cy="444500"/>
          </a:xfrm>
          <a:prstGeom prst="rect">
            <a:avLst/>
          </a:prstGeom>
          <a:noFill/>
          <a:ln/>
        </p:spPr>
        <p:txBody>
          <a:bodyPr wrap="none" lIns="0" tIns="0" rIns="0" bIns="0" rtlCol="0" anchor="ctr"/>
          <a:lstStyle/>
          <a:p>
            <a:pPr algn="l">
              <a:lnSpc>
                <a:spcPct val="120000"/>
              </a:lnSpc>
            </a:pPr>
            <a:r>
              <a:rPr lang="en-US" sz="1800" dirty="0">
                <a:solidFill>
                  <a:srgbClr val="2D3748"/>
                </a:solidFill>
                <a:latin typeface="Calibri" pitchFamily="34" charset="0"/>
                <a:ea typeface="Calibri" pitchFamily="34" charset="-122"/>
                <a:cs typeface="Calibri" pitchFamily="34" charset="-120"/>
              </a:rPr>
              <a:t>Python Data Preparation</a:t>
            </a:r>
            <a:endParaRPr lang="en-US" sz="1800" dirty="0"/>
          </a:p>
        </p:txBody>
      </p:sp>
      <p:sp>
        <p:nvSpPr>
          <p:cNvPr id="22" name="Shape 20"/>
          <p:cNvSpPr/>
          <p:nvPr/>
        </p:nvSpPr>
        <p:spPr>
          <a:xfrm>
            <a:off x="762000" y="6779741"/>
            <a:ext cx="6667500" cy="12700"/>
          </a:xfrm>
          <a:prstGeom prst="rect">
            <a:avLst/>
          </a:prstGeom>
          <a:solidFill>
            <a:srgbClr val="E2E8F0"/>
          </a:solidFill>
          <a:ln/>
        </p:spPr>
        <p:txBody>
          <a:bodyPr/>
          <a:lstStyle/>
          <a:p>
            <a:endParaRPr lang="en-IN"/>
          </a:p>
        </p:txBody>
      </p:sp>
      <p:sp>
        <p:nvSpPr>
          <p:cNvPr id="23" name="Text 21"/>
          <p:cNvSpPr/>
          <p:nvPr/>
        </p:nvSpPr>
        <p:spPr>
          <a:xfrm>
            <a:off x="8318500" y="2741141"/>
            <a:ext cx="698500" cy="444500"/>
          </a:xfrm>
          <a:prstGeom prst="rect">
            <a:avLst/>
          </a:prstGeom>
          <a:noFill/>
          <a:ln/>
        </p:spPr>
        <p:txBody>
          <a:bodyPr wrap="none" lIns="0" tIns="0" rIns="0" bIns="0" rtlCol="0" anchor="ctr"/>
          <a:lstStyle/>
          <a:p>
            <a:pPr algn="l">
              <a:lnSpc>
                <a:spcPct val="120000"/>
              </a:lnSpc>
            </a:pPr>
            <a:r>
              <a:rPr lang="en-US" sz="2400" b="1" dirty="0">
                <a:solidFill>
                  <a:srgbClr val="1B4F8F"/>
                </a:solidFill>
                <a:latin typeface="Calibri" pitchFamily="34" charset="0"/>
                <a:ea typeface="Calibri" pitchFamily="34" charset="-122"/>
                <a:cs typeface="Calibri" pitchFamily="34" charset="-120"/>
              </a:rPr>
              <a:t>07</a:t>
            </a:r>
            <a:endParaRPr lang="en-US" sz="2400" dirty="0"/>
          </a:p>
        </p:txBody>
      </p:sp>
      <p:sp>
        <p:nvSpPr>
          <p:cNvPr id="24" name="Text 22"/>
          <p:cNvSpPr/>
          <p:nvPr/>
        </p:nvSpPr>
        <p:spPr>
          <a:xfrm>
            <a:off x="9017000" y="2741141"/>
            <a:ext cx="6477000" cy="444500"/>
          </a:xfrm>
          <a:prstGeom prst="rect">
            <a:avLst/>
          </a:prstGeom>
          <a:noFill/>
          <a:ln/>
        </p:spPr>
        <p:txBody>
          <a:bodyPr wrap="none" lIns="0" tIns="0" rIns="0" bIns="0" rtlCol="0" anchor="ctr"/>
          <a:lstStyle/>
          <a:p>
            <a:pPr algn="l">
              <a:lnSpc>
                <a:spcPct val="120000"/>
              </a:lnSpc>
            </a:pPr>
            <a:r>
              <a:rPr lang="en-US" sz="1800" dirty="0">
                <a:solidFill>
                  <a:srgbClr val="2D3748"/>
                </a:solidFill>
                <a:latin typeface="Calibri" pitchFamily="34" charset="0"/>
                <a:ea typeface="Calibri" pitchFamily="34" charset="-122"/>
                <a:cs typeface="Calibri" pitchFamily="34" charset="-120"/>
              </a:rPr>
              <a:t>Analysis Queries 1-10</a:t>
            </a:r>
            <a:endParaRPr lang="en-US" sz="1800" dirty="0"/>
          </a:p>
        </p:txBody>
      </p:sp>
      <p:sp>
        <p:nvSpPr>
          <p:cNvPr id="25" name="Shape 23"/>
          <p:cNvSpPr/>
          <p:nvPr/>
        </p:nvSpPr>
        <p:spPr>
          <a:xfrm>
            <a:off x="8318500" y="3287241"/>
            <a:ext cx="7175500" cy="12700"/>
          </a:xfrm>
          <a:prstGeom prst="rect">
            <a:avLst/>
          </a:prstGeom>
          <a:solidFill>
            <a:srgbClr val="E2E8F0"/>
          </a:solidFill>
          <a:ln/>
        </p:spPr>
        <p:txBody>
          <a:bodyPr/>
          <a:lstStyle/>
          <a:p>
            <a:endParaRPr lang="en-IN"/>
          </a:p>
        </p:txBody>
      </p:sp>
      <p:sp>
        <p:nvSpPr>
          <p:cNvPr id="26" name="Text 24"/>
          <p:cNvSpPr/>
          <p:nvPr/>
        </p:nvSpPr>
        <p:spPr>
          <a:xfrm>
            <a:off x="8318500" y="3439641"/>
            <a:ext cx="698500" cy="444500"/>
          </a:xfrm>
          <a:prstGeom prst="rect">
            <a:avLst/>
          </a:prstGeom>
          <a:noFill/>
          <a:ln/>
        </p:spPr>
        <p:txBody>
          <a:bodyPr wrap="none" lIns="0" tIns="0" rIns="0" bIns="0" rtlCol="0" anchor="ctr"/>
          <a:lstStyle/>
          <a:p>
            <a:pPr algn="l">
              <a:lnSpc>
                <a:spcPct val="120000"/>
              </a:lnSpc>
            </a:pPr>
            <a:r>
              <a:rPr lang="en-US" sz="2400" b="1" dirty="0">
                <a:solidFill>
                  <a:srgbClr val="1B4F8F"/>
                </a:solidFill>
                <a:latin typeface="Calibri" pitchFamily="34" charset="0"/>
                <a:ea typeface="Calibri" pitchFamily="34" charset="-122"/>
                <a:cs typeface="Calibri" pitchFamily="34" charset="-120"/>
              </a:rPr>
              <a:t>08</a:t>
            </a:r>
            <a:endParaRPr lang="en-US" sz="2400" dirty="0"/>
          </a:p>
        </p:txBody>
      </p:sp>
      <p:sp>
        <p:nvSpPr>
          <p:cNvPr id="27" name="Text 25"/>
          <p:cNvSpPr/>
          <p:nvPr/>
        </p:nvSpPr>
        <p:spPr>
          <a:xfrm>
            <a:off x="9017000" y="3439641"/>
            <a:ext cx="6477000" cy="444500"/>
          </a:xfrm>
          <a:prstGeom prst="rect">
            <a:avLst/>
          </a:prstGeom>
          <a:noFill/>
          <a:ln/>
        </p:spPr>
        <p:txBody>
          <a:bodyPr wrap="none" lIns="0" tIns="0" rIns="0" bIns="0" rtlCol="0" anchor="ctr"/>
          <a:lstStyle/>
          <a:p>
            <a:pPr algn="l">
              <a:lnSpc>
                <a:spcPct val="120000"/>
              </a:lnSpc>
            </a:pPr>
            <a:r>
              <a:rPr lang="en-US" sz="1800" dirty="0">
                <a:solidFill>
                  <a:srgbClr val="2D3748"/>
                </a:solidFill>
                <a:latin typeface="Calibri" pitchFamily="34" charset="0"/>
                <a:ea typeface="Calibri" pitchFamily="34" charset="-122"/>
                <a:cs typeface="Calibri" pitchFamily="34" charset="-120"/>
              </a:rPr>
              <a:t>Analysis Queries 11-20</a:t>
            </a:r>
            <a:endParaRPr lang="en-US" sz="1800" dirty="0"/>
          </a:p>
        </p:txBody>
      </p:sp>
      <p:sp>
        <p:nvSpPr>
          <p:cNvPr id="28" name="Shape 26"/>
          <p:cNvSpPr/>
          <p:nvPr/>
        </p:nvSpPr>
        <p:spPr>
          <a:xfrm>
            <a:off x="8318500" y="3985741"/>
            <a:ext cx="7175500" cy="12700"/>
          </a:xfrm>
          <a:prstGeom prst="rect">
            <a:avLst/>
          </a:prstGeom>
          <a:solidFill>
            <a:srgbClr val="E2E8F0"/>
          </a:solidFill>
          <a:ln/>
        </p:spPr>
        <p:txBody>
          <a:bodyPr/>
          <a:lstStyle/>
          <a:p>
            <a:endParaRPr lang="en-IN"/>
          </a:p>
        </p:txBody>
      </p:sp>
      <p:sp>
        <p:nvSpPr>
          <p:cNvPr id="29" name="Text 27"/>
          <p:cNvSpPr/>
          <p:nvPr/>
        </p:nvSpPr>
        <p:spPr>
          <a:xfrm>
            <a:off x="8318500" y="4138141"/>
            <a:ext cx="698500" cy="444500"/>
          </a:xfrm>
          <a:prstGeom prst="rect">
            <a:avLst/>
          </a:prstGeom>
          <a:noFill/>
          <a:ln/>
        </p:spPr>
        <p:txBody>
          <a:bodyPr wrap="none" lIns="0" tIns="0" rIns="0" bIns="0" rtlCol="0" anchor="ctr"/>
          <a:lstStyle/>
          <a:p>
            <a:pPr algn="l">
              <a:lnSpc>
                <a:spcPct val="120000"/>
              </a:lnSpc>
            </a:pPr>
            <a:r>
              <a:rPr lang="en-US" sz="2400" b="1" dirty="0">
                <a:solidFill>
                  <a:srgbClr val="1B4F8F"/>
                </a:solidFill>
                <a:latin typeface="Calibri" pitchFamily="34" charset="0"/>
                <a:ea typeface="Calibri" pitchFamily="34" charset="-122"/>
                <a:cs typeface="Calibri" pitchFamily="34" charset="-120"/>
              </a:rPr>
              <a:t>09</a:t>
            </a:r>
            <a:endParaRPr lang="en-US" sz="2400" dirty="0"/>
          </a:p>
        </p:txBody>
      </p:sp>
      <p:sp>
        <p:nvSpPr>
          <p:cNvPr id="30" name="Text 28"/>
          <p:cNvSpPr/>
          <p:nvPr/>
        </p:nvSpPr>
        <p:spPr>
          <a:xfrm>
            <a:off x="9017000" y="4138141"/>
            <a:ext cx="6477000" cy="444500"/>
          </a:xfrm>
          <a:prstGeom prst="rect">
            <a:avLst/>
          </a:prstGeom>
          <a:noFill/>
          <a:ln/>
        </p:spPr>
        <p:txBody>
          <a:bodyPr wrap="none" lIns="0" tIns="0" rIns="0" bIns="0" rtlCol="0" anchor="ctr"/>
          <a:lstStyle/>
          <a:p>
            <a:pPr>
              <a:lnSpc>
                <a:spcPct val="120000"/>
              </a:lnSpc>
            </a:pPr>
            <a:r>
              <a:rPr lang="en-US" dirty="0">
                <a:solidFill>
                  <a:srgbClr val="2D3748"/>
                </a:solidFill>
                <a:latin typeface="Calibri" pitchFamily="34" charset="0"/>
                <a:ea typeface="Calibri" pitchFamily="34" charset="-122"/>
                <a:cs typeface="Calibri" pitchFamily="34" charset="-120"/>
              </a:rPr>
              <a:t>Power BI Dashboards</a:t>
            </a:r>
            <a:endParaRPr lang="en-US" dirty="0"/>
          </a:p>
        </p:txBody>
      </p:sp>
      <p:sp>
        <p:nvSpPr>
          <p:cNvPr id="31" name="Shape 29"/>
          <p:cNvSpPr/>
          <p:nvPr/>
        </p:nvSpPr>
        <p:spPr>
          <a:xfrm>
            <a:off x="8318500" y="4684241"/>
            <a:ext cx="7175500" cy="12700"/>
          </a:xfrm>
          <a:prstGeom prst="rect">
            <a:avLst/>
          </a:prstGeom>
          <a:solidFill>
            <a:srgbClr val="E2E8F0"/>
          </a:solidFill>
          <a:ln/>
        </p:spPr>
        <p:txBody>
          <a:bodyPr/>
          <a:lstStyle/>
          <a:p>
            <a:endParaRPr lang="en-IN"/>
          </a:p>
        </p:txBody>
      </p:sp>
      <p:sp>
        <p:nvSpPr>
          <p:cNvPr id="32" name="Text 30"/>
          <p:cNvSpPr/>
          <p:nvPr/>
        </p:nvSpPr>
        <p:spPr>
          <a:xfrm>
            <a:off x="8318500" y="4836641"/>
            <a:ext cx="698500" cy="444500"/>
          </a:xfrm>
          <a:prstGeom prst="rect">
            <a:avLst/>
          </a:prstGeom>
          <a:noFill/>
          <a:ln/>
        </p:spPr>
        <p:txBody>
          <a:bodyPr wrap="none" lIns="0" tIns="0" rIns="0" bIns="0" rtlCol="0" anchor="ctr"/>
          <a:lstStyle/>
          <a:p>
            <a:pPr algn="l">
              <a:lnSpc>
                <a:spcPct val="120000"/>
              </a:lnSpc>
            </a:pPr>
            <a:r>
              <a:rPr lang="en-US" sz="2400" b="1" dirty="0">
                <a:solidFill>
                  <a:srgbClr val="1B4F8F"/>
                </a:solidFill>
                <a:latin typeface="Calibri" pitchFamily="34" charset="0"/>
                <a:ea typeface="Calibri" pitchFamily="34" charset="-122"/>
                <a:cs typeface="Calibri" pitchFamily="34" charset="-120"/>
              </a:rPr>
              <a:t>10</a:t>
            </a:r>
            <a:endParaRPr lang="en-US" sz="2400" dirty="0"/>
          </a:p>
        </p:txBody>
      </p:sp>
      <p:sp>
        <p:nvSpPr>
          <p:cNvPr id="33" name="Text 31"/>
          <p:cNvSpPr/>
          <p:nvPr/>
        </p:nvSpPr>
        <p:spPr>
          <a:xfrm>
            <a:off x="9017000" y="4836641"/>
            <a:ext cx="6477000" cy="444500"/>
          </a:xfrm>
          <a:prstGeom prst="rect">
            <a:avLst/>
          </a:prstGeom>
          <a:noFill/>
          <a:ln/>
        </p:spPr>
        <p:txBody>
          <a:bodyPr wrap="none" lIns="0" tIns="0" rIns="0" bIns="0" rtlCol="0" anchor="ctr"/>
          <a:lstStyle/>
          <a:p>
            <a:pPr>
              <a:lnSpc>
                <a:spcPct val="120000"/>
              </a:lnSpc>
            </a:pPr>
            <a:r>
              <a:rPr lang="en-US" dirty="0">
                <a:solidFill>
                  <a:srgbClr val="2D3748"/>
                </a:solidFill>
                <a:latin typeface="Calibri" pitchFamily="34" charset="0"/>
                <a:ea typeface="Calibri" pitchFamily="34" charset="-122"/>
                <a:cs typeface="Calibri" pitchFamily="34" charset="-120"/>
              </a:rPr>
              <a:t>Key Findings &amp; Business Insights</a:t>
            </a:r>
            <a:endParaRPr lang="en-US" sz="1800" dirty="0"/>
          </a:p>
        </p:txBody>
      </p:sp>
      <p:sp>
        <p:nvSpPr>
          <p:cNvPr id="34" name="Shape 32"/>
          <p:cNvSpPr/>
          <p:nvPr/>
        </p:nvSpPr>
        <p:spPr>
          <a:xfrm>
            <a:off x="8318500" y="5382741"/>
            <a:ext cx="7175500" cy="12700"/>
          </a:xfrm>
          <a:prstGeom prst="rect">
            <a:avLst/>
          </a:prstGeom>
          <a:solidFill>
            <a:srgbClr val="E2E8F0"/>
          </a:solidFill>
          <a:ln/>
        </p:spPr>
        <p:txBody>
          <a:bodyPr/>
          <a:lstStyle/>
          <a:p>
            <a:endParaRPr lang="en-IN"/>
          </a:p>
        </p:txBody>
      </p:sp>
      <p:sp>
        <p:nvSpPr>
          <p:cNvPr id="35" name="Text 33"/>
          <p:cNvSpPr/>
          <p:nvPr/>
        </p:nvSpPr>
        <p:spPr>
          <a:xfrm>
            <a:off x="8318500" y="5535141"/>
            <a:ext cx="698500" cy="444500"/>
          </a:xfrm>
          <a:prstGeom prst="rect">
            <a:avLst/>
          </a:prstGeom>
          <a:noFill/>
          <a:ln/>
        </p:spPr>
        <p:txBody>
          <a:bodyPr wrap="none" lIns="0" tIns="0" rIns="0" bIns="0" rtlCol="0" anchor="ctr"/>
          <a:lstStyle/>
          <a:p>
            <a:pPr algn="l">
              <a:lnSpc>
                <a:spcPct val="120000"/>
              </a:lnSpc>
            </a:pPr>
            <a:r>
              <a:rPr lang="en-US" sz="2400" b="1" dirty="0">
                <a:solidFill>
                  <a:srgbClr val="1B4F8F"/>
                </a:solidFill>
                <a:latin typeface="Calibri" pitchFamily="34" charset="0"/>
                <a:ea typeface="Calibri" pitchFamily="34" charset="-122"/>
                <a:cs typeface="Calibri" pitchFamily="34" charset="-120"/>
              </a:rPr>
              <a:t>11</a:t>
            </a:r>
            <a:endParaRPr lang="en-US" sz="2400" dirty="0"/>
          </a:p>
        </p:txBody>
      </p:sp>
      <p:sp>
        <p:nvSpPr>
          <p:cNvPr id="36" name="Text 34"/>
          <p:cNvSpPr/>
          <p:nvPr/>
        </p:nvSpPr>
        <p:spPr>
          <a:xfrm>
            <a:off x="9017000" y="5535141"/>
            <a:ext cx="6477000" cy="444500"/>
          </a:xfrm>
          <a:prstGeom prst="rect">
            <a:avLst/>
          </a:prstGeom>
          <a:noFill/>
          <a:ln/>
        </p:spPr>
        <p:txBody>
          <a:bodyPr wrap="none" lIns="0" tIns="0" rIns="0" bIns="0" rtlCol="0" anchor="ctr"/>
          <a:lstStyle/>
          <a:p>
            <a:pPr>
              <a:lnSpc>
                <a:spcPct val="120000"/>
              </a:lnSpc>
            </a:pPr>
            <a:r>
              <a:rPr lang="en-US" dirty="0">
                <a:solidFill>
                  <a:srgbClr val="2D3748"/>
                </a:solidFill>
                <a:latin typeface="Calibri" pitchFamily="34" charset="0"/>
                <a:ea typeface="Calibri" pitchFamily="34" charset="-122"/>
                <a:cs typeface="Calibri" pitchFamily="34" charset="-120"/>
              </a:rPr>
              <a:t>Recommendations &amp; Impact</a:t>
            </a:r>
            <a:endParaRPr lang="en-US" sz="1800" dirty="0"/>
          </a:p>
        </p:txBody>
      </p:sp>
      <p:sp>
        <p:nvSpPr>
          <p:cNvPr id="37" name="Shape 35"/>
          <p:cNvSpPr/>
          <p:nvPr/>
        </p:nvSpPr>
        <p:spPr>
          <a:xfrm>
            <a:off x="8318500" y="6081241"/>
            <a:ext cx="7175500" cy="12700"/>
          </a:xfrm>
          <a:prstGeom prst="rect">
            <a:avLst/>
          </a:prstGeom>
          <a:solidFill>
            <a:srgbClr val="E2E8F0"/>
          </a:solidFill>
          <a:ln/>
        </p:spPr>
        <p:txBody>
          <a:bodyPr/>
          <a:lstStyle/>
          <a:p>
            <a:endParaRPr lang="en-IN"/>
          </a:p>
        </p:txBody>
      </p:sp>
      <p:sp>
        <p:nvSpPr>
          <p:cNvPr id="38" name="Text 36"/>
          <p:cNvSpPr/>
          <p:nvPr/>
        </p:nvSpPr>
        <p:spPr>
          <a:xfrm>
            <a:off x="8318500" y="6233641"/>
            <a:ext cx="698500" cy="444500"/>
          </a:xfrm>
          <a:prstGeom prst="rect">
            <a:avLst/>
          </a:prstGeom>
          <a:noFill/>
          <a:ln/>
        </p:spPr>
        <p:txBody>
          <a:bodyPr wrap="none" lIns="0" tIns="0" rIns="0" bIns="0" rtlCol="0" anchor="ctr"/>
          <a:lstStyle/>
          <a:p>
            <a:pPr algn="l">
              <a:lnSpc>
                <a:spcPct val="120000"/>
              </a:lnSpc>
            </a:pPr>
            <a:r>
              <a:rPr lang="en-US" sz="2400" b="1" dirty="0">
                <a:solidFill>
                  <a:srgbClr val="1B4F8F"/>
                </a:solidFill>
                <a:latin typeface="Calibri" pitchFamily="34" charset="0"/>
                <a:ea typeface="Calibri" pitchFamily="34" charset="-122"/>
                <a:cs typeface="Calibri" pitchFamily="34" charset="-120"/>
              </a:rPr>
              <a:t>12</a:t>
            </a:r>
            <a:endParaRPr lang="en-US" sz="2400" dirty="0"/>
          </a:p>
        </p:txBody>
      </p:sp>
      <p:sp>
        <p:nvSpPr>
          <p:cNvPr id="39" name="Text 37"/>
          <p:cNvSpPr/>
          <p:nvPr/>
        </p:nvSpPr>
        <p:spPr>
          <a:xfrm>
            <a:off x="9017000" y="6233641"/>
            <a:ext cx="6477000" cy="444500"/>
          </a:xfrm>
          <a:prstGeom prst="rect">
            <a:avLst/>
          </a:prstGeom>
          <a:noFill/>
          <a:ln/>
        </p:spPr>
        <p:txBody>
          <a:bodyPr wrap="none" lIns="0" tIns="0" rIns="0" bIns="0" rtlCol="0" anchor="ctr"/>
          <a:lstStyle/>
          <a:p>
            <a:pPr algn="l">
              <a:lnSpc>
                <a:spcPct val="120000"/>
              </a:lnSpc>
            </a:pPr>
            <a:r>
              <a:rPr lang="en-US" sz="1800" dirty="0">
                <a:solidFill>
                  <a:srgbClr val="2D3748"/>
                </a:solidFill>
                <a:latin typeface="Calibri" pitchFamily="34" charset="0"/>
                <a:ea typeface="Calibri" pitchFamily="34" charset="-122"/>
                <a:cs typeface="Calibri" pitchFamily="34" charset="-120"/>
              </a:rPr>
              <a:t>Conclusion</a:t>
            </a:r>
            <a:endParaRPr lang="en-US" sz="1800" dirty="0"/>
          </a:p>
        </p:txBody>
      </p:sp>
      <p:sp>
        <p:nvSpPr>
          <p:cNvPr id="40" name="Shape 38"/>
          <p:cNvSpPr/>
          <p:nvPr/>
        </p:nvSpPr>
        <p:spPr>
          <a:xfrm>
            <a:off x="8318500" y="6779741"/>
            <a:ext cx="7175500" cy="12700"/>
          </a:xfrm>
          <a:prstGeom prst="rect">
            <a:avLst/>
          </a:prstGeom>
          <a:solidFill>
            <a:srgbClr val="E2E8F0"/>
          </a:solidFill>
          <a:ln/>
        </p:spPr>
        <p:txBody>
          <a:bodyPr/>
          <a:lstStyle/>
          <a:p>
            <a:endParaRPr lang="en-IN"/>
          </a:p>
        </p:txBody>
      </p:sp>
      <p:sp>
        <p:nvSpPr>
          <p:cNvPr id="41" name="Shape 39"/>
          <p:cNvSpPr/>
          <p:nvPr/>
        </p:nvSpPr>
        <p:spPr>
          <a:xfrm>
            <a:off x="762000" y="8763000"/>
            <a:ext cx="14732000" cy="25400"/>
          </a:xfrm>
          <a:prstGeom prst="rect">
            <a:avLst/>
          </a:prstGeom>
          <a:solidFill>
            <a:srgbClr val="1B4F8F"/>
          </a:solidFill>
          <a:ln/>
        </p:spPr>
        <p:txBody>
          <a:bodyPr/>
          <a:lstStyle/>
          <a:p>
            <a:endParaRPr lang="en-IN"/>
          </a:p>
        </p:txBody>
      </p:sp>
      <p:sp>
        <p:nvSpPr>
          <p:cNvPr id="42" name="Text 40"/>
          <p:cNvSpPr/>
          <p:nvPr/>
        </p:nvSpPr>
        <p:spPr>
          <a:xfrm>
            <a:off x="14478000" y="8826500"/>
            <a:ext cx="1016000" cy="254000"/>
          </a:xfrm>
          <a:prstGeom prst="rect">
            <a:avLst/>
          </a:prstGeom>
          <a:noFill/>
          <a:ln/>
        </p:spPr>
        <p:txBody>
          <a:bodyPr wrap="none" lIns="0" tIns="0" rIns="0" bIns="0" rtlCol="0" anchor="ctr"/>
          <a:lstStyle/>
          <a:p>
            <a:pPr algn="r">
              <a:lnSpc>
                <a:spcPct val="120000"/>
              </a:lnSpc>
            </a:pPr>
            <a:r>
              <a:rPr lang="en-US" sz="1200" dirty="0">
                <a:solidFill>
                  <a:srgbClr val="718096"/>
                </a:solidFill>
                <a:latin typeface="Calibri" pitchFamily="34" charset="0"/>
                <a:ea typeface="Calibri" pitchFamily="34" charset="-122"/>
                <a:cs typeface="Calibri" pitchFamily="34" charset="-120"/>
              </a:rPr>
              <a:t>2 / 55</a:t>
            </a:r>
            <a:endParaRPr lang="en-US" sz="1200" dirty="0"/>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12B1C80-9388-1A5E-A5DF-E2E299D9B9F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3C20BFC-6225-669B-1CB2-A373AD131146}"/>
              </a:ext>
            </a:extLst>
          </p:cNvPr>
          <p:cNvSpPr/>
          <p:nvPr/>
        </p:nvSpPr>
        <p:spPr>
          <a:xfrm>
            <a:off x="-1" y="0"/>
            <a:ext cx="8001001" cy="9144000"/>
          </a:xfrm>
          <a:prstGeom prst="rect">
            <a:avLst/>
          </a:prstGeom>
          <a:solidFill>
            <a:srgbClr val="1B4F8F"/>
          </a:solidFill>
          <a:ln/>
        </p:spPr>
        <p:txBody>
          <a:bodyPr/>
          <a:lstStyle/>
          <a:p>
            <a:endParaRPr lang="en-IN"/>
          </a:p>
        </p:txBody>
      </p:sp>
      <p:sp>
        <p:nvSpPr>
          <p:cNvPr id="3" name="Text 1">
            <a:extLst>
              <a:ext uri="{FF2B5EF4-FFF2-40B4-BE49-F238E27FC236}">
                <a16:creationId xmlns:a16="http://schemas.microsoft.com/office/drawing/2014/main" id="{E5DC7EEB-7B2A-6B2E-3BDA-60CBA1D4EB79}"/>
              </a:ext>
            </a:extLst>
          </p:cNvPr>
          <p:cNvSpPr/>
          <p:nvPr/>
        </p:nvSpPr>
        <p:spPr>
          <a:xfrm>
            <a:off x="762000" y="2540000"/>
            <a:ext cx="6096000" cy="1016000"/>
          </a:xfrm>
          <a:prstGeom prst="rect">
            <a:avLst/>
          </a:prstGeom>
          <a:noFill/>
          <a:ln/>
        </p:spPr>
        <p:txBody>
          <a:bodyPr wrap="none" lIns="0" tIns="0" rIns="0" bIns="0" rtlCol="0" anchor="ctr"/>
          <a:lstStyle/>
          <a:p>
            <a:pPr algn="l">
              <a:lnSpc>
                <a:spcPct val="120000"/>
              </a:lnSpc>
            </a:pPr>
            <a:r>
              <a:rPr lang="en-US" sz="7200" b="1" dirty="0">
                <a:solidFill>
                  <a:srgbClr val="FFFFFF"/>
                </a:solidFill>
                <a:latin typeface="Calibri" pitchFamily="34" charset="0"/>
                <a:ea typeface="Calibri" pitchFamily="34" charset="-122"/>
                <a:cs typeface="Calibri" pitchFamily="34" charset="-120"/>
              </a:rPr>
              <a:t>01-04</a:t>
            </a:r>
            <a:endParaRPr lang="en-US" sz="7200" dirty="0"/>
          </a:p>
        </p:txBody>
      </p:sp>
      <p:sp>
        <p:nvSpPr>
          <p:cNvPr id="4" name="Text 2">
            <a:extLst>
              <a:ext uri="{FF2B5EF4-FFF2-40B4-BE49-F238E27FC236}">
                <a16:creationId xmlns:a16="http://schemas.microsoft.com/office/drawing/2014/main" id="{D44FE58E-8483-ABD8-1863-6896F2AED5FE}"/>
              </a:ext>
            </a:extLst>
          </p:cNvPr>
          <p:cNvSpPr/>
          <p:nvPr/>
        </p:nvSpPr>
        <p:spPr>
          <a:xfrm>
            <a:off x="762000" y="3556000"/>
            <a:ext cx="6096000" cy="698500"/>
          </a:xfrm>
          <a:prstGeom prst="rect">
            <a:avLst/>
          </a:prstGeom>
          <a:noFill/>
          <a:ln/>
        </p:spPr>
        <p:txBody>
          <a:bodyPr wrap="none" lIns="0" tIns="0" rIns="0" bIns="0" rtlCol="0" anchor="ctr"/>
          <a:lstStyle/>
          <a:p>
            <a:pPr algn="l">
              <a:lnSpc>
                <a:spcPct val="120000"/>
              </a:lnSpc>
            </a:pPr>
            <a:r>
              <a:rPr lang="en-US" sz="4000" b="1" dirty="0">
                <a:solidFill>
                  <a:srgbClr val="FFFFFF"/>
                </a:solidFill>
                <a:latin typeface="Calibri" pitchFamily="34" charset="0"/>
                <a:ea typeface="Calibri" pitchFamily="34" charset="-122"/>
                <a:cs typeface="Calibri" pitchFamily="34" charset="-120"/>
              </a:rPr>
              <a:t>Business Overview</a:t>
            </a:r>
            <a:endParaRPr lang="en-US" sz="4000" dirty="0"/>
          </a:p>
        </p:txBody>
      </p:sp>
      <p:sp>
        <p:nvSpPr>
          <p:cNvPr id="5" name="Shape 3">
            <a:extLst>
              <a:ext uri="{FF2B5EF4-FFF2-40B4-BE49-F238E27FC236}">
                <a16:creationId xmlns:a16="http://schemas.microsoft.com/office/drawing/2014/main" id="{D0933289-1269-4E26-32FE-79E7C9E7B4E3}"/>
              </a:ext>
            </a:extLst>
          </p:cNvPr>
          <p:cNvSpPr/>
          <p:nvPr/>
        </p:nvSpPr>
        <p:spPr>
          <a:xfrm>
            <a:off x="762000" y="4381500"/>
            <a:ext cx="2540000" cy="38100"/>
          </a:xfrm>
          <a:prstGeom prst="rect">
            <a:avLst/>
          </a:prstGeom>
          <a:solidFill>
            <a:srgbClr val="FFFFFF"/>
          </a:solidFill>
          <a:ln/>
        </p:spPr>
        <p:txBody>
          <a:bodyPr/>
          <a:lstStyle/>
          <a:p>
            <a:endParaRPr lang="en-IN"/>
          </a:p>
        </p:txBody>
      </p:sp>
      <p:sp>
        <p:nvSpPr>
          <p:cNvPr id="6" name="Text 4">
            <a:extLst>
              <a:ext uri="{FF2B5EF4-FFF2-40B4-BE49-F238E27FC236}">
                <a16:creationId xmlns:a16="http://schemas.microsoft.com/office/drawing/2014/main" id="{B32E07DC-27DA-3225-CC47-500AE6D4F3E0}"/>
              </a:ext>
            </a:extLst>
          </p:cNvPr>
          <p:cNvSpPr/>
          <p:nvPr/>
        </p:nvSpPr>
        <p:spPr>
          <a:xfrm>
            <a:off x="762000" y="4635500"/>
            <a:ext cx="6096000" cy="1016000"/>
          </a:xfrm>
          <a:prstGeom prst="rect">
            <a:avLst/>
          </a:prstGeom>
          <a:noFill/>
          <a:ln/>
        </p:spPr>
        <p:txBody>
          <a:bodyPr wrap="square" lIns="0" tIns="0" rIns="0" bIns="0" rtlCol="0" anchor="t"/>
          <a:lstStyle/>
          <a:p>
            <a:pPr algn="l">
              <a:lnSpc>
                <a:spcPct val="150000"/>
              </a:lnSpc>
            </a:pPr>
            <a:r>
              <a:rPr lang="en-US" sz="1800" dirty="0">
                <a:solidFill>
                  <a:srgbClr val="FFFFFF"/>
                </a:solidFill>
                <a:latin typeface="Calibri" pitchFamily="34" charset="0"/>
                <a:ea typeface="Calibri" pitchFamily="34" charset="-122"/>
                <a:cs typeface="Calibri" pitchFamily="34" charset="-120"/>
              </a:rPr>
              <a:t>Understanding Business Problem, Project Objective &amp; Creating Analytical Framework</a:t>
            </a:r>
            <a:endParaRPr lang="en-US" sz="1800" dirty="0"/>
          </a:p>
        </p:txBody>
      </p:sp>
      <p:sp>
        <p:nvSpPr>
          <p:cNvPr id="7" name="Text 5">
            <a:extLst>
              <a:ext uri="{FF2B5EF4-FFF2-40B4-BE49-F238E27FC236}">
                <a16:creationId xmlns:a16="http://schemas.microsoft.com/office/drawing/2014/main" id="{F301D442-86D2-45D1-0B9F-5D4FF220140A}"/>
              </a:ext>
            </a:extLst>
          </p:cNvPr>
          <p:cNvSpPr/>
          <p:nvPr/>
        </p:nvSpPr>
        <p:spPr>
          <a:xfrm>
            <a:off x="8255000" y="3302000"/>
            <a:ext cx="7239000" cy="1524000"/>
          </a:xfrm>
          <a:prstGeom prst="rect">
            <a:avLst/>
          </a:prstGeom>
          <a:noFill/>
          <a:ln/>
        </p:spPr>
        <p:txBody>
          <a:bodyPr wrap="square" lIns="0" tIns="0" rIns="0" bIns="0" rtlCol="0" anchor="ctr"/>
          <a:lstStyle/>
          <a:p>
            <a:pPr>
              <a:lnSpc>
                <a:spcPct val="160000"/>
              </a:lnSpc>
            </a:pPr>
            <a:r>
              <a:rPr lang="en-IN" dirty="0"/>
              <a:t>Online grocery platforms generate huge daily logs. Structuring and analysing this raw data transforms it into </a:t>
            </a:r>
            <a:r>
              <a:rPr lang="en-IN" b="1" dirty="0"/>
              <a:t>valuable business insights</a:t>
            </a:r>
            <a:r>
              <a:rPr lang="en-IN" dirty="0"/>
              <a:t> regarding customer behaviour and product performance.</a:t>
            </a:r>
            <a:endParaRPr lang="en-US" sz="1800" dirty="0"/>
          </a:p>
        </p:txBody>
      </p:sp>
    </p:spTree>
    <p:extLst>
      <p:ext uri="{BB962C8B-B14F-4D97-AF65-F5344CB8AC3E}">
        <p14:creationId xmlns:p14="http://schemas.microsoft.com/office/powerpoint/2010/main" val="1881361668"/>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62000" y="444500"/>
            <a:ext cx="11430000" cy="444500"/>
          </a:xfrm>
          <a:prstGeom prst="rect">
            <a:avLst/>
          </a:prstGeom>
          <a:noFill/>
          <a:ln/>
        </p:spPr>
        <p:txBody>
          <a:bodyPr wrap="none" lIns="0" tIns="0" rIns="0" bIns="0" rtlCol="0" anchor="ctr"/>
          <a:lstStyle/>
          <a:p>
            <a:pPr algn="l">
              <a:lnSpc>
                <a:spcPct val="130000"/>
              </a:lnSpc>
            </a:pPr>
            <a:r>
              <a:rPr lang="en-US" sz="2400" b="1" dirty="0">
                <a:solidFill>
                  <a:srgbClr val="2D3748"/>
                </a:solidFill>
                <a:latin typeface="Calibri" pitchFamily="34" charset="0"/>
                <a:ea typeface="Calibri" pitchFamily="34" charset="-122"/>
                <a:cs typeface="Calibri" pitchFamily="34" charset="-120"/>
              </a:rPr>
              <a:t>Executive Summary</a:t>
            </a:r>
            <a:endParaRPr lang="en-US" sz="2400" dirty="0"/>
          </a:p>
        </p:txBody>
      </p:sp>
      <p:sp>
        <p:nvSpPr>
          <p:cNvPr id="3" name="Shape 1"/>
          <p:cNvSpPr/>
          <p:nvPr/>
        </p:nvSpPr>
        <p:spPr>
          <a:xfrm>
            <a:off x="762000" y="952500"/>
            <a:ext cx="14732000" cy="25400"/>
          </a:xfrm>
          <a:prstGeom prst="rect">
            <a:avLst/>
          </a:prstGeom>
          <a:solidFill>
            <a:srgbClr val="1B4F8F"/>
          </a:solidFill>
          <a:ln/>
        </p:spPr>
        <p:txBody>
          <a:bodyPr/>
          <a:lstStyle/>
          <a:p>
            <a:endParaRPr lang="en-IN"/>
          </a:p>
        </p:txBody>
      </p:sp>
      <p:sp>
        <p:nvSpPr>
          <p:cNvPr id="4" name="Shape 2"/>
          <p:cNvSpPr/>
          <p:nvPr/>
        </p:nvSpPr>
        <p:spPr>
          <a:xfrm>
            <a:off x="762000" y="1720850"/>
            <a:ext cx="14732000" cy="1016000"/>
          </a:xfrm>
          <a:prstGeom prst="rect">
            <a:avLst/>
          </a:prstGeom>
          <a:solidFill>
            <a:srgbClr val="EDF2F7"/>
          </a:solidFill>
          <a:ln/>
        </p:spPr>
        <p:txBody>
          <a:bodyPr/>
          <a:lstStyle/>
          <a:p>
            <a:endParaRPr lang="en-IN"/>
          </a:p>
        </p:txBody>
      </p:sp>
      <p:sp>
        <p:nvSpPr>
          <p:cNvPr id="5" name="Text 3"/>
          <p:cNvSpPr/>
          <p:nvPr/>
        </p:nvSpPr>
        <p:spPr>
          <a:xfrm>
            <a:off x="1016000" y="1758950"/>
            <a:ext cx="2032000" cy="508000"/>
          </a:xfrm>
          <a:prstGeom prst="rect">
            <a:avLst/>
          </a:prstGeom>
          <a:noFill/>
          <a:ln/>
        </p:spPr>
        <p:txBody>
          <a:bodyPr wrap="none" lIns="0" tIns="0" rIns="0" bIns="0" rtlCol="0" anchor="ctr"/>
          <a:lstStyle/>
          <a:p>
            <a:pPr algn="ctr">
              <a:lnSpc>
                <a:spcPct val="120000"/>
              </a:lnSpc>
            </a:pPr>
            <a:r>
              <a:rPr lang="en-US" sz="3200" b="1" dirty="0">
                <a:solidFill>
                  <a:srgbClr val="1B4F8F"/>
                </a:solidFill>
                <a:latin typeface="Calibri" pitchFamily="34" charset="0"/>
                <a:ea typeface="Calibri" pitchFamily="34" charset="-122"/>
                <a:cs typeface="Calibri" pitchFamily="34" charset="-120"/>
              </a:rPr>
              <a:t>63,100</a:t>
            </a:r>
            <a:endParaRPr lang="en-US" sz="3200" dirty="0"/>
          </a:p>
        </p:txBody>
      </p:sp>
      <p:sp>
        <p:nvSpPr>
          <p:cNvPr id="6" name="Text 4"/>
          <p:cNvSpPr/>
          <p:nvPr/>
        </p:nvSpPr>
        <p:spPr>
          <a:xfrm>
            <a:off x="1016000" y="2292350"/>
            <a:ext cx="2032000" cy="317500"/>
          </a:xfrm>
          <a:prstGeom prst="rect">
            <a:avLst/>
          </a:prstGeom>
          <a:noFill/>
          <a:ln/>
        </p:spPr>
        <p:txBody>
          <a:bodyPr wrap="none" lIns="0" tIns="0" rIns="0" bIns="0" rtlCol="0" anchor="ctr"/>
          <a:lstStyle/>
          <a:p>
            <a:pPr algn="ctr">
              <a:lnSpc>
                <a:spcPct val="120000"/>
              </a:lnSpc>
            </a:pPr>
            <a:r>
              <a:rPr lang="en-US" sz="1300" dirty="0">
                <a:solidFill>
                  <a:srgbClr val="718096"/>
                </a:solidFill>
                <a:latin typeface="Calibri" pitchFamily="34" charset="0"/>
                <a:ea typeface="Calibri" pitchFamily="34" charset="-122"/>
                <a:cs typeface="Calibri" pitchFamily="34" charset="-120"/>
              </a:rPr>
              <a:t>Customers</a:t>
            </a:r>
            <a:endParaRPr lang="en-US" sz="1300" dirty="0"/>
          </a:p>
        </p:txBody>
      </p:sp>
      <p:sp>
        <p:nvSpPr>
          <p:cNvPr id="7" name="Text 5"/>
          <p:cNvSpPr/>
          <p:nvPr/>
        </p:nvSpPr>
        <p:spPr>
          <a:xfrm>
            <a:off x="3556000" y="1758950"/>
            <a:ext cx="2032000" cy="508000"/>
          </a:xfrm>
          <a:prstGeom prst="rect">
            <a:avLst/>
          </a:prstGeom>
          <a:noFill/>
          <a:ln/>
        </p:spPr>
        <p:txBody>
          <a:bodyPr wrap="none" lIns="0" tIns="0" rIns="0" bIns="0" rtlCol="0" anchor="ctr"/>
          <a:lstStyle/>
          <a:p>
            <a:pPr algn="ctr">
              <a:lnSpc>
                <a:spcPct val="120000"/>
              </a:lnSpc>
            </a:pPr>
            <a:r>
              <a:rPr lang="en-US" sz="3200" b="1" dirty="0">
                <a:solidFill>
                  <a:srgbClr val="1B4F8F"/>
                </a:solidFill>
                <a:latin typeface="Calibri" pitchFamily="34" charset="0"/>
                <a:ea typeface="Calibri" pitchFamily="34" charset="-122"/>
                <a:cs typeface="Calibri" pitchFamily="34" charset="-120"/>
              </a:rPr>
              <a:t>49,355</a:t>
            </a:r>
            <a:endParaRPr lang="en-US" sz="3200" dirty="0"/>
          </a:p>
        </p:txBody>
      </p:sp>
      <p:sp>
        <p:nvSpPr>
          <p:cNvPr id="8" name="Text 6"/>
          <p:cNvSpPr/>
          <p:nvPr/>
        </p:nvSpPr>
        <p:spPr>
          <a:xfrm>
            <a:off x="3556000" y="2292350"/>
            <a:ext cx="2032000" cy="317500"/>
          </a:xfrm>
          <a:prstGeom prst="rect">
            <a:avLst/>
          </a:prstGeom>
          <a:noFill/>
          <a:ln/>
        </p:spPr>
        <p:txBody>
          <a:bodyPr wrap="none" lIns="0" tIns="0" rIns="0" bIns="0" rtlCol="0" anchor="ctr"/>
          <a:lstStyle/>
          <a:p>
            <a:pPr algn="ctr">
              <a:lnSpc>
                <a:spcPct val="120000"/>
              </a:lnSpc>
            </a:pPr>
            <a:r>
              <a:rPr lang="en-US" sz="1300" dirty="0">
                <a:solidFill>
                  <a:srgbClr val="718096"/>
                </a:solidFill>
                <a:latin typeface="Calibri" pitchFamily="34" charset="0"/>
                <a:ea typeface="Calibri" pitchFamily="34" charset="-122"/>
                <a:cs typeface="Calibri" pitchFamily="34" charset="-120"/>
              </a:rPr>
              <a:t>Products</a:t>
            </a:r>
            <a:endParaRPr lang="en-US" sz="1300" dirty="0"/>
          </a:p>
        </p:txBody>
      </p:sp>
      <p:sp>
        <p:nvSpPr>
          <p:cNvPr id="9" name="Text 7"/>
          <p:cNvSpPr/>
          <p:nvPr/>
        </p:nvSpPr>
        <p:spPr>
          <a:xfrm>
            <a:off x="6096000" y="1758950"/>
            <a:ext cx="2032000" cy="508000"/>
          </a:xfrm>
          <a:prstGeom prst="rect">
            <a:avLst/>
          </a:prstGeom>
          <a:noFill/>
          <a:ln/>
        </p:spPr>
        <p:txBody>
          <a:bodyPr wrap="none" lIns="0" tIns="0" rIns="0" bIns="0" rtlCol="0" anchor="ctr"/>
          <a:lstStyle/>
          <a:p>
            <a:pPr algn="ctr">
              <a:lnSpc>
                <a:spcPct val="120000"/>
              </a:lnSpc>
            </a:pPr>
            <a:r>
              <a:rPr lang="en-US" sz="3200" b="1" dirty="0">
                <a:solidFill>
                  <a:srgbClr val="1B4F8F"/>
                </a:solidFill>
                <a:latin typeface="Calibri" pitchFamily="34" charset="0"/>
                <a:ea typeface="Calibri" pitchFamily="34" charset="-122"/>
                <a:cs typeface="Calibri" pitchFamily="34" charset="-120"/>
              </a:rPr>
              <a:t>134</a:t>
            </a:r>
            <a:endParaRPr lang="en-US" sz="3200" dirty="0"/>
          </a:p>
        </p:txBody>
      </p:sp>
      <p:sp>
        <p:nvSpPr>
          <p:cNvPr id="10" name="Text 8"/>
          <p:cNvSpPr/>
          <p:nvPr/>
        </p:nvSpPr>
        <p:spPr>
          <a:xfrm>
            <a:off x="6096000" y="2292350"/>
            <a:ext cx="2032000" cy="317500"/>
          </a:xfrm>
          <a:prstGeom prst="rect">
            <a:avLst/>
          </a:prstGeom>
          <a:noFill/>
          <a:ln/>
        </p:spPr>
        <p:txBody>
          <a:bodyPr wrap="none" lIns="0" tIns="0" rIns="0" bIns="0" rtlCol="0" anchor="ctr"/>
          <a:lstStyle/>
          <a:p>
            <a:pPr algn="ctr">
              <a:lnSpc>
                <a:spcPct val="120000"/>
              </a:lnSpc>
            </a:pPr>
            <a:r>
              <a:rPr lang="en-US" sz="1300" dirty="0">
                <a:solidFill>
                  <a:srgbClr val="718096"/>
                </a:solidFill>
                <a:latin typeface="Calibri" pitchFamily="34" charset="0"/>
                <a:ea typeface="Calibri" pitchFamily="34" charset="-122"/>
                <a:cs typeface="Calibri" pitchFamily="34" charset="-120"/>
              </a:rPr>
              <a:t>Aisles</a:t>
            </a:r>
            <a:endParaRPr lang="en-US" sz="1300" dirty="0"/>
          </a:p>
        </p:txBody>
      </p:sp>
      <p:sp>
        <p:nvSpPr>
          <p:cNvPr id="11" name="Text 9"/>
          <p:cNvSpPr/>
          <p:nvPr/>
        </p:nvSpPr>
        <p:spPr>
          <a:xfrm>
            <a:off x="8636000" y="1758950"/>
            <a:ext cx="2032000" cy="508000"/>
          </a:xfrm>
          <a:prstGeom prst="rect">
            <a:avLst/>
          </a:prstGeom>
          <a:noFill/>
          <a:ln/>
        </p:spPr>
        <p:txBody>
          <a:bodyPr wrap="none" lIns="0" tIns="0" rIns="0" bIns="0" rtlCol="0" anchor="ctr"/>
          <a:lstStyle/>
          <a:p>
            <a:pPr algn="ctr">
              <a:lnSpc>
                <a:spcPct val="120000"/>
              </a:lnSpc>
            </a:pPr>
            <a:r>
              <a:rPr lang="en-US" sz="3200" b="1" dirty="0">
                <a:solidFill>
                  <a:srgbClr val="1B4F8F"/>
                </a:solidFill>
                <a:latin typeface="Calibri" pitchFamily="34" charset="0"/>
                <a:ea typeface="Calibri" pitchFamily="34" charset="-122"/>
                <a:cs typeface="Calibri" pitchFamily="34" charset="-120"/>
              </a:rPr>
              <a:t>21</a:t>
            </a:r>
            <a:endParaRPr lang="en-US" sz="3200" dirty="0"/>
          </a:p>
        </p:txBody>
      </p:sp>
      <p:sp>
        <p:nvSpPr>
          <p:cNvPr id="12" name="Text 10"/>
          <p:cNvSpPr/>
          <p:nvPr/>
        </p:nvSpPr>
        <p:spPr>
          <a:xfrm>
            <a:off x="8636000" y="2292350"/>
            <a:ext cx="2032000" cy="317500"/>
          </a:xfrm>
          <a:prstGeom prst="rect">
            <a:avLst/>
          </a:prstGeom>
          <a:noFill/>
          <a:ln/>
        </p:spPr>
        <p:txBody>
          <a:bodyPr wrap="none" lIns="0" tIns="0" rIns="0" bIns="0" rtlCol="0" anchor="ctr"/>
          <a:lstStyle/>
          <a:p>
            <a:pPr algn="ctr">
              <a:lnSpc>
                <a:spcPct val="120000"/>
              </a:lnSpc>
            </a:pPr>
            <a:r>
              <a:rPr lang="en-US" sz="1300" dirty="0">
                <a:solidFill>
                  <a:srgbClr val="718096"/>
                </a:solidFill>
                <a:latin typeface="Calibri" pitchFamily="34" charset="0"/>
                <a:ea typeface="Calibri" pitchFamily="34" charset="-122"/>
                <a:cs typeface="Calibri" pitchFamily="34" charset="-120"/>
              </a:rPr>
              <a:t>Departments</a:t>
            </a:r>
            <a:endParaRPr lang="en-US" sz="1300" dirty="0"/>
          </a:p>
        </p:txBody>
      </p:sp>
      <p:sp>
        <p:nvSpPr>
          <p:cNvPr id="13" name="Text 11"/>
          <p:cNvSpPr/>
          <p:nvPr/>
        </p:nvSpPr>
        <p:spPr>
          <a:xfrm>
            <a:off x="11176000" y="1758950"/>
            <a:ext cx="2032000" cy="508000"/>
          </a:xfrm>
          <a:prstGeom prst="rect">
            <a:avLst/>
          </a:prstGeom>
          <a:noFill/>
          <a:ln/>
        </p:spPr>
        <p:txBody>
          <a:bodyPr wrap="none" lIns="0" tIns="0" rIns="0" bIns="0" rtlCol="0" anchor="ctr"/>
          <a:lstStyle/>
          <a:p>
            <a:pPr algn="ctr">
              <a:lnSpc>
                <a:spcPct val="120000"/>
              </a:lnSpc>
            </a:pPr>
            <a:r>
              <a:rPr lang="en-US" sz="3200" b="1" dirty="0">
                <a:solidFill>
                  <a:srgbClr val="1B4F8F"/>
                </a:solidFill>
                <a:latin typeface="Calibri" pitchFamily="34" charset="0"/>
                <a:ea typeface="Calibri" pitchFamily="34" charset="-122"/>
                <a:cs typeface="Calibri" pitchFamily="34" charset="-120"/>
              </a:rPr>
              <a:t>10.5</a:t>
            </a:r>
            <a:endParaRPr lang="en-US" sz="3200" dirty="0"/>
          </a:p>
        </p:txBody>
      </p:sp>
      <p:sp>
        <p:nvSpPr>
          <p:cNvPr id="14" name="Text 12"/>
          <p:cNvSpPr/>
          <p:nvPr/>
        </p:nvSpPr>
        <p:spPr>
          <a:xfrm>
            <a:off x="11176000" y="2292350"/>
            <a:ext cx="2032000" cy="317500"/>
          </a:xfrm>
          <a:prstGeom prst="rect">
            <a:avLst/>
          </a:prstGeom>
          <a:noFill/>
          <a:ln/>
        </p:spPr>
        <p:txBody>
          <a:bodyPr wrap="none" lIns="0" tIns="0" rIns="0" bIns="0" rtlCol="0" anchor="ctr"/>
          <a:lstStyle/>
          <a:p>
            <a:pPr algn="ctr">
              <a:lnSpc>
                <a:spcPct val="120000"/>
              </a:lnSpc>
            </a:pPr>
            <a:r>
              <a:rPr lang="en-US" sz="1300" dirty="0">
                <a:solidFill>
                  <a:srgbClr val="718096"/>
                </a:solidFill>
                <a:latin typeface="Calibri" pitchFamily="34" charset="0"/>
                <a:ea typeface="Calibri" pitchFamily="34" charset="-122"/>
                <a:cs typeface="Calibri" pitchFamily="34" charset="-120"/>
              </a:rPr>
              <a:t>Avg Items/Order</a:t>
            </a:r>
            <a:endParaRPr lang="en-US" sz="1300" dirty="0"/>
          </a:p>
        </p:txBody>
      </p:sp>
      <p:sp>
        <p:nvSpPr>
          <p:cNvPr id="15" name="Text 13"/>
          <p:cNvSpPr/>
          <p:nvPr/>
        </p:nvSpPr>
        <p:spPr>
          <a:xfrm>
            <a:off x="13462000" y="1758950"/>
            <a:ext cx="1778000" cy="508000"/>
          </a:xfrm>
          <a:prstGeom prst="rect">
            <a:avLst/>
          </a:prstGeom>
          <a:noFill/>
          <a:ln/>
        </p:spPr>
        <p:txBody>
          <a:bodyPr wrap="none" lIns="0" tIns="0" rIns="0" bIns="0" rtlCol="0" anchor="ctr"/>
          <a:lstStyle/>
          <a:p>
            <a:pPr algn="ctr">
              <a:lnSpc>
                <a:spcPct val="120000"/>
              </a:lnSpc>
            </a:pPr>
            <a:r>
              <a:rPr lang="en-US" sz="3200" b="1" dirty="0">
                <a:solidFill>
                  <a:srgbClr val="1B4F8F"/>
                </a:solidFill>
                <a:latin typeface="Calibri" pitchFamily="34" charset="0"/>
                <a:ea typeface="Calibri" pitchFamily="34" charset="-122"/>
                <a:cs typeface="Calibri" pitchFamily="34" charset="-120"/>
              </a:rPr>
              <a:t>59.85%</a:t>
            </a:r>
            <a:endParaRPr lang="en-US" sz="3200" dirty="0"/>
          </a:p>
        </p:txBody>
      </p:sp>
      <p:sp>
        <p:nvSpPr>
          <p:cNvPr id="16" name="Text 14"/>
          <p:cNvSpPr/>
          <p:nvPr/>
        </p:nvSpPr>
        <p:spPr>
          <a:xfrm>
            <a:off x="13462000" y="2292350"/>
            <a:ext cx="1778000" cy="317500"/>
          </a:xfrm>
          <a:prstGeom prst="rect">
            <a:avLst/>
          </a:prstGeom>
          <a:noFill/>
          <a:ln/>
        </p:spPr>
        <p:txBody>
          <a:bodyPr wrap="none" lIns="0" tIns="0" rIns="0" bIns="0" rtlCol="0" anchor="ctr"/>
          <a:lstStyle/>
          <a:p>
            <a:pPr algn="ctr">
              <a:lnSpc>
                <a:spcPct val="120000"/>
              </a:lnSpc>
            </a:pPr>
            <a:r>
              <a:rPr lang="en-US" sz="1300" dirty="0">
                <a:solidFill>
                  <a:srgbClr val="718096"/>
                </a:solidFill>
                <a:latin typeface="Calibri" pitchFamily="34" charset="0"/>
                <a:ea typeface="Calibri" pitchFamily="34" charset="-122"/>
                <a:cs typeface="Calibri" pitchFamily="34" charset="-120"/>
              </a:rPr>
              <a:t>Reorder Rate</a:t>
            </a:r>
            <a:endParaRPr lang="en-US" sz="1300" dirty="0"/>
          </a:p>
        </p:txBody>
      </p:sp>
      <p:sp>
        <p:nvSpPr>
          <p:cNvPr id="17" name="Text 15"/>
          <p:cNvSpPr/>
          <p:nvPr/>
        </p:nvSpPr>
        <p:spPr>
          <a:xfrm>
            <a:off x="1016000" y="3556000"/>
            <a:ext cx="6858000" cy="3556000"/>
          </a:xfrm>
          <a:prstGeom prst="rect">
            <a:avLst/>
          </a:prstGeom>
          <a:noFill/>
          <a:ln/>
        </p:spPr>
        <p:txBody>
          <a:bodyPr wrap="square" lIns="0" tIns="0" rIns="0" bIns="0" rtlCol="0" anchor="t"/>
          <a:lstStyle/>
          <a:p>
            <a:pPr algn="just">
              <a:lnSpc>
                <a:spcPct val="150000"/>
              </a:lnSpc>
            </a:pPr>
            <a:r>
              <a:rPr lang="en-US" b="1" dirty="0">
                <a:solidFill>
                  <a:srgbClr val="2D3748"/>
                </a:solidFill>
                <a:latin typeface="Calibri" pitchFamily="34" charset="0"/>
                <a:ea typeface="Calibri" pitchFamily="34" charset="-122"/>
                <a:cs typeface="Calibri" pitchFamily="34" charset="-120"/>
              </a:rPr>
              <a:t>Three-Stage Integrated Analysis</a:t>
            </a:r>
            <a:endParaRPr lang="en-US" dirty="0"/>
          </a:p>
          <a:p>
            <a:pPr algn="just">
              <a:lnSpc>
                <a:spcPct val="150000"/>
              </a:lnSpc>
              <a:spcBef>
                <a:spcPts val="600"/>
              </a:spcBef>
            </a:pPr>
            <a:r>
              <a:rPr lang="en-US" sz="1600" dirty="0">
                <a:solidFill>
                  <a:srgbClr val="2D3748"/>
                </a:solidFill>
                <a:latin typeface="Calibri" pitchFamily="34" charset="0"/>
                <a:ea typeface="Calibri" pitchFamily="34" charset="-122"/>
                <a:cs typeface="Calibri" pitchFamily="34" charset="-120"/>
              </a:rPr>
              <a:t>This report presents a comprehensive analysis of online grocery ordering behavior covering </a:t>
            </a:r>
            <a:r>
              <a:rPr lang="en-US" sz="1600" b="1" dirty="0">
                <a:solidFill>
                  <a:srgbClr val="2D3748"/>
                </a:solidFill>
                <a:latin typeface="Calibri" pitchFamily="34" charset="0"/>
                <a:ea typeface="Calibri" pitchFamily="34" charset="-122"/>
                <a:cs typeface="Calibri" pitchFamily="34" charset="-120"/>
              </a:rPr>
              <a:t>63,100 customers</a:t>
            </a:r>
            <a:r>
              <a:rPr lang="en-US" sz="1600" dirty="0">
                <a:solidFill>
                  <a:srgbClr val="2D3748"/>
                </a:solidFill>
                <a:latin typeface="Calibri" pitchFamily="34" charset="0"/>
                <a:ea typeface="Calibri" pitchFamily="34" charset="-122"/>
                <a:cs typeface="Calibri" pitchFamily="34" charset="-120"/>
              </a:rPr>
              <a:t>, </a:t>
            </a:r>
            <a:r>
              <a:rPr lang="en-US" sz="1600" b="1" dirty="0">
                <a:solidFill>
                  <a:srgbClr val="2D3748"/>
                </a:solidFill>
                <a:latin typeface="Calibri" pitchFamily="34" charset="0"/>
                <a:ea typeface="Calibri" pitchFamily="34" charset="-122"/>
                <a:cs typeface="Calibri" pitchFamily="34" charset="-120"/>
              </a:rPr>
              <a:t>49,355 products</a:t>
            </a:r>
            <a:r>
              <a:rPr lang="en-US" sz="1600" dirty="0">
                <a:solidFill>
                  <a:srgbClr val="2D3748"/>
                </a:solidFill>
                <a:latin typeface="Calibri" pitchFamily="34" charset="0"/>
                <a:ea typeface="Calibri" pitchFamily="34" charset="-122"/>
                <a:cs typeface="Calibri" pitchFamily="34" charset="-120"/>
              </a:rPr>
              <a:t>, </a:t>
            </a:r>
            <a:r>
              <a:rPr lang="en-US" sz="1600" b="1" dirty="0">
                <a:solidFill>
                  <a:srgbClr val="2D3748"/>
                </a:solidFill>
                <a:latin typeface="Calibri" pitchFamily="34" charset="0"/>
                <a:ea typeface="Calibri" pitchFamily="34" charset="-122"/>
                <a:cs typeface="Calibri" pitchFamily="34" charset="-120"/>
              </a:rPr>
              <a:t>134 aisles</a:t>
            </a:r>
            <a:r>
              <a:rPr lang="en-US" sz="1600" dirty="0">
                <a:solidFill>
                  <a:srgbClr val="2D3748"/>
                </a:solidFill>
                <a:latin typeface="Calibri" pitchFamily="34" charset="0"/>
                <a:ea typeface="Calibri" pitchFamily="34" charset="-122"/>
                <a:cs typeface="Calibri" pitchFamily="34" charset="-120"/>
              </a:rPr>
              <a:t>, and </a:t>
            </a:r>
            <a:r>
              <a:rPr lang="en-US" sz="1600" b="1" dirty="0">
                <a:solidFill>
                  <a:srgbClr val="2D3748"/>
                </a:solidFill>
                <a:latin typeface="Calibri" pitchFamily="34" charset="0"/>
                <a:ea typeface="Calibri" pitchFamily="34" charset="-122"/>
                <a:cs typeface="Calibri" pitchFamily="34" charset="-120"/>
              </a:rPr>
              <a:t>21 departments</a:t>
            </a:r>
            <a:r>
              <a:rPr lang="en-US" sz="1600" dirty="0">
                <a:solidFill>
                  <a:srgbClr val="2D3748"/>
                </a:solidFill>
                <a:latin typeface="Calibri" pitchFamily="34" charset="0"/>
                <a:ea typeface="Calibri" pitchFamily="34" charset="-122"/>
                <a:cs typeface="Calibri" pitchFamily="34" charset="-120"/>
              </a:rPr>
              <a:t>.</a:t>
            </a:r>
            <a:endParaRPr lang="en-US" sz="1600" dirty="0"/>
          </a:p>
          <a:p>
            <a:pPr algn="just">
              <a:lnSpc>
                <a:spcPct val="150000"/>
              </a:lnSpc>
              <a:spcBef>
                <a:spcPts val="600"/>
              </a:spcBef>
            </a:pPr>
            <a:r>
              <a:rPr lang="en-US" sz="1600" dirty="0">
                <a:solidFill>
                  <a:srgbClr val="2D3748"/>
                </a:solidFill>
                <a:latin typeface="Calibri" pitchFamily="34" charset="0"/>
                <a:ea typeface="Calibri" pitchFamily="34" charset="-122"/>
                <a:cs typeface="Calibri" pitchFamily="34" charset="-120"/>
              </a:rPr>
              <a:t>The analysis was conducted across three integrated stages:</a:t>
            </a:r>
            <a:endParaRPr lang="en-US" sz="1600" dirty="0"/>
          </a:p>
          <a:p>
            <a:pPr algn="just">
              <a:lnSpc>
                <a:spcPct val="150000"/>
              </a:lnSpc>
              <a:spcBef>
                <a:spcPts val="400"/>
              </a:spcBef>
            </a:pPr>
            <a:r>
              <a:rPr lang="en-US" sz="1600" b="1" dirty="0">
                <a:solidFill>
                  <a:srgbClr val="1B4F8F"/>
                </a:solidFill>
                <a:latin typeface="Calibri" pitchFamily="34" charset="0"/>
                <a:ea typeface="Calibri" pitchFamily="34" charset="-122"/>
                <a:cs typeface="Calibri" pitchFamily="34" charset="-120"/>
              </a:rPr>
              <a:t>1.</a:t>
            </a:r>
            <a:r>
              <a:rPr lang="en-US" sz="1600" dirty="0">
                <a:solidFill>
                  <a:srgbClr val="2D3748"/>
                </a:solidFill>
                <a:latin typeface="Calibri" pitchFamily="34" charset="0"/>
                <a:ea typeface="Calibri" pitchFamily="34" charset="-122"/>
                <a:cs typeface="Calibri" pitchFamily="34" charset="-120"/>
              </a:rPr>
              <a:t> Data validation and exploration in </a:t>
            </a:r>
            <a:r>
              <a:rPr lang="en-US" sz="1600" b="1" dirty="0">
                <a:solidFill>
                  <a:srgbClr val="2D3748"/>
                </a:solidFill>
                <a:latin typeface="Calibri" pitchFamily="34" charset="0"/>
                <a:ea typeface="Calibri" pitchFamily="34" charset="-122"/>
                <a:cs typeface="Calibri" pitchFamily="34" charset="-120"/>
              </a:rPr>
              <a:t>MySQL</a:t>
            </a:r>
            <a:endParaRPr lang="en-US" sz="1600" dirty="0"/>
          </a:p>
          <a:p>
            <a:pPr algn="just">
              <a:lnSpc>
                <a:spcPct val="150000"/>
              </a:lnSpc>
              <a:spcBef>
                <a:spcPts val="400"/>
              </a:spcBef>
            </a:pPr>
            <a:r>
              <a:rPr lang="en-US" sz="1600" b="1" dirty="0">
                <a:solidFill>
                  <a:srgbClr val="1B4F8F"/>
                </a:solidFill>
                <a:latin typeface="Calibri" pitchFamily="34" charset="0"/>
                <a:ea typeface="Calibri" pitchFamily="34" charset="-122"/>
                <a:cs typeface="Calibri" pitchFamily="34" charset="-120"/>
              </a:rPr>
              <a:t>2.</a:t>
            </a:r>
            <a:r>
              <a:rPr lang="en-US" sz="1600" dirty="0">
                <a:solidFill>
                  <a:srgbClr val="2D3748"/>
                </a:solidFill>
                <a:latin typeface="Calibri" pitchFamily="34" charset="0"/>
                <a:ea typeface="Calibri" pitchFamily="34" charset="-122"/>
                <a:cs typeface="Calibri" pitchFamily="34" charset="-120"/>
              </a:rPr>
              <a:t> Statistical and behavioral analysis in </a:t>
            </a:r>
            <a:r>
              <a:rPr lang="en-US" sz="1600" b="1" dirty="0">
                <a:solidFill>
                  <a:srgbClr val="2D3748"/>
                </a:solidFill>
                <a:latin typeface="Calibri" pitchFamily="34" charset="0"/>
                <a:ea typeface="Calibri" pitchFamily="34" charset="-122"/>
                <a:cs typeface="Calibri" pitchFamily="34" charset="-120"/>
              </a:rPr>
              <a:t>Python</a:t>
            </a:r>
            <a:endParaRPr lang="en-US" sz="1600" dirty="0"/>
          </a:p>
          <a:p>
            <a:pPr algn="just">
              <a:lnSpc>
                <a:spcPct val="150000"/>
              </a:lnSpc>
              <a:spcBef>
                <a:spcPts val="400"/>
              </a:spcBef>
            </a:pPr>
            <a:r>
              <a:rPr lang="en-US" sz="1600" b="1" dirty="0">
                <a:solidFill>
                  <a:srgbClr val="1B4F8F"/>
                </a:solidFill>
                <a:latin typeface="Calibri" pitchFamily="34" charset="0"/>
                <a:ea typeface="Calibri" pitchFamily="34" charset="-122"/>
                <a:cs typeface="Calibri" pitchFamily="34" charset="-120"/>
              </a:rPr>
              <a:t>3.</a:t>
            </a:r>
            <a:r>
              <a:rPr lang="en-US" sz="1600" dirty="0">
                <a:solidFill>
                  <a:srgbClr val="2D3748"/>
                </a:solidFill>
                <a:latin typeface="Calibri" pitchFamily="34" charset="0"/>
                <a:ea typeface="Calibri" pitchFamily="34" charset="-122"/>
                <a:cs typeface="Calibri" pitchFamily="34" charset="-120"/>
              </a:rPr>
              <a:t> Executive visual reporting in </a:t>
            </a:r>
            <a:r>
              <a:rPr lang="en-US" sz="1600" b="1" dirty="0">
                <a:solidFill>
                  <a:srgbClr val="2D3748"/>
                </a:solidFill>
                <a:latin typeface="Calibri" pitchFamily="34" charset="0"/>
                <a:ea typeface="Calibri" pitchFamily="34" charset="-122"/>
                <a:cs typeface="Calibri" pitchFamily="34" charset="-120"/>
              </a:rPr>
              <a:t>Power BI</a:t>
            </a:r>
            <a:endParaRPr lang="en-US" sz="1600" dirty="0"/>
          </a:p>
        </p:txBody>
      </p:sp>
      <p:sp>
        <p:nvSpPr>
          <p:cNvPr id="18" name="Text 16"/>
          <p:cNvSpPr/>
          <p:nvPr/>
        </p:nvSpPr>
        <p:spPr>
          <a:xfrm>
            <a:off x="8636000" y="3556000"/>
            <a:ext cx="6720703" cy="3556000"/>
          </a:xfrm>
          <a:prstGeom prst="rect">
            <a:avLst/>
          </a:prstGeom>
          <a:noFill/>
          <a:ln/>
        </p:spPr>
        <p:txBody>
          <a:bodyPr wrap="square" lIns="0" tIns="0" rIns="0" bIns="0" rtlCol="0" anchor="t"/>
          <a:lstStyle/>
          <a:p>
            <a:pPr algn="just">
              <a:lnSpc>
                <a:spcPct val="150000"/>
              </a:lnSpc>
            </a:pPr>
            <a:r>
              <a:rPr lang="en-US" b="1" dirty="0">
                <a:solidFill>
                  <a:srgbClr val="2D3748"/>
                </a:solidFill>
                <a:latin typeface="Calibri" pitchFamily="34" charset="0"/>
                <a:ea typeface="Calibri" pitchFamily="34" charset="-122"/>
                <a:cs typeface="Calibri" pitchFamily="34" charset="-120"/>
              </a:rPr>
              <a:t>Key Findings at a Glance</a:t>
            </a:r>
            <a:endParaRPr lang="en-US" dirty="0"/>
          </a:p>
          <a:p>
            <a:pPr algn="just">
              <a:lnSpc>
                <a:spcPct val="150000"/>
              </a:lnSpc>
              <a:spcBef>
                <a:spcPts val="600"/>
              </a:spcBef>
            </a:pPr>
            <a:r>
              <a:rPr lang="en-US" sz="1600" dirty="0">
                <a:solidFill>
                  <a:srgbClr val="2D3748"/>
                </a:solidFill>
                <a:latin typeface="Calibri" pitchFamily="34" charset="0"/>
                <a:ea typeface="Calibri" pitchFamily="34" charset="-122"/>
                <a:cs typeface="Calibri" pitchFamily="34" charset="-120"/>
              </a:rPr>
              <a:t>The business is a </a:t>
            </a:r>
            <a:r>
              <a:rPr lang="en-US" sz="1600" b="1" dirty="0">
                <a:solidFill>
                  <a:srgbClr val="2D3748"/>
                </a:solidFill>
                <a:latin typeface="Calibri" pitchFamily="34" charset="0"/>
                <a:ea typeface="Calibri" pitchFamily="34" charset="-122"/>
                <a:cs typeface="Calibri" pitchFamily="34" charset="-120"/>
              </a:rPr>
              <a:t>high-frequency, low-basket-value</a:t>
            </a:r>
            <a:r>
              <a:rPr lang="en-US" sz="1600" dirty="0">
                <a:solidFill>
                  <a:srgbClr val="2D3748"/>
                </a:solidFill>
                <a:latin typeface="Calibri" pitchFamily="34" charset="0"/>
                <a:ea typeface="Calibri" pitchFamily="34" charset="-122"/>
                <a:cs typeface="Calibri" pitchFamily="34" charset="-120"/>
              </a:rPr>
              <a:t> grocery operation built around fresh, perishable staples.</a:t>
            </a:r>
            <a:endParaRPr lang="en-US" sz="1600" dirty="0"/>
          </a:p>
          <a:p>
            <a:pPr marL="285750" indent="-285750" algn="just">
              <a:lnSpc>
                <a:spcPct val="150000"/>
              </a:lnSpc>
              <a:spcBef>
                <a:spcPts val="600"/>
              </a:spcBef>
              <a:buFont typeface="Wingdings" panose="05000000000000000000" pitchFamily="2" charset="2"/>
              <a:buChar char="Ø"/>
            </a:pPr>
            <a:r>
              <a:rPr lang="en-US" sz="1600" b="1" dirty="0">
                <a:solidFill>
                  <a:srgbClr val="2D3748"/>
                </a:solidFill>
                <a:latin typeface="Calibri" pitchFamily="34" charset="0"/>
                <a:ea typeface="Calibri" pitchFamily="34" charset="-122"/>
                <a:cs typeface="Calibri" pitchFamily="34" charset="-120"/>
              </a:rPr>
              <a:t>Produce and dairy</a:t>
            </a:r>
            <a:r>
              <a:rPr lang="en-US" sz="1600" dirty="0">
                <a:solidFill>
                  <a:srgbClr val="2D3748"/>
                </a:solidFill>
                <a:latin typeface="Calibri" pitchFamily="34" charset="0"/>
                <a:ea typeface="Calibri" pitchFamily="34" charset="-122"/>
                <a:cs typeface="Calibri" pitchFamily="34" charset="-120"/>
              </a:rPr>
              <a:t> dominate order volume and reorder rate</a:t>
            </a:r>
            <a:endParaRPr lang="en-US" sz="1600" dirty="0"/>
          </a:p>
          <a:p>
            <a:pPr marL="285750" indent="-285750" algn="just">
              <a:lnSpc>
                <a:spcPct val="150000"/>
              </a:lnSpc>
              <a:spcBef>
                <a:spcPts val="400"/>
              </a:spcBef>
              <a:buFont typeface="Wingdings" panose="05000000000000000000" pitchFamily="2" charset="2"/>
              <a:buChar char="Ø"/>
            </a:pPr>
            <a:r>
              <a:rPr lang="en-US" sz="1600" dirty="0">
                <a:solidFill>
                  <a:srgbClr val="2D3748"/>
                </a:solidFill>
                <a:latin typeface="Calibri" pitchFamily="34" charset="0"/>
                <a:ea typeface="Calibri" pitchFamily="34" charset="-122"/>
                <a:cs typeface="Calibri" pitchFamily="34" charset="-120"/>
              </a:rPr>
              <a:t>Peak ordering: </a:t>
            </a:r>
            <a:r>
              <a:rPr lang="en-US" sz="1600" b="1" dirty="0">
                <a:solidFill>
                  <a:srgbClr val="2D3748"/>
                </a:solidFill>
                <a:latin typeface="Calibri" pitchFamily="34" charset="0"/>
                <a:ea typeface="Calibri" pitchFamily="34" charset="-122"/>
                <a:cs typeface="Calibri" pitchFamily="34" charset="-120"/>
              </a:rPr>
              <a:t>9 AM - 5 PM</a:t>
            </a:r>
            <a:r>
              <a:rPr lang="en-US" sz="1600" dirty="0">
                <a:solidFill>
                  <a:srgbClr val="2D3748"/>
                </a:solidFill>
                <a:latin typeface="Calibri" pitchFamily="34" charset="0"/>
                <a:ea typeface="Calibri" pitchFamily="34" charset="-122"/>
                <a:cs typeface="Calibri" pitchFamily="34" charset="-120"/>
              </a:rPr>
              <a:t>, highest </a:t>
            </a:r>
            <a:r>
              <a:rPr lang="en-US" sz="1600" b="1" dirty="0">
                <a:solidFill>
                  <a:srgbClr val="2D3748"/>
                </a:solidFill>
                <a:latin typeface="Calibri" pitchFamily="34" charset="0"/>
                <a:ea typeface="Calibri" pitchFamily="34" charset="-122"/>
                <a:cs typeface="Calibri" pitchFamily="34" charset="-120"/>
              </a:rPr>
              <a:t>Sun-Mon</a:t>
            </a:r>
            <a:endParaRPr lang="en-US" sz="1600" dirty="0"/>
          </a:p>
          <a:p>
            <a:pPr marL="285750" indent="-285750" algn="just">
              <a:lnSpc>
                <a:spcPct val="150000"/>
              </a:lnSpc>
              <a:spcBef>
                <a:spcPts val="400"/>
              </a:spcBef>
              <a:buFont typeface="Wingdings" panose="05000000000000000000" pitchFamily="2" charset="2"/>
              <a:buChar char="Ø"/>
            </a:pPr>
            <a:r>
              <a:rPr lang="en-US" sz="1600" dirty="0">
                <a:solidFill>
                  <a:srgbClr val="2D3748"/>
                </a:solidFill>
                <a:latin typeface="Calibri" pitchFamily="34" charset="0"/>
                <a:ea typeface="Calibri" pitchFamily="34" charset="-122"/>
                <a:cs typeface="Calibri" pitchFamily="34" charset="-120"/>
              </a:rPr>
              <a:t>Perishable categories show </a:t>
            </a:r>
            <a:r>
              <a:rPr lang="en-US" sz="1600" b="1" dirty="0">
                <a:solidFill>
                  <a:srgbClr val="2D3748"/>
                </a:solidFill>
                <a:latin typeface="Calibri" pitchFamily="34" charset="0"/>
                <a:ea typeface="Calibri" pitchFamily="34" charset="-122"/>
                <a:cs typeface="Calibri" pitchFamily="34" charset="-120"/>
              </a:rPr>
              <a:t>3-4x higher</a:t>
            </a:r>
            <a:r>
              <a:rPr lang="en-US" sz="1600" dirty="0">
                <a:solidFill>
                  <a:srgbClr val="2D3748"/>
                </a:solidFill>
                <a:latin typeface="Calibri" pitchFamily="34" charset="0"/>
                <a:ea typeface="Calibri" pitchFamily="34" charset="-122"/>
                <a:cs typeface="Calibri" pitchFamily="34" charset="-120"/>
              </a:rPr>
              <a:t> reorder rates</a:t>
            </a:r>
            <a:endParaRPr lang="en-US" sz="1600" dirty="0"/>
          </a:p>
          <a:p>
            <a:pPr marL="285750" indent="-285750" algn="just">
              <a:lnSpc>
                <a:spcPct val="150000"/>
              </a:lnSpc>
              <a:spcBef>
                <a:spcPts val="400"/>
              </a:spcBef>
              <a:buFont typeface="Wingdings" panose="05000000000000000000" pitchFamily="2" charset="2"/>
              <a:buChar char="Ø"/>
            </a:pPr>
            <a:r>
              <a:rPr lang="en-US" sz="1600" dirty="0">
                <a:solidFill>
                  <a:srgbClr val="2D3748"/>
                </a:solidFill>
                <a:latin typeface="Calibri" pitchFamily="34" charset="0"/>
                <a:ea typeface="Calibri" pitchFamily="34" charset="-122"/>
                <a:cs typeface="Calibri" pitchFamily="34" charset="-120"/>
              </a:rPr>
              <a:t>A small set of SKUs carries disproportionate demand</a:t>
            </a:r>
            <a:endParaRPr lang="en-US" sz="1600" dirty="0"/>
          </a:p>
          <a:p>
            <a:pPr marL="285750" indent="-285750" algn="just">
              <a:lnSpc>
                <a:spcPct val="150000"/>
              </a:lnSpc>
              <a:spcBef>
                <a:spcPts val="400"/>
              </a:spcBef>
              <a:buFont typeface="Wingdings" panose="05000000000000000000" pitchFamily="2" charset="2"/>
              <a:buChar char="Ø"/>
            </a:pPr>
            <a:r>
              <a:rPr lang="en-US" sz="1600" dirty="0">
                <a:solidFill>
                  <a:srgbClr val="2D3748"/>
                </a:solidFill>
                <a:latin typeface="Calibri" pitchFamily="34" charset="0"/>
                <a:ea typeface="Calibri" pitchFamily="34" charset="-122"/>
                <a:cs typeface="Calibri" pitchFamily="34" charset="-120"/>
              </a:rPr>
              <a:t>Clear time-of-day and day-of-week seasonality</a:t>
            </a:r>
            <a:endParaRPr lang="en-US" sz="1600" dirty="0"/>
          </a:p>
        </p:txBody>
      </p:sp>
      <p:sp>
        <p:nvSpPr>
          <p:cNvPr id="19" name="Shape 17"/>
          <p:cNvSpPr/>
          <p:nvPr/>
        </p:nvSpPr>
        <p:spPr>
          <a:xfrm>
            <a:off x="762000" y="7302500"/>
            <a:ext cx="14732000" cy="889000"/>
          </a:xfrm>
          <a:prstGeom prst="rect">
            <a:avLst/>
          </a:prstGeom>
          <a:solidFill>
            <a:srgbClr val="EDF2F7"/>
          </a:solidFill>
          <a:ln/>
        </p:spPr>
        <p:txBody>
          <a:bodyPr/>
          <a:lstStyle/>
          <a:p>
            <a:endParaRPr lang="en-IN"/>
          </a:p>
        </p:txBody>
      </p:sp>
      <p:sp>
        <p:nvSpPr>
          <p:cNvPr id="20" name="Text 18"/>
          <p:cNvSpPr/>
          <p:nvPr/>
        </p:nvSpPr>
        <p:spPr>
          <a:xfrm>
            <a:off x="1016000" y="7366000"/>
            <a:ext cx="14224000" cy="762000"/>
          </a:xfrm>
          <a:prstGeom prst="rect">
            <a:avLst/>
          </a:prstGeom>
          <a:noFill/>
          <a:ln/>
        </p:spPr>
        <p:txBody>
          <a:bodyPr wrap="square" lIns="0" tIns="0" rIns="0" bIns="0" rtlCol="0" anchor="ctr"/>
          <a:lstStyle/>
          <a:p>
            <a:pPr algn="l">
              <a:lnSpc>
                <a:spcPct val="140000"/>
              </a:lnSpc>
            </a:pPr>
            <a:r>
              <a:rPr lang="en-US" sz="1500" b="1" dirty="0">
                <a:solidFill>
                  <a:srgbClr val="2D3748"/>
                </a:solidFill>
                <a:latin typeface="Calibri" pitchFamily="34" charset="0"/>
                <a:ea typeface="Calibri" pitchFamily="34" charset="-122"/>
                <a:cs typeface="Calibri" pitchFamily="34" charset="-120"/>
              </a:rPr>
              <a:t>Single Most Decision-Ready Finding:</a:t>
            </a:r>
            <a:r>
              <a:rPr lang="en-US" sz="1500" dirty="0">
                <a:solidFill>
                  <a:srgbClr val="2D3748"/>
                </a:solidFill>
                <a:latin typeface="Calibri" pitchFamily="34" charset="0"/>
                <a:ea typeface="Calibri" pitchFamily="34" charset="-122"/>
                <a:cs typeface="Calibri" pitchFamily="34" charset="-120"/>
              </a:rPr>
              <a:t> Convergent evidence across four independent metrics confirms that a small set of perishable staples anchors customer engagement, while the majority of the 49,355-product catalogue sees minimal repeat engagement.</a:t>
            </a:r>
            <a:endParaRPr lang="en-US" sz="1500" dirty="0"/>
          </a:p>
        </p:txBody>
      </p:sp>
      <p:sp>
        <p:nvSpPr>
          <p:cNvPr id="21" name="Shape 19"/>
          <p:cNvSpPr/>
          <p:nvPr/>
        </p:nvSpPr>
        <p:spPr>
          <a:xfrm>
            <a:off x="762000" y="8763000"/>
            <a:ext cx="14732000" cy="25400"/>
          </a:xfrm>
          <a:prstGeom prst="rect">
            <a:avLst/>
          </a:prstGeom>
          <a:solidFill>
            <a:srgbClr val="1B4F8F"/>
          </a:solidFill>
          <a:ln/>
        </p:spPr>
        <p:txBody>
          <a:bodyPr/>
          <a:lstStyle/>
          <a:p>
            <a:endParaRPr lang="en-IN"/>
          </a:p>
        </p:txBody>
      </p:sp>
      <p:sp>
        <p:nvSpPr>
          <p:cNvPr id="22" name="Text 20"/>
          <p:cNvSpPr/>
          <p:nvPr/>
        </p:nvSpPr>
        <p:spPr>
          <a:xfrm>
            <a:off x="14478000" y="8826500"/>
            <a:ext cx="1016000" cy="254000"/>
          </a:xfrm>
          <a:prstGeom prst="rect">
            <a:avLst/>
          </a:prstGeom>
          <a:noFill/>
          <a:ln/>
        </p:spPr>
        <p:txBody>
          <a:bodyPr wrap="none" lIns="0" tIns="0" rIns="0" bIns="0" rtlCol="0" anchor="ctr"/>
          <a:lstStyle/>
          <a:p>
            <a:pPr algn="r">
              <a:lnSpc>
                <a:spcPct val="120000"/>
              </a:lnSpc>
            </a:pPr>
            <a:r>
              <a:rPr lang="en-US" sz="1200" dirty="0">
                <a:solidFill>
                  <a:srgbClr val="718096"/>
                </a:solidFill>
                <a:latin typeface="Calibri" pitchFamily="34" charset="0"/>
                <a:ea typeface="Calibri" pitchFamily="34" charset="-122"/>
                <a:cs typeface="Calibri" pitchFamily="34" charset="-120"/>
              </a:rPr>
              <a:t>3 / 55</a:t>
            </a:r>
            <a:endParaRPr lang="en-US" sz="1200" dirty="0"/>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62000" y="444500"/>
            <a:ext cx="11430000" cy="444500"/>
          </a:xfrm>
          <a:prstGeom prst="rect">
            <a:avLst/>
          </a:prstGeom>
          <a:noFill/>
          <a:ln/>
        </p:spPr>
        <p:txBody>
          <a:bodyPr wrap="none" lIns="0" tIns="0" rIns="0" bIns="0" rtlCol="0" anchor="ctr"/>
          <a:lstStyle/>
          <a:p>
            <a:pPr algn="l">
              <a:lnSpc>
                <a:spcPct val="130000"/>
              </a:lnSpc>
            </a:pPr>
            <a:r>
              <a:rPr lang="en-US" sz="2400" b="1" dirty="0">
                <a:solidFill>
                  <a:srgbClr val="2D3748"/>
                </a:solidFill>
                <a:latin typeface="Calibri" pitchFamily="34" charset="0"/>
                <a:ea typeface="Calibri" pitchFamily="34" charset="-122"/>
                <a:cs typeface="Calibri" pitchFamily="34" charset="-120"/>
              </a:rPr>
              <a:t>Project Overview &amp; Background</a:t>
            </a:r>
            <a:endParaRPr lang="en-US" sz="2400" dirty="0"/>
          </a:p>
        </p:txBody>
      </p:sp>
      <p:sp>
        <p:nvSpPr>
          <p:cNvPr id="3" name="Shape 1"/>
          <p:cNvSpPr/>
          <p:nvPr/>
        </p:nvSpPr>
        <p:spPr>
          <a:xfrm>
            <a:off x="762000" y="952500"/>
            <a:ext cx="14732000" cy="25400"/>
          </a:xfrm>
          <a:prstGeom prst="rect">
            <a:avLst/>
          </a:prstGeom>
          <a:solidFill>
            <a:srgbClr val="1B4F8F"/>
          </a:solidFill>
          <a:ln/>
        </p:spPr>
        <p:txBody>
          <a:bodyPr/>
          <a:lstStyle/>
          <a:p>
            <a:endParaRPr lang="en-IN"/>
          </a:p>
        </p:txBody>
      </p:sp>
      <p:sp>
        <p:nvSpPr>
          <p:cNvPr id="4" name="Shape 2"/>
          <p:cNvSpPr/>
          <p:nvPr/>
        </p:nvSpPr>
        <p:spPr>
          <a:xfrm>
            <a:off x="762000" y="1517478"/>
            <a:ext cx="50800" cy="2476500"/>
          </a:xfrm>
          <a:prstGeom prst="rect">
            <a:avLst/>
          </a:prstGeom>
          <a:solidFill>
            <a:srgbClr val="1B4F8F"/>
          </a:solidFill>
          <a:ln/>
        </p:spPr>
        <p:txBody>
          <a:bodyPr/>
          <a:lstStyle/>
          <a:p>
            <a:endParaRPr lang="en-IN"/>
          </a:p>
        </p:txBody>
      </p:sp>
      <p:sp>
        <p:nvSpPr>
          <p:cNvPr id="5" name="Text 3"/>
          <p:cNvSpPr/>
          <p:nvPr/>
        </p:nvSpPr>
        <p:spPr>
          <a:xfrm>
            <a:off x="1016000" y="1517479"/>
            <a:ext cx="6858000" cy="2476500"/>
          </a:xfrm>
          <a:prstGeom prst="rect">
            <a:avLst/>
          </a:prstGeom>
          <a:noFill/>
          <a:ln/>
        </p:spPr>
        <p:txBody>
          <a:bodyPr wrap="square" lIns="0" tIns="0" rIns="0" bIns="0" rtlCol="0" anchor="t"/>
          <a:lstStyle/>
          <a:p>
            <a:pPr algn="just">
              <a:lnSpc>
                <a:spcPct val="150000"/>
              </a:lnSpc>
            </a:pPr>
            <a:r>
              <a:rPr lang="en-US" sz="1600" b="1" dirty="0">
                <a:solidFill>
                  <a:srgbClr val="2D3748"/>
                </a:solidFill>
                <a:latin typeface="Calibri" pitchFamily="34" charset="0"/>
                <a:ea typeface="Calibri" pitchFamily="34" charset="-122"/>
                <a:cs typeface="Calibri" pitchFamily="34" charset="-120"/>
              </a:rPr>
              <a:t>Online grocery platforms</a:t>
            </a:r>
            <a:r>
              <a:rPr lang="en-US" sz="1600" dirty="0">
                <a:solidFill>
                  <a:srgbClr val="2D3748"/>
                </a:solidFill>
                <a:latin typeface="Calibri" pitchFamily="34" charset="0"/>
                <a:ea typeface="Calibri" pitchFamily="34" charset="-122"/>
                <a:cs typeface="Calibri" pitchFamily="34" charset="-120"/>
              </a:rPr>
              <a:t> generate large volumes of transactional data daily — what was ordered, when, by whom, how it was categorized, and whether it was purchased again.</a:t>
            </a:r>
            <a:endParaRPr lang="en-US" sz="1600" dirty="0"/>
          </a:p>
          <a:p>
            <a:pPr algn="just">
              <a:lnSpc>
                <a:spcPct val="150000"/>
              </a:lnSpc>
              <a:spcBef>
                <a:spcPts val="600"/>
              </a:spcBef>
            </a:pPr>
            <a:r>
              <a:rPr lang="en-US" sz="1600" dirty="0">
                <a:solidFill>
                  <a:srgbClr val="2D3748"/>
                </a:solidFill>
                <a:latin typeface="Calibri" pitchFamily="34" charset="0"/>
                <a:ea typeface="Calibri" pitchFamily="34" charset="-122"/>
                <a:cs typeface="Calibri" pitchFamily="34" charset="-120"/>
              </a:rPr>
              <a:t>On its own, this data is simply a log of activity. Its business value only emerges when it is </a:t>
            </a:r>
            <a:r>
              <a:rPr lang="en-US" sz="1600" b="1" dirty="0">
                <a:solidFill>
                  <a:srgbClr val="2D3748"/>
                </a:solidFill>
                <a:latin typeface="Calibri" pitchFamily="34" charset="0"/>
                <a:ea typeface="Calibri" pitchFamily="34" charset="-122"/>
                <a:cs typeface="Calibri" pitchFamily="34" charset="-120"/>
              </a:rPr>
              <a:t>validated, structured, and analyzed</a:t>
            </a:r>
            <a:r>
              <a:rPr lang="en-US" sz="1600" dirty="0">
                <a:solidFill>
                  <a:srgbClr val="2D3748"/>
                </a:solidFill>
                <a:latin typeface="Calibri" pitchFamily="34" charset="0"/>
                <a:ea typeface="Calibri" pitchFamily="34" charset="-122"/>
                <a:cs typeface="Calibri" pitchFamily="34" charset="-120"/>
              </a:rPr>
              <a:t> to reveal repeatable patterns in customer behavior and product performance.</a:t>
            </a:r>
            <a:endParaRPr lang="en-US" sz="1600" dirty="0"/>
          </a:p>
        </p:txBody>
      </p:sp>
      <p:sp>
        <p:nvSpPr>
          <p:cNvPr id="6" name="Shape 4"/>
          <p:cNvSpPr/>
          <p:nvPr/>
        </p:nvSpPr>
        <p:spPr>
          <a:xfrm>
            <a:off x="8128000" y="1517478"/>
            <a:ext cx="7366000" cy="2476500"/>
          </a:xfrm>
          <a:prstGeom prst="rect">
            <a:avLst/>
          </a:prstGeom>
          <a:solidFill>
            <a:srgbClr val="EDF2F7"/>
          </a:solidFill>
          <a:ln/>
        </p:spPr>
        <p:txBody>
          <a:bodyPr/>
          <a:lstStyle/>
          <a:p>
            <a:endParaRPr lang="en-IN"/>
          </a:p>
        </p:txBody>
      </p:sp>
      <p:sp>
        <p:nvSpPr>
          <p:cNvPr id="7" name="Text 5"/>
          <p:cNvSpPr/>
          <p:nvPr/>
        </p:nvSpPr>
        <p:spPr>
          <a:xfrm>
            <a:off x="8382000" y="1619078"/>
            <a:ext cx="2540000" cy="317500"/>
          </a:xfrm>
          <a:prstGeom prst="rect">
            <a:avLst/>
          </a:prstGeom>
          <a:noFill/>
          <a:ln/>
        </p:spPr>
        <p:txBody>
          <a:bodyPr wrap="none" lIns="0" tIns="0" rIns="0" bIns="0" rtlCol="0" anchor="ctr"/>
          <a:lstStyle/>
          <a:p>
            <a:pPr algn="l">
              <a:lnSpc>
                <a:spcPct val="120000"/>
              </a:lnSpc>
            </a:pPr>
            <a:r>
              <a:rPr lang="en-US" sz="1600" b="1" dirty="0">
                <a:solidFill>
                  <a:srgbClr val="1B4F8F"/>
                </a:solidFill>
                <a:latin typeface="Calibri" pitchFamily="34" charset="0"/>
                <a:ea typeface="Calibri" pitchFamily="34" charset="-122"/>
                <a:cs typeface="Calibri" pitchFamily="34" charset="-120"/>
              </a:rPr>
              <a:t>Dataset Structure</a:t>
            </a:r>
            <a:endParaRPr lang="en-US" sz="1600" dirty="0"/>
          </a:p>
        </p:txBody>
      </p:sp>
      <p:sp>
        <p:nvSpPr>
          <p:cNvPr id="8" name="Text 6"/>
          <p:cNvSpPr/>
          <p:nvPr/>
        </p:nvSpPr>
        <p:spPr>
          <a:xfrm>
            <a:off x="8382000" y="2000078"/>
            <a:ext cx="6858000" cy="1841500"/>
          </a:xfrm>
          <a:prstGeom prst="rect">
            <a:avLst/>
          </a:prstGeom>
          <a:noFill/>
          <a:ln/>
        </p:spPr>
        <p:txBody>
          <a:bodyPr wrap="square" lIns="0" tIns="0" rIns="0" bIns="0" rtlCol="0" anchor="t"/>
          <a:lstStyle/>
          <a:p>
            <a:pPr algn="just">
              <a:lnSpc>
                <a:spcPct val="145000"/>
              </a:lnSpc>
            </a:pPr>
            <a:r>
              <a:rPr lang="en-US" sz="1500" dirty="0">
                <a:solidFill>
                  <a:srgbClr val="2D3748"/>
                </a:solidFill>
                <a:latin typeface="Calibri" pitchFamily="34" charset="0"/>
                <a:ea typeface="Calibri" pitchFamily="34" charset="-122"/>
                <a:cs typeface="Calibri" pitchFamily="34" charset="-120"/>
              </a:rPr>
              <a:t>Relational dataset (</a:t>
            </a:r>
            <a:r>
              <a:rPr lang="en-US" sz="1500" b="1" dirty="0">
                <a:solidFill>
                  <a:srgbClr val="2D3748"/>
                </a:solidFill>
                <a:latin typeface="Calibri" pitchFamily="34" charset="0"/>
                <a:ea typeface="Calibri" pitchFamily="34" charset="-122"/>
                <a:cs typeface="Calibri" pitchFamily="34" charset="-120"/>
              </a:rPr>
              <a:t>project_orders</a:t>
            </a:r>
            <a:r>
              <a:rPr lang="en-US" sz="1500" dirty="0">
                <a:solidFill>
                  <a:srgbClr val="2D3748"/>
                </a:solidFill>
                <a:latin typeface="Calibri" pitchFamily="34" charset="0"/>
                <a:ea typeface="Calibri" pitchFamily="34" charset="-122"/>
                <a:cs typeface="Calibri" pitchFamily="34" charset="-120"/>
              </a:rPr>
              <a:t>) modelled on the Instacart Market Basket dataset, comprising </a:t>
            </a:r>
            <a:r>
              <a:rPr lang="en-US" sz="1500" b="1" dirty="0">
                <a:solidFill>
                  <a:srgbClr val="2D3748"/>
                </a:solidFill>
                <a:latin typeface="Calibri" pitchFamily="34" charset="0"/>
                <a:ea typeface="Calibri" pitchFamily="34" charset="-122"/>
                <a:cs typeface="Calibri" pitchFamily="34" charset="-120"/>
              </a:rPr>
              <a:t>five linked tables</a:t>
            </a:r>
            <a:r>
              <a:rPr lang="en-US" sz="1500" dirty="0">
                <a:solidFill>
                  <a:srgbClr val="2D3748"/>
                </a:solidFill>
                <a:latin typeface="Calibri" pitchFamily="34" charset="0"/>
                <a:ea typeface="Calibri" pitchFamily="34" charset="-122"/>
                <a:cs typeface="Calibri" pitchFamily="34" charset="-120"/>
              </a:rPr>
              <a:t>:</a:t>
            </a:r>
            <a:endParaRPr lang="en-US" sz="1500" dirty="0"/>
          </a:p>
          <a:p>
            <a:pPr algn="just">
              <a:lnSpc>
                <a:spcPct val="145000"/>
              </a:lnSpc>
              <a:spcBef>
                <a:spcPts val="400"/>
              </a:spcBef>
            </a:pPr>
            <a:r>
              <a:rPr lang="en-US" sz="1500" b="1" dirty="0">
                <a:solidFill>
                  <a:srgbClr val="2D3748"/>
                </a:solidFill>
                <a:latin typeface="Calibri" pitchFamily="34" charset="0"/>
                <a:ea typeface="Calibri" pitchFamily="34" charset="-122"/>
                <a:cs typeface="Calibri" pitchFamily="34" charset="-120"/>
              </a:rPr>
              <a:t>aisles</a:t>
            </a:r>
            <a:r>
              <a:rPr lang="en-US" sz="1500" dirty="0">
                <a:solidFill>
                  <a:srgbClr val="2D3748"/>
                </a:solidFill>
                <a:latin typeface="Calibri" pitchFamily="34" charset="0"/>
                <a:ea typeface="Calibri" pitchFamily="34" charset="-122"/>
                <a:cs typeface="Calibri" pitchFamily="34" charset="-120"/>
              </a:rPr>
              <a:t> | </a:t>
            </a:r>
            <a:r>
              <a:rPr lang="en-US" sz="1500" b="1" dirty="0">
                <a:solidFill>
                  <a:srgbClr val="2D3748"/>
                </a:solidFill>
                <a:latin typeface="Calibri" pitchFamily="34" charset="0"/>
                <a:ea typeface="Calibri" pitchFamily="34" charset="-122"/>
                <a:cs typeface="Calibri" pitchFamily="34" charset="-120"/>
              </a:rPr>
              <a:t>departments</a:t>
            </a:r>
            <a:r>
              <a:rPr lang="en-US" sz="1500" dirty="0">
                <a:solidFill>
                  <a:srgbClr val="2D3748"/>
                </a:solidFill>
                <a:latin typeface="Calibri" pitchFamily="34" charset="0"/>
                <a:ea typeface="Calibri" pitchFamily="34" charset="-122"/>
                <a:cs typeface="Calibri" pitchFamily="34" charset="-120"/>
              </a:rPr>
              <a:t> | </a:t>
            </a:r>
            <a:r>
              <a:rPr lang="en-US" sz="1500" b="1" dirty="0">
                <a:solidFill>
                  <a:srgbClr val="2D3748"/>
                </a:solidFill>
                <a:latin typeface="Calibri" pitchFamily="34" charset="0"/>
                <a:ea typeface="Calibri" pitchFamily="34" charset="-122"/>
                <a:cs typeface="Calibri" pitchFamily="34" charset="-120"/>
              </a:rPr>
              <a:t>products</a:t>
            </a:r>
            <a:r>
              <a:rPr lang="en-US" sz="1500" dirty="0">
                <a:solidFill>
                  <a:srgbClr val="2D3748"/>
                </a:solidFill>
                <a:latin typeface="Calibri" pitchFamily="34" charset="0"/>
                <a:ea typeface="Calibri" pitchFamily="34" charset="-122"/>
                <a:cs typeface="Calibri" pitchFamily="34" charset="-120"/>
              </a:rPr>
              <a:t> | </a:t>
            </a:r>
            <a:r>
              <a:rPr lang="en-US" sz="1500" b="1" dirty="0">
                <a:solidFill>
                  <a:srgbClr val="2D3748"/>
                </a:solidFill>
                <a:latin typeface="Calibri" pitchFamily="34" charset="0"/>
                <a:ea typeface="Calibri" pitchFamily="34" charset="-122"/>
                <a:cs typeface="Calibri" pitchFamily="34" charset="-120"/>
              </a:rPr>
              <a:t>orders</a:t>
            </a:r>
            <a:r>
              <a:rPr lang="en-US" sz="1500" dirty="0">
                <a:solidFill>
                  <a:srgbClr val="2D3748"/>
                </a:solidFill>
                <a:latin typeface="Calibri" pitchFamily="34" charset="0"/>
                <a:ea typeface="Calibri" pitchFamily="34" charset="-122"/>
                <a:cs typeface="Calibri" pitchFamily="34" charset="-120"/>
              </a:rPr>
              <a:t> | </a:t>
            </a:r>
            <a:r>
              <a:rPr lang="en-US" sz="1500" b="1" dirty="0">
                <a:solidFill>
                  <a:srgbClr val="2D3748"/>
                </a:solidFill>
                <a:latin typeface="Calibri" pitchFamily="34" charset="0"/>
                <a:ea typeface="Calibri" pitchFamily="34" charset="-122"/>
                <a:cs typeface="Calibri" pitchFamily="34" charset="-120"/>
              </a:rPr>
              <a:t>order_products_train</a:t>
            </a:r>
            <a:endParaRPr lang="en-US" sz="1500" dirty="0"/>
          </a:p>
          <a:p>
            <a:pPr algn="just">
              <a:lnSpc>
                <a:spcPct val="145000"/>
              </a:lnSpc>
              <a:spcBef>
                <a:spcPts val="400"/>
              </a:spcBef>
            </a:pPr>
            <a:r>
              <a:rPr lang="en-US" sz="1500" dirty="0">
                <a:solidFill>
                  <a:srgbClr val="2D3748"/>
                </a:solidFill>
                <a:latin typeface="Calibri" pitchFamily="34" charset="0"/>
                <a:ea typeface="Calibri" pitchFamily="34" charset="-122"/>
                <a:cs typeface="Calibri" pitchFamily="34" charset="-120"/>
              </a:rPr>
              <a:t>The order_products_train table maps products to orders flagged with </a:t>
            </a:r>
            <a:r>
              <a:rPr lang="en-US" sz="1500" b="1" dirty="0">
                <a:solidFill>
                  <a:srgbClr val="2D3748"/>
                </a:solidFill>
                <a:latin typeface="Calibri" pitchFamily="34" charset="0"/>
                <a:ea typeface="Calibri" pitchFamily="34" charset="-122"/>
                <a:cs typeface="Calibri" pitchFamily="34" charset="-120"/>
              </a:rPr>
              <a:t>eval_set = "train"</a:t>
            </a:r>
            <a:r>
              <a:rPr lang="en-US" sz="1500" dirty="0">
                <a:solidFill>
                  <a:srgbClr val="2D3748"/>
                </a:solidFill>
                <a:latin typeface="Calibri" pitchFamily="34" charset="0"/>
                <a:ea typeface="Calibri" pitchFamily="34" charset="-122"/>
                <a:cs typeface="Calibri" pitchFamily="34" charset="-120"/>
              </a:rPr>
              <a:t> — the labelled, analysis-ready slice.</a:t>
            </a:r>
            <a:endParaRPr lang="en-US" sz="1500" dirty="0"/>
          </a:p>
        </p:txBody>
      </p:sp>
      <p:sp>
        <p:nvSpPr>
          <p:cNvPr id="9" name="Text 7"/>
          <p:cNvSpPr/>
          <p:nvPr/>
        </p:nvSpPr>
        <p:spPr>
          <a:xfrm>
            <a:off x="952500" y="4618080"/>
            <a:ext cx="5080000" cy="355600"/>
          </a:xfrm>
          <a:prstGeom prst="rect">
            <a:avLst/>
          </a:prstGeom>
          <a:noFill/>
          <a:ln/>
        </p:spPr>
        <p:txBody>
          <a:bodyPr wrap="none" lIns="0" tIns="0" rIns="0" bIns="0" rtlCol="0" anchor="ctr"/>
          <a:lstStyle/>
          <a:p>
            <a:pPr algn="l">
              <a:lnSpc>
                <a:spcPct val="120000"/>
              </a:lnSpc>
            </a:pPr>
            <a:r>
              <a:rPr lang="en-US" sz="1800" b="1" dirty="0">
                <a:solidFill>
                  <a:srgbClr val="1B4F8F"/>
                </a:solidFill>
                <a:latin typeface="Calibri" pitchFamily="34" charset="0"/>
                <a:ea typeface="Calibri" pitchFamily="34" charset="-122"/>
                <a:cs typeface="Calibri" pitchFamily="34" charset="-120"/>
              </a:rPr>
              <a:t>Three-Stage Engagement Structure</a:t>
            </a:r>
            <a:endParaRPr lang="en-US" sz="1800" dirty="0"/>
          </a:p>
        </p:txBody>
      </p:sp>
      <p:sp>
        <p:nvSpPr>
          <p:cNvPr id="10" name="Shape 8"/>
          <p:cNvSpPr/>
          <p:nvPr/>
        </p:nvSpPr>
        <p:spPr>
          <a:xfrm>
            <a:off x="952500" y="5100680"/>
            <a:ext cx="4400550" cy="1696823"/>
          </a:xfrm>
          <a:prstGeom prst="rect">
            <a:avLst/>
          </a:prstGeom>
          <a:solidFill>
            <a:srgbClr val="EDF2F7"/>
          </a:solidFill>
          <a:ln/>
        </p:spPr>
        <p:txBody>
          <a:bodyPr/>
          <a:lstStyle/>
          <a:p>
            <a:endParaRPr lang="en-IN"/>
          </a:p>
        </p:txBody>
      </p:sp>
      <p:sp>
        <p:nvSpPr>
          <p:cNvPr id="11" name="Text 9"/>
          <p:cNvSpPr/>
          <p:nvPr/>
        </p:nvSpPr>
        <p:spPr>
          <a:xfrm>
            <a:off x="1143000" y="5189580"/>
            <a:ext cx="698500" cy="444500"/>
          </a:xfrm>
          <a:prstGeom prst="rect">
            <a:avLst/>
          </a:prstGeom>
          <a:noFill/>
          <a:ln/>
        </p:spPr>
        <p:txBody>
          <a:bodyPr wrap="none" lIns="0" tIns="0" rIns="0" bIns="0" rtlCol="0" anchor="ctr"/>
          <a:lstStyle/>
          <a:p>
            <a:pPr algn="l">
              <a:lnSpc>
                <a:spcPct val="120000"/>
              </a:lnSpc>
            </a:pPr>
            <a:r>
              <a:rPr lang="en-US" sz="2800" b="1" dirty="0">
                <a:solidFill>
                  <a:srgbClr val="1B4F8F"/>
                </a:solidFill>
                <a:latin typeface="Calibri" pitchFamily="34" charset="0"/>
                <a:ea typeface="Calibri" pitchFamily="34" charset="-122"/>
                <a:cs typeface="Calibri" pitchFamily="34" charset="-120"/>
              </a:rPr>
              <a:t>01</a:t>
            </a:r>
            <a:endParaRPr lang="en-US" sz="2800" dirty="0"/>
          </a:p>
        </p:txBody>
      </p:sp>
      <p:sp>
        <p:nvSpPr>
          <p:cNvPr id="12" name="Text 10"/>
          <p:cNvSpPr/>
          <p:nvPr/>
        </p:nvSpPr>
        <p:spPr>
          <a:xfrm>
            <a:off x="1841500" y="5189580"/>
            <a:ext cx="3429000" cy="355600"/>
          </a:xfrm>
          <a:prstGeom prst="rect">
            <a:avLst/>
          </a:prstGeom>
          <a:noFill/>
          <a:ln/>
        </p:spPr>
        <p:txBody>
          <a:bodyPr wrap="none" lIns="0" tIns="0" rIns="0" bIns="0" rtlCol="0" anchor="ctr"/>
          <a:lstStyle/>
          <a:p>
            <a:pPr algn="l">
              <a:lnSpc>
                <a:spcPct val="120000"/>
              </a:lnSpc>
            </a:pPr>
            <a:r>
              <a:rPr lang="en-US" sz="1600" b="1" dirty="0">
                <a:solidFill>
                  <a:srgbClr val="2D3748"/>
                </a:solidFill>
                <a:latin typeface="Calibri" pitchFamily="34" charset="0"/>
                <a:ea typeface="Calibri" pitchFamily="34" charset="-122"/>
                <a:cs typeface="Calibri" pitchFamily="34" charset="-120"/>
              </a:rPr>
              <a:t>MySQL Validation</a:t>
            </a:r>
            <a:endParaRPr lang="en-US" sz="1600" dirty="0"/>
          </a:p>
        </p:txBody>
      </p:sp>
      <p:sp>
        <p:nvSpPr>
          <p:cNvPr id="13" name="Text 11"/>
          <p:cNvSpPr/>
          <p:nvPr/>
        </p:nvSpPr>
        <p:spPr>
          <a:xfrm>
            <a:off x="1143000" y="5634080"/>
            <a:ext cx="4000502" cy="1270000"/>
          </a:xfrm>
          <a:prstGeom prst="rect">
            <a:avLst/>
          </a:prstGeom>
          <a:noFill/>
          <a:ln/>
        </p:spPr>
        <p:txBody>
          <a:bodyPr wrap="square" lIns="0" tIns="0" rIns="0" bIns="0" rtlCol="0" anchor="t"/>
          <a:lstStyle/>
          <a:p>
            <a:pPr algn="just">
              <a:lnSpc>
                <a:spcPct val="145000"/>
              </a:lnSpc>
            </a:pPr>
            <a:r>
              <a:rPr lang="en-US" sz="1400" dirty="0">
                <a:solidFill>
                  <a:srgbClr val="2D3748"/>
                </a:solidFill>
                <a:latin typeface="Calibri" pitchFamily="34" charset="0"/>
                <a:ea typeface="Calibri" pitchFamily="34" charset="-122"/>
                <a:cs typeface="Calibri" pitchFamily="34" charset="-120"/>
              </a:rPr>
              <a:t>Connect to hosted database, validate data integrity, perform first-pass exploration. Check schema, row counts, relationships.</a:t>
            </a:r>
            <a:endParaRPr lang="en-US" sz="1400" dirty="0"/>
          </a:p>
        </p:txBody>
      </p:sp>
      <p:sp>
        <p:nvSpPr>
          <p:cNvPr id="14" name="Shape 12"/>
          <p:cNvSpPr/>
          <p:nvPr/>
        </p:nvSpPr>
        <p:spPr>
          <a:xfrm>
            <a:off x="5778500" y="5100680"/>
            <a:ext cx="4400550" cy="1696823"/>
          </a:xfrm>
          <a:prstGeom prst="rect">
            <a:avLst/>
          </a:prstGeom>
          <a:solidFill>
            <a:srgbClr val="EDF2F7"/>
          </a:solidFill>
          <a:ln/>
        </p:spPr>
        <p:txBody>
          <a:bodyPr/>
          <a:lstStyle/>
          <a:p>
            <a:endParaRPr lang="en-IN"/>
          </a:p>
        </p:txBody>
      </p:sp>
      <p:sp>
        <p:nvSpPr>
          <p:cNvPr id="15" name="Text 13"/>
          <p:cNvSpPr/>
          <p:nvPr/>
        </p:nvSpPr>
        <p:spPr>
          <a:xfrm>
            <a:off x="5969000" y="5189580"/>
            <a:ext cx="698500" cy="444500"/>
          </a:xfrm>
          <a:prstGeom prst="rect">
            <a:avLst/>
          </a:prstGeom>
          <a:noFill/>
          <a:ln/>
        </p:spPr>
        <p:txBody>
          <a:bodyPr wrap="none" lIns="0" tIns="0" rIns="0" bIns="0" rtlCol="0" anchor="ctr"/>
          <a:lstStyle/>
          <a:p>
            <a:pPr algn="l">
              <a:lnSpc>
                <a:spcPct val="120000"/>
              </a:lnSpc>
            </a:pPr>
            <a:r>
              <a:rPr lang="en-US" sz="2800" b="1" dirty="0">
                <a:solidFill>
                  <a:srgbClr val="1B4F8F"/>
                </a:solidFill>
                <a:latin typeface="Calibri" pitchFamily="34" charset="0"/>
                <a:ea typeface="Calibri" pitchFamily="34" charset="-122"/>
                <a:cs typeface="Calibri" pitchFamily="34" charset="-120"/>
              </a:rPr>
              <a:t>02</a:t>
            </a:r>
            <a:endParaRPr lang="en-US" sz="2800" dirty="0"/>
          </a:p>
        </p:txBody>
      </p:sp>
      <p:sp>
        <p:nvSpPr>
          <p:cNvPr id="16" name="Text 14"/>
          <p:cNvSpPr/>
          <p:nvPr/>
        </p:nvSpPr>
        <p:spPr>
          <a:xfrm>
            <a:off x="6667500" y="5189580"/>
            <a:ext cx="3429000" cy="355600"/>
          </a:xfrm>
          <a:prstGeom prst="rect">
            <a:avLst/>
          </a:prstGeom>
          <a:noFill/>
          <a:ln/>
        </p:spPr>
        <p:txBody>
          <a:bodyPr wrap="none" lIns="0" tIns="0" rIns="0" bIns="0" rtlCol="0" anchor="ctr"/>
          <a:lstStyle/>
          <a:p>
            <a:pPr algn="l">
              <a:lnSpc>
                <a:spcPct val="120000"/>
              </a:lnSpc>
            </a:pPr>
            <a:r>
              <a:rPr lang="en-US" sz="1600" b="1" dirty="0">
                <a:solidFill>
                  <a:srgbClr val="2D3748"/>
                </a:solidFill>
                <a:latin typeface="Calibri" pitchFamily="34" charset="0"/>
                <a:ea typeface="Calibri" pitchFamily="34" charset="-122"/>
                <a:cs typeface="Calibri" pitchFamily="34" charset="-120"/>
              </a:rPr>
              <a:t>Python Analysis</a:t>
            </a:r>
            <a:endParaRPr lang="en-US" sz="1600" dirty="0"/>
          </a:p>
        </p:txBody>
      </p:sp>
      <p:sp>
        <p:nvSpPr>
          <p:cNvPr id="17" name="Text 15"/>
          <p:cNvSpPr/>
          <p:nvPr/>
        </p:nvSpPr>
        <p:spPr>
          <a:xfrm>
            <a:off x="5969000" y="5634080"/>
            <a:ext cx="4000502" cy="1270000"/>
          </a:xfrm>
          <a:prstGeom prst="rect">
            <a:avLst/>
          </a:prstGeom>
          <a:noFill/>
          <a:ln/>
        </p:spPr>
        <p:txBody>
          <a:bodyPr wrap="square" lIns="0" tIns="0" rIns="0" bIns="0" rtlCol="0" anchor="t"/>
          <a:lstStyle/>
          <a:p>
            <a:pPr algn="just">
              <a:lnSpc>
                <a:spcPct val="145000"/>
              </a:lnSpc>
            </a:pPr>
            <a:r>
              <a:rPr lang="en-US" sz="1400" dirty="0">
                <a:solidFill>
                  <a:srgbClr val="2D3748"/>
                </a:solidFill>
                <a:latin typeface="Calibri" pitchFamily="34" charset="0"/>
                <a:ea typeface="Calibri" pitchFamily="34" charset="-122"/>
                <a:cs typeface="Calibri" pitchFamily="34" charset="-120"/>
              </a:rPr>
              <a:t>Merge five tables into analytical dataset. Answer 20 business questions with statistical analysis and exploratory charts.</a:t>
            </a:r>
            <a:endParaRPr lang="en-US" sz="1400" dirty="0"/>
          </a:p>
        </p:txBody>
      </p:sp>
      <p:sp>
        <p:nvSpPr>
          <p:cNvPr id="18" name="Shape 16"/>
          <p:cNvSpPr/>
          <p:nvPr/>
        </p:nvSpPr>
        <p:spPr>
          <a:xfrm>
            <a:off x="10604500" y="5100680"/>
            <a:ext cx="4889500" cy="1696823"/>
          </a:xfrm>
          <a:prstGeom prst="rect">
            <a:avLst/>
          </a:prstGeom>
          <a:solidFill>
            <a:srgbClr val="EDF2F7"/>
          </a:solidFill>
          <a:ln/>
        </p:spPr>
        <p:txBody>
          <a:bodyPr/>
          <a:lstStyle/>
          <a:p>
            <a:endParaRPr lang="en-IN"/>
          </a:p>
        </p:txBody>
      </p:sp>
      <p:sp>
        <p:nvSpPr>
          <p:cNvPr id="19" name="Text 17"/>
          <p:cNvSpPr/>
          <p:nvPr/>
        </p:nvSpPr>
        <p:spPr>
          <a:xfrm>
            <a:off x="10795000" y="5189580"/>
            <a:ext cx="698500" cy="444500"/>
          </a:xfrm>
          <a:prstGeom prst="rect">
            <a:avLst/>
          </a:prstGeom>
          <a:noFill/>
          <a:ln/>
        </p:spPr>
        <p:txBody>
          <a:bodyPr wrap="none" lIns="0" tIns="0" rIns="0" bIns="0" rtlCol="0" anchor="ctr"/>
          <a:lstStyle/>
          <a:p>
            <a:pPr algn="l">
              <a:lnSpc>
                <a:spcPct val="120000"/>
              </a:lnSpc>
            </a:pPr>
            <a:r>
              <a:rPr lang="en-US" sz="2800" b="1" dirty="0">
                <a:solidFill>
                  <a:srgbClr val="1B4F8F"/>
                </a:solidFill>
                <a:latin typeface="Calibri" pitchFamily="34" charset="0"/>
                <a:ea typeface="Calibri" pitchFamily="34" charset="-122"/>
                <a:cs typeface="Calibri" pitchFamily="34" charset="-120"/>
              </a:rPr>
              <a:t>03</a:t>
            </a:r>
            <a:endParaRPr lang="en-US" sz="2800" dirty="0"/>
          </a:p>
        </p:txBody>
      </p:sp>
      <p:sp>
        <p:nvSpPr>
          <p:cNvPr id="20" name="Text 18"/>
          <p:cNvSpPr/>
          <p:nvPr/>
        </p:nvSpPr>
        <p:spPr>
          <a:xfrm>
            <a:off x="11493500" y="5189580"/>
            <a:ext cx="3937000" cy="355600"/>
          </a:xfrm>
          <a:prstGeom prst="rect">
            <a:avLst/>
          </a:prstGeom>
          <a:noFill/>
          <a:ln/>
        </p:spPr>
        <p:txBody>
          <a:bodyPr wrap="none" lIns="0" tIns="0" rIns="0" bIns="0" rtlCol="0" anchor="ctr"/>
          <a:lstStyle/>
          <a:p>
            <a:pPr algn="l">
              <a:lnSpc>
                <a:spcPct val="120000"/>
              </a:lnSpc>
            </a:pPr>
            <a:r>
              <a:rPr lang="en-US" sz="1600" b="1" dirty="0">
                <a:solidFill>
                  <a:srgbClr val="2D3748"/>
                </a:solidFill>
                <a:latin typeface="Calibri" pitchFamily="34" charset="0"/>
                <a:ea typeface="Calibri" pitchFamily="34" charset="-122"/>
                <a:cs typeface="Calibri" pitchFamily="34" charset="-120"/>
              </a:rPr>
              <a:t>Power BI Dashboards</a:t>
            </a:r>
            <a:endParaRPr lang="en-US" sz="1600" dirty="0"/>
          </a:p>
        </p:txBody>
      </p:sp>
      <p:sp>
        <p:nvSpPr>
          <p:cNvPr id="21" name="Text 19"/>
          <p:cNvSpPr/>
          <p:nvPr/>
        </p:nvSpPr>
        <p:spPr>
          <a:xfrm>
            <a:off x="10795000" y="5634080"/>
            <a:ext cx="4507814" cy="1028872"/>
          </a:xfrm>
          <a:prstGeom prst="rect">
            <a:avLst/>
          </a:prstGeom>
          <a:noFill/>
          <a:ln/>
        </p:spPr>
        <p:txBody>
          <a:bodyPr wrap="square" lIns="0" tIns="0" rIns="0" bIns="0" rtlCol="0" anchor="t"/>
          <a:lstStyle/>
          <a:p>
            <a:pPr algn="just">
              <a:lnSpc>
                <a:spcPct val="145000"/>
              </a:lnSpc>
            </a:pPr>
            <a:r>
              <a:rPr lang="en-US" sz="1400" dirty="0">
                <a:solidFill>
                  <a:srgbClr val="2D3748"/>
                </a:solidFill>
                <a:latin typeface="Calibri" pitchFamily="34" charset="0"/>
                <a:ea typeface="Calibri" pitchFamily="34" charset="-122"/>
                <a:cs typeface="Calibri" pitchFamily="34" charset="-120"/>
              </a:rPr>
              <a:t>Convert processed output into four interactive executive dashboards for non-technical stakeholders and decision-makers.</a:t>
            </a:r>
            <a:endParaRPr lang="en-US" sz="1400" dirty="0"/>
          </a:p>
        </p:txBody>
      </p:sp>
      <p:sp>
        <p:nvSpPr>
          <p:cNvPr id="22" name="Text 20"/>
          <p:cNvSpPr/>
          <p:nvPr/>
        </p:nvSpPr>
        <p:spPr>
          <a:xfrm>
            <a:off x="1016000" y="7296150"/>
            <a:ext cx="14478000" cy="1079500"/>
          </a:xfrm>
          <a:prstGeom prst="rect">
            <a:avLst/>
          </a:prstGeom>
          <a:noFill/>
          <a:ln/>
        </p:spPr>
        <p:txBody>
          <a:bodyPr wrap="square" lIns="0" tIns="0" rIns="0" bIns="0" rtlCol="0" anchor="t"/>
          <a:lstStyle/>
          <a:p>
            <a:pPr algn="just">
              <a:lnSpc>
                <a:spcPct val="150000"/>
              </a:lnSpc>
            </a:pPr>
            <a:r>
              <a:rPr lang="en-US" sz="1500" b="1" dirty="0">
                <a:solidFill>
                  <a:srgbClr val="2D3748"/>
                </a:solidFill>
                <a:latin typeface="Calibri" pitchFamily="34" charset="0"/>
                <a:ea typeface="Calibri" pitchFamily="34" charset="-122"/>
                <a:cs typeface="Calibri" pitchFamily="34" charset="-120"/>
              </a:rPr>
              <a:t>Analytical Discipline:</a:t>
            </a:r>
            <a:r>
              <a:rPr lang="en-US" sz="1500" dirty="0">
                <a:solidFill>
                  <a:srgbClr val="2D3748"/>
                </a:solidFill>
                <a:latin typeface="Calibri" pitchFamily="34" charset="0"/>
                <a:ea typeface="Calibri" pitchFamily="34" charset="-122"/>
                <a:cs typeface="Calibri" pitchFamily="34" charset="-120"/>
              </a:rPr>
              <a:t> Every finding was pushed one step further than "what happened" to explain </a:t>
            </a:r>
            <a:r>
              <a:rPr lang="en-US" sz="1500" b="1" dirty="0">
                <a:solidFill>
                  <a:srgbClr val="2D3748"/>
                </a:solidFill>
                <a:latin typeface="Calibri" pitchFamily="34" charset="0"/>
                <a:ea typeface="Calibri" pitchFamily="34" charset="-122"/>
                <a:cs typeface="Calibri" pitchFamily="34" charset="-120"/>
              </a:rPr>
              <a:t>why it matters</a:t>
            </a:r>
            <a:r>
              <a:rPr lang="en-US" sz="1500" dirty="0">
                <a:solidFill>
                  <a:srgbClr val="2D3748"/>
                </a:solidFill>
                <a:latin typeface="Calibri" pitchFamily="34" charset="0"/>
                <a:ea typeface="Calibri" pitchFamily="34" charset="-122"/>
                <a:cs typeface="Calibri" pitchFamily="34" charset="-120"/>
              </a:rPr>
              <a:t> and </a:t>
            </a:r>
            <a:r>
              <a:rPr lang="en-US" sz="1500" b="1" dirty="0">
                <a:solidFill>
                  <a:srgbClr val="2D3748"/>
                </a:solidFill>
                <a:latin typeface="Calibri" pitchFamily="34" charset="0"/>
                <a:ea typeface="Calibri" pitchFamily="34" charset="-122"/>
                <a:cs typeface="Calibri" pitchFamily="34" charset="-120"/>
              </a:rPr>
              <a:t>what action it implies</a:t>
            </a:r>
            <a:r>
              <a:rPr lang="en-US" sz="1500" dirty="0">
                <a:solidFill>
                  <a:srgbClr val="2D3748"/>
                </a:solidFill>
                <a:latin typeface="Calibri" pitchFamily="34" charset="0"/>
                <a:ea typeface="Calibri" pitchFamily="34" charset="-122"/>
                <a:cs typeface="Calibri" pitchFamily="34" charset="-120"/>
              </a:rPr>
              <a:t>. Each of the 20 brief questions was addressed using the same three-layer approach: </a:t>
            </a:r>
            <a:r>
              <a:rPr lang="en-US" sz="1500" b="1" dirty="0">
                <a:solidFill>
                  <a:srgbClr val="2D3748"/>
                </a:solidFill>
                <a:latin typeface="Calibri" pitchFamily="34" charset="0"/>
                <a:ea typeface="Calibri" pitchFamily="34" charset="-122"/>
                <a:cs typeface="Calibri" pitchFamily="34" charset="-120"/>
              </a:rPr>
              <a:t>SQL for validation</a:t>
            </a:r>
            <a:r>
              <a:rPr lang="en-US" sz="1500" dirty="0">
                <a:solidFill>
                  <a:srgbClr val="2D3748"/>
                </a:solidFill>
                <a:latin typeface="Calibri" pitchFamily="34" charset="0"/>
                <a:ea typeface="Calibri" pitchFamily="34" charset="-122"/>
                <a:cs typeface="Calibri" pitchFamily="34" charset="-120"/>
              </a:rPr>
              <a:t>, </a:t>
            </a:r>
            <a:r>
              <a:rPr lang="en-US" sz="1500" b="1" dirty="0">
                <a:solidFill>
                  <a:srgbClr val="2D3748"/>
                </a:solidFill>
                <a:latin typeface="Calibri" pitchFamily="34" charset="0"/>
                <a:ea typeface="Calibri" pitchFamily="34" charset="-122"/>
                <a:cs typeface="Calibri" pitchFamily="34" charset="-120"/>
              </a:rPr>
              <a:t>Python for quantitative analysis</a:t>
            </a:r>
            <a:r>
              <a:rPr lang="en-US" sz="1500" dirty="0">
                <a:solidFill>
                  <a:srgbClr val="2D3748"/>
                </a:solidFill>
                <a:latin typeface="Calibri" pitchFamily="34" charset="0"/>
                <a:ea typeface="Calibri" pitchFamily="34" charset="-122"/>
                <a:cs typeface="Calibri" pitchFamily="34" charset="-120"/>
              </a:rPr>
              <a:t>, and </a:t>
            </a:r>
            <a:r>
              <a:rPr lang="en-US" sz="1500" b="1" dirty="0">
                <a:solidFill>
                  <a:srgbClr val="2D3748"/>
                </a:solidFill>
                <a:latin typeface="Calibri" pitchFamily="34" charset="0"/>
                <a:ea typeface="Calibri" pitchFamily="34" charset="-122"/>
                <a:cs typeface="Calibri" pitchFamily="34" charset="-120"/>
              </a:rPr>
              <a:t>Power BI for stakeholder-facing visualization</a:t>
            </a:r>
            <a:r>
              <a:rPr lang="en-US" sz="1500" dirty="0">
                <a:solidFill>
                  <a:srgbClr val="2D3748"/>
                </a:solidFill>
                <a:latin typeface="Calibri" pitchFamily="34" charset="0"/>
                <a:ea typeface="Calibri" pitchFamily="34" charset="-122"/>
                <a:cs typeface="Calibri" pitchFamily="34" charset="-120"/>
              </a:rPr>
              <a:t>.</a:t>
            </a:r>
            <a:endParaRPr lang="en-US" sz="1500" dirty="0"/>
          </a:p>
        </p:txBody>
      </p:sp>
      <p:sp>
        <p:nvSpPr>
          <p:cNvPr id="23" name="Shape 21"/>
          <p:cNvSpPr/>
          <p:nvPr/>
        </p:nvSpPr>
        <p:spPr>
          <a:xfrm>
            <a:off x="762000" y="8763000"/>
            <a:ext cx="14732000" cy="25400"/>
          </a:xfrm>
          <a:prstGeom prst="rect">
            <a:avLst/>
          </a:prstGeom>
          <a:solidFill>
            <a:srgbClr val="1B4F8F"/>
          </a:solidFill>
          <a:ln/>
        </p:spPr>
        <p:txBody>
          <a:bodyPr/>
          <a:lstStyle/>
          <a:p>
            <a:endParaRPr lang="en-IN"/>
          </a:p>
        </p:txBody>
      </p:sp>
      <p:sp>
        <p:nvSpPr>
          <p:cNvPr id="24" name="Text 22"/>
          <p:cNvSpPr/>
          <p:nvPr/>
        </p:nvSpPr>
        <p:spPr>
          <a:xfrm>
            <a:off x="14478000" y="8826500"/>
            <a:ext cx="1016000" cy="254000"/>
          </a:xfrm>
          <a:prstGeom prst="rect">
            <a:avLst/>
          </a:prstGeom>
          <a:noFill/>
          <a:ln/>
        </p:spPr>
        <p:txBody>
          <a:bodyPr wrap="none" lIns="0" tIns="0" rIns="0" bIns="0" rtlCol="0" anchor="ctr"/>
          <a:lstStyle/>
          <a:p>
            <a:pPr algn="r">
              <a:lnSpc>
                <a:spcPct val="120000"/>
              </a:lnSpc>
            </a:pPr>
            <a:r>
              <a:rPr lang="en-US" sz="1200" dirty="0">
                <a:solidFill>
                  <a:srgbClr val="718096"/>
                </a:solidFill>
                <a:latin typeface="Calibri" pitchFamily="34" charset="0"/>
                <a:ea typeface="Calibri" pitchFamily="34" charset="-122"/>
                <a:cs typeface="Calibri" pitchFamily="34" charset="-120"/>
              </a:rPr>
              <a:t>4 / 55</a:t>
            </a:r>
            <a:endParaRPr lang="en-US" sz="1200" dirty="0"/>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62000" y="444500"/>
            <a:ext cx="11430000" cy="444500"/>
          </a:xfrm>
          <a:prstGeom prst="rect">
            <a:avLst/>
          </a:prstGeom>
          <a:noFill/>
          <a:ln/>
        </p:spPr>
        <p:txBody>
          <a:bodyPr wrap="none" lIns="0" tIns="0" rIns="0" bIns="0" rtlCol="0" anchor="ctr"/>
          <a:lstStyle/>
          <a:p>
            <a:pPr algn="l">
              <a:lnSpc>
                <a:spcPct val="130000"/>
              </a:lnSpc>
            </a:pPr>
            <a:r>
              <a:rPr lang="en-US" sz="2400" b="1" dirty="0">
                <a:solidFill>
                  <a:srgbClr val="2D3748"/>
                </a:solidFill>
                <a:latin typeface="Calibri" pitchFamily="34" charset="0"/>
                <a:ea typeface="Calibri" pitchFamily="34" charset="-122"/>
                <a:cs typeface="Calibri" pitchFamily="34" charset="-120"/>
              </a:rPr>
              <a:t>Business Problem</a:t>
            </a:r>
            <a:endParaRPr lang="en-US" sz="2400" dirty="0"/>
          </a:p>
        </p:txBody>
      </p:sp>
      <p:sp>
        <p:nvSpPr>
          <p:cNvPr id="3" name="Shape 1"/>
          <p:cNvSpPr/>
          <p:nvPr/>
        </p:nvSpPr>
        <p:spPr>
          <a:xfrm>
            <a:off x="762000" y="952500"/>
            <a:ext cx="14732000" cy="25400"/>
          </a:xfrm>
          <a:prstGeom prst="rect">
            <a:avLst/>
          </a:prstGeom>
          <a:solidFill>
            <a:srgbClr val="1B4F8F"/>
          </a:solidFill>
          <a:ln/>
        </p:spPr>
        <p:txBody>
          <a:bodyPr/>
          <a:lstStyle/>
          <a:p>
            <a:endParaRPr lang="en-IN"/>
          </a:p>
        </p:txBody>
      </p:sp>
      <p:sp>
        <p:nvSpPr>
          <p:cNvPr id="4" name="Text 2"/>
          <p:cNvSpPr/>
          <p:nvPr/>
        </p:nvSpPr>
        <p:spPr>
          <a:xfrm>
            <a:off x="762000" y="1168400"/>
            <a:ext cx="14732000" cy="1117600"/>
          </a:xfrm>
          <a:prstGeom prst="rect">
            <a:avLst/>
          </a:prstGeom>
          <a:noFill/>
          <a:ln/>
        </p:spPr>
        <p:txBody>
          <a:bodyPr wrap="square" lIns="0" tIns="0" rIns="0" bIns="0" rtlCol="0" anchor="t"/>
          <a:lstStyle/>
          <a:p>
            <a:pPr algn="just">
              <a:lnSpc>
                <a:spcPct val="150000"/>
              </a:lnSpc>
            </a:pPr>
            <a:r>
              <a:rPr lang="en-US" sz="1600" b="1" dirty="0">
                <a:solidFill>
                  <a:srgbClr val="2D3748"/>
                </a:solidFill>
                <a:latin typeface="Calibri" pitchFamily="34" charset="0"/>
                <a:ea typeface="Calibri" pitchFamily="34" charset="-122"/>
                <a:cs typeface="Calibri" pitchFamily="34" charset="-120"/>
              </a:rPr>
              <a:t>Grocery e-commerce operates on thin margins and high order frequency</a:t>
            </a:r>
            <a:r>
              <a:rPr lang="en-US" sz="1600" dirty="0">
                <a:solidFill>
                  <a:srgbClr val="2D3748"/>
                </a:solidFill>
                <a:latin typeface="Calibri" pitchFamily="34" charset="0"/>
                <a:ea typeface="Calibri" pitchFamily="34" charset="-122"/>
                <a:cs typeface="Calibri" pitchFamily="34" charset="-120"/>
              </a:rPr>
              <a:t>, which means small improvements in basket size, reorder rate, or delivery-slot efficiency compound into meaningful revenue impact. Without a structured view of purchasing behavior, Marketing and Merchandising teams are left to make decisions based on intuition rather than evidence.</a:t>
            </a:r>
            <a:endParaRPr lang="en-US" sz="1600" dirty="0"/>
          </a:p>
        </p:txBody>
      </p:sp>
      <p:sp>
        <p:nvSpPr>
          <p:cNvPr id="5" name="Shape 3"/>
          <p:cNvSpPr/>
          <p:nvPr/>
        </p:nvSpPr>
        <p:spPr>
          <a:xfrm>
            <a:off x="762000" y="2959100"/>
            <a:ext cx="14732000" cy="1143000"/>
          </a:xfrm>
          <a:prstGeom prst="rect">
            <a:avLst/>
          </a:prstGeom>
          <a:solidFill>
            <a:srgbClr val="1B4F8F"/>
          </a:solidFill>
          <a:ln/>
        </p:spPr>
        <p:txBody>
          <a:bodyPr/>
          <a:lstStyle/>
          <a:p>
            <a:endParaRPr lang="en-IN"/>
          </a:p>
        </p:txBody>
      </p:sp>
      <p:sp>
        <p:nvSpPr>
          <p:cNvPr id="6" name="Text 4"/>
          <p:cNvSpPr/>
          <p:nvPr/>
        </p:nvSpPr>
        <p:spPr>
          <a:xfrm>
            <a:off x="1016000" y="3022600"/>
            <a:ext cx="2540000" cy="279400"/>
          </a:xfrm>
          <a:prstGeom prst="rect">
            <a:avLst/>
          </a:prstGeom>
          <a:noFill/>
          <a:ln/>
        </p:spPr>
        <p:txBody>
          <a:bodyPr wrap="none" lIns="0" tIns="0" rIns="0" bIns="0" rtlCol="0" anchor="ctr"/>
          <a:lstStyle/>
          <a:p>
            <a:pPr algn="l">
              <a:lnSpc>
                <a:spcPct val="120000"/>
              </a:lnSpc>
            </a:pPr>
            <a:r>
              <a:rPr lang="en-US" sz="1300" b="1" kern="0" spc="200" dirty="0">
                <a:solidFill>
                  <a:srgbClr val="FFFFFF"/>
                </a:solidFill>
                <a:latin typeface="Calibri" pitchFamily="34" charset="0"/>
                <a:ea typeface="Calibri" pitchFamily="34" charset="-122"/>
                <a:cs typeface="Calibri" pitchFamily="34" charset="-120"/>
              </a:rPr>
              <a:t>CORE PROBLEM</a:t>
            </a:r>
            <a:endParaRPr lang="en-US" sz="1300" dirty="0"/>
          </a:p>
        </p:txBody>
      </p:sp>
      <p:sp>
        <p:nvSpPr>
          <p:cNvPr id="7" name="Text 5"/>
          <p:cNvSpPr/>
          <p:nvPr/>
        </p:nvSpPr>
        <p:spPr>
          <a:xfrm>
            <a:off x="1016000" y="3352800"/>
            <a:ext cx="14224000" cy="609600"/>
          </a:xfrm>
          <a:prstGeom prst="rect">
            <a:avLst/>
          </a:prstGeom>
          <a:noFill/>
          <a:ln/>
        </p:spPr>
        <p:txBody>
          <a:bodyPr wrap="square" lIns="0" tIns="0" rIns="0" bIns="0" rtlCol="0" anchor="ctr"/>
          <a:lstStyle/>
          <a:p>
            <a:pPr algn="l">
              <a:lnSpc>
                <a:spcPct val="140000"/>
              </a:lnSpc>
            </a:pPr>
            <a:r>
              <a:rPr lang="en-US" sz="1800" b="1" dirty="0">
                <a:solidFill>
                  <a:srgbClr val="FFFFFF"/>
                </a:solidFill>
                <a:latin typeface="Calibri" pitchFamily="34" charset="0"/>
                <a:ea typeface="Calibri" pitchFamily="34" charset="-122"/>
                <a:cs typeface="Calibri" pitchFamily="34" charset="-120"/>
              </a:rPr>
              <a:t>How can historical order data be used to optimize marketing strategy and improve customer satisfaction?</a:t>
            </a:r>
            <a:endParaRPr lang="en-US" sz="1800" dirty="0"/>
          </a:p>
        </p:txBody>
      </p:sp>
      <p:sp>
        <p:nvSpPr>
          <p:cNvPr id="8" name="Text 6"/>
          <p:cNvSpPr/>
          <p:nvPr/>
        </p:nvSpPr>
        <p:spPr>
          <a:xfrm>
            <a:off x="762000" y="4495800"/>
            <a:ext cx="5080000" cy="355600"/>
          </a:xfrm>
          <a:prstGeom prst="rect">
            <a:avLst/>
          </a:prstGeom>
          <a:noFill/>
          <a:ln/>
        </p:spPr>
        <p:txBody>
          <a:bodyPr wrap="none" lIns="0" tIns="0" rIns="0" bIns="0" rtlCol="0" anchor="ctr"/>
          <a:lstStyle/>
          <a:p>
            <a:pPr algn="l">
              <a:lnSpc>
                <a:spcPct val="120000"/>
              </a:lnSpc>
            </a:pPr>
            <a:r>
              <a:rPr lang="en-US" sz="1800" b="1" dirty="0">
                <a:solidFill>
                  <a:srgbClr val="1B4F8F"/>
                </a:solidFill>
                <a:latin typeface="Calibri" pitchFamily="34" charset="0"/>
                <a:ea typeface="Calibri" pitchFamily="34" charset="-122"/>
                <a:cs typeface="Calibri" pitchFamily="34" charset="-120"/>
              </a:rPr>
              <a:t>Three Linked Analytical Questions</a:t>
            </a:r>
            <a:endParaRPr lang="en-US" sz="1800" dirty="0"/>
          </a:p>
        </p:txBody>
      </p:sp>
      <p:sp>
        <p:nvSpPr>
          <p:cNvPr id="9" name="Shape 7"/>
          <p:cNvSpPr/>
          <p:nvPr/>
        </p:nvSpPr>
        <p:spPr>
          <a:xfrm>
            <a:off x="822068" y="5092700"/>
            <a:ext cx="50800" cy="1524000"/>
          </a:xfrm>
          <a:prstGeom prst="rect">
            <a:avLst/>
          </a:prstGeom>
          <a:solidFill>
            <a:srgbClr val="1B4F8F"/>
          </a:solidFill>
          <a:ln/>
        </p:spPr>
        <p:txBody>
          <a:bodyPr/>
          <a:lstStyle/>
          <a:p>
            <a:endParaRPr lang="en-IN"/>
          </a:p>
        </p:txBody>
      </p:sp>
      <p:sp>
        <p:nvSpPr>
          <p:cNvPr id="10" name="Shape 8"/>
          <p:cNvSpPr/>
          <p:nvPr/>
        </p:nvSpPr>
        <p:spPr>
          <a:xfrm>
            <a:off x="876300" y="5092700"/>
            <a:ext cx="4318000" cy="1524000"/>
          </a:xfrm>
          <a:prstGeom prst="rect">
            <a:avLst/>
          </a:prstGeom>
          <a:solidFill>
            <a:srgbClr val="EDF2F7"/>
          </a:solidFill>
          <a:ln/>
        </p:spPr>
        <p:txBody>
          <a:bodyPr/>
          <a:lstStyle/>
          <a:p>
            <a:endParaRPr lang="en-IN"/>
          </a:p>
        </p:txBody>
      </p:sp>
      <p:sp>
        <p:nvSpPr>
          <p:cNvPr id="11" name="Text 9"/>
          <p:cNvSpPr/>
          <p:nvPr/>
        </p:nvSpPr>
        <p:spPr>
          <a:xfrm>
            <a:off x="1054100" y="5181600"/>
            <a:ext cx="3937000" cy="317500"/>
          </a:xfrm>
          <a:prstGeom prst="rect">
            <a:avLst/>
          </a:prstGeom>
          <a:noFill/>
          <a:ln/>
        </p:spPr>
        <p:txBody>
          <a:bodyPr wrap="none" lIns="0" tIns="0" rIns="0" bIns="0" rtlCol="0" anchor="ctr"/>
          <a:lstStyle/>
          <a:p>
            <a:pPr algn="l">
              <a:lnSpc>
                <a:spcPct val="120000"/>
              </a:lnSpc>
            </a:pPr>
            <a:r>
              <a:rPr lang="en-US" sz="1600" b="1" dirty="0">
                <a:solidFill>
                  <a:srgbClr val="1B4F8F"/>
                </a:solidFill>
                <a:latin typeface="Calibri" pitchFamily="34" charset="0"/>
                <a:ea typeface="Calibri" pitchFamily="34" charset="-122"/>
                <a:cs typeface="Calibri" pitchFamily="34" charset="-120"/>
              </a:rPr>
              <a:t>What happened?</a:t>
            </a:r>
            <a:endParaRPr lang="en-US" sz="1600" dirty="0"/>
          </a:p>
        </p:txBody>
      </p:sp>
      <p:sp>
        <p:nvSpPr>
          <p:cNvPr id="12" name="Text 10"/>
          <p:cNvSpPr/>
          <p:nvPr/>
        </p:nvSpPr>
        <p:spPr>
          <a:xfrm>
            <a:off x="1050668" y="5664200"/>
            <a:ext cx="3937000" cy="952500"/>
          </a:xfrm>
          <a:prstGeom prst="rect">
            <a:avLst/>
          </a:prstGeom>
          <a:noFill/>
          <a:ln/>
        </p:spPr>
        <p:txBody>
          <a:bodyPr wrap="square" lIns="0" tIns="0" rIns="0" bIns="0" rtlCol="0" anchor="t"/>
          <a:lstStyle/>
          <a:p>
            <a:pPr algn="l">
              <a:lnSpc>
                <a:spcPct val="145000"/>
              </a:lnSpc>
            </a:pPr>
            <a:r>
              <a:rPr lang="en-US" sz="1400" dirty="0">
                <a:solidFill>
                  <a:srgbClr val="2D3748"/>
                </a:solidFill>
                <a:latin typeface="Calibri" pitchFamily="34" charset="0"/>
                <a:ea typeface="Calibri" pitchFamily="34" charset="-122"/>
                <a:cs typeface="Calibri" pitchFamily="34" charset="-120"/>
              </a:rPr>
              <a:t>What are the dominant patterns in product demand, reorder behavior, and order timing?</a:t>
            </a:r>
            <a:endParaRPr lang="en-US" sz="1400" dirty="0"/>
          </a:p>
        </p:txBody>
      </p:sp>
      <p:sp>
        <p:nvSpPr>
          <p:cNvPr id="13" name="Shape 11"/>
          <p:cNvSpPr/>
          <p:nvPr/>
        </p:nvSpPr>
        <p:spPr>
          <a:xfrm>
            <a:off x="5640173" y="5092700"/>
            <a:ext cx="50800" cy="1524000"/>
          </a:xfrm>
          <a:prstGeom prst="rect">
            <a:avLst/>
          </a:prstGeom>
          <a:solidFill>
            <a:srgbClr val="1B4F8F"/>
          </a:solidFill>
          <a:ln/>
        </p:spPr>
        <p:txBody>
          <a:bodyPr/>
          <a:lstStyle/>
          <a:p>
            <a:endParaRPr lang="en-IN"/>
          </a:p>
        </p:txBody>
      </p:sp>
      <p:sp>
        <p:nvSpPr>
          <p:cNvPr id="14" name="Shape 12"/>
          <p:cNvSpPr/>
          <p:nvPr/>
        </p:nvSpPr>
        <p:spPr>
          <a:xfrm>
            <a:off x="5702300" y="5092700"/>
            <a:ext cx="4318000" cy="1524000"/>
          </a:xfrm>
          <a:prstGeom prst="rect">
            <a:avLst/>
          </a:prstGeom>
          <a:solidFill>
            <a:srgbClr val="EDF2F7"/>
          </a:solidFill>
          <a:ln/>
        </p:spPr>
        <p:txBody>
          <a:bodyPr/>
          <a:lstStyle/>
          <a:p>
            <a:endParaRPr lang="en-IN"/>
          </a:p>
        </p:txBody>
      </p:sp>
      <p:sp>
        <p:nvSpPr>
          <p:cNvPr id="15" name="Text 13"/>
          <p:cNvSpPr/>
          <p:nvPr/>
        </p:nvSpPr>
        <p:spPr>
          <a:xfrm>
            <a:off x="5880100" y="5181600"/>
            <a:ext cx="3937000" cy="317500"/>
          </a:xfrm>
          <a:prstGeom prst="rect">
            <a:avLst/>
          </a:prstGeom>
          <a:noFill/>
          <a:ln/>
        </p:spPr>
        <p:txBody>
          <a:bodyPr wrap="none" lIns="0" tIns="0" rIns="0" bIns="0" rtlCol="0" anchor="ctr"/>
          <a:lstStyle/>
          <a:p>
            <a:pPr algn="l">
              <a:lnSpc>
                <a:spcPct val="120000"/>
              </a:lnSpc>
            </a:pPr>
            <a:r>
              <a:rPr lang="en-US" sz="1600" b="1" dirty="0">
                <a:solidFill>
                  <a:srgbClr val="1B4F8F"/>
                </a:solidFill>
                <a:latin typeface="Calibri" pitchFamily="34" charset="0"/>
                <a:ea typeface="Calibri" pitchFamily="34" charset="-122"/>
                <a:cs typeface="Calibri" pitchFamily="34" charset="-120"/>
              </a:rPr>
              <a:t>Why did it happen?</a:t>
            </a:r>
            <a:endParaRPr lang="en-US" sz="1600" dirty="0"/>
          </a:p>
        </p:txBody>
      </p:sp>
      <p:sp>
        <p:nvSpPr>
          <p:cNvPr id="16" name="Text 14"/>
          <p:cNvSpPr/>
          <p:nvPr/>
        </p:nvSpPr>
        <p:spPr>
          <a:xfrm>
            <a:off x="5892800" y="5664200"/>
            <a:ext cx="3937000" cy="952500"/>
          </a:xfrm>
          <a:prstGeom prst="rect">
            <a:avLst/>
          </a:prstGeom>
          <a:noFill/>
          <a:ln/>
        </p:spPr>
        <p:txBody>
          <a:bodyPr wrap="square" lIns="0" tIns="0" rIns="0" bIns="0" rtlCol="0" anchor="t"/>
          <a:lstStyle/>
          <a:p>
            <a:pPr algn="l">
              <a:lnSpc>
                <a:spcPct val="145000"/>
              </a:lnSpc>
            </a:pPr>
            <a:r>
              <a:rPr lang="en-US" sz="1400" dirty="0">
                <a:solidFill>
                  <a:srgbClr val="2D3748"/>
                </a:solidFill>
                <a:latin typeface="Calibri" pitchFamily="34" charset="0"/>
                <a:ea typeface="Calibri" pitchFamily="34" charset="-122"/>
                <a:cs typeface="Calibri" pitchFamily="34" charset="-120"/>
              </a:rPr>
              <a:t>What structural or behavioral factors explain those patterns?</a:t>
            </a:r>
            <a:endParaRPr lang="en-US" sz="1400" dirty="0"/>
          </a:p>
        </p:txBody>
      </p:sp>
      <p:sp>
        <p:nvSpPr>
          <p:cNvPr id="17" name="Shape 15"/>
          <p:cNvSpPr/>
          <p:nvPr/>
        </p:nvSpPr>
        <p:spPr>
          <a:xfrm>
            <a:off x="10474754" y="5092700"/>
            <a:ext cx="50800" cy="1524000"/>
          </a:xfrm>
          <a:prstGeom prst="rect">
            <a:avLst/>
          </a:prstGeom>
          <a:solidFill>
            <a:srgbClr val="1B4F8F"/>
          </a:solidFill>
          <a:ln/>
        </p:spPr>
        <p:txBody>
          <a:bodyPr/>
          <a:lstStyle/>
          <a:p>
            <a:endParaRPr lang="en-IN"/>
          </a:p>
        </p:txBody>
      </p:sp>
      <p:sp>
        <p:nvSpPr>
          <p:cNvPr id="18" name="Shape 16"/>
          <p:cNvSpPr/>
          <p:nvPr/>
        </p:nvSpPr>
        <p:spPr>
          <a:xfrm>
            <a:off x="10528300" y="5092700"/>
            <a:ext cx="4965700" cy="1524000"/>
          </a:xfrm>
          <a:prstGeom prst="rect">
            <a:avLst/>
          </a:prstGeom>
          <a:solidFill>
            <a:srgbClr val="EDF2F7"/>
          </a:solidFill>
          <a:ln/>
        </p:spPr>
        <p:txBody>
          <a:bodyPr/>
          <a:lstStyle/>
          <a:p>
            <a:endParaRPr lang="en-IN"/>
          </a:p>
        </p:txBody>
      </p:sp>
      <p:sp>
        <p:nvSpPr>
          <p:cNvPr id="19" name="Text 17"/>
          <p:cNvSpPr/>
          <p:nvPr/>
        </p:nvSpPr>
        <p:spPr>
          <a:xfrm>
            <a:off x="10706100" y="5181600"/>
            <a:ext cx="4521200" cy="317500"/>
          </a:xfrm>
          <a:prstGeom prst="rect">
            <a:avLst/>
          </a:prstGeom>
          <a:noFill/>
          <a:ln/>
        </p:spPr>
        <p:txBody>
          <a:bodyPr wrap="none" lIns="0" tIns="0" rIns="0" bIns="0" rtlCol="0" anchor="ctr"/>
          <a:lstStyle/>
          <a:p>
            <a:pPr algn="l">
              <a:lnSpc>
                <a:spcPct val="120000"/>
              </a:lnSpc>
            </a:pPr>
            <a:r>
              <a:rPr lang="en-US" sz="1600" b="1" dirty="0">
                <a:solidFill>
                  <a:srgbClr val="1B4F8F"/>
                </a:solidFill>
                <a:latin typeface="Calibri" pitchFamily="34" charset="0"/>
                <a:ea typeface="Calibri" pitchFamily="34" charset="-122"/>
                <a:cs typeface="Calibri" pitchFamily="34" charset="-120"/>
              </a:rPr>
              <a:t>What should stakeholders do?</a:t>
            </a:r>
            <a:endParaRPr lang="en-US" sz="1600" dirty="0"/>
          </a:p>
        </p:txBody>
      </p:sp>
      <p:sp>
        <p:nvSpPr>
          <p:cNvPr id="20" name="Text 18"/>
          <p:cNvSpPr/>
          <p:nvPr/>
        </p:nvSpPr>
        <p:spPr>
          <a:xfrm>
            <a:off x="10706100" y="5664200"/>
            <a:ext cx="4521200" cy="952500"/>
          </a:xfrm>
          <a:prstGeom prst="rect">
            <a:avLst/>
          </a:prstGeom>
          <a:noFill/>
          <a:ln/>
        </p:spPr>
        <p:txBody>
          <a:bodyPr wrap="square" lIns="0" tIns="0" rIns="0" bIns="0" rtlCol="0" anchor="t"/>
          <a:lstStyle/>
          <a:p>
            <a:pPr algn="l">
              <a:lnSpc>
                <a:spcPct val="145000"/>
              </a:lnSpc>
            </a:pPr>
            <a:r>
              <a:rPr lang="en-US" sz="1400" dirty="0">
                <a:solidFill>
                  <a:srgbClr val="2D3748"/>
                </a:solidFill>
                <a:latin typeface="Calibri" pitchFamily="34" charset="0"/>
                <a:ea typeface="Calibri" pitchFamily="34" charset="-122"/>
                <a:cs typeface="Calibri" pitchFamily="34" charset="-120"/>
              </a:rPr>
              <a:t>Which concrete, data-backed actions should Marketing, Merchandising, and Operations take?</a:t>
            </a:r>
            <a:endParaRPr lang="en-US" sz="1400" dirty="0"/>
          </a:p>
        </p:txBody>
      </p:sp>
      <p:sp>
        <p:nvSpPr>
          <p:cNvPr id="21" name="Text 19"/>
          <p:cNvSpPr/>
          <p:nvPr/>
        </p:nvSpPr>
        <p:spPr>
          <a:xfrm>
            <a:off x="762000" y="7448550"/>
            <a:ext cx="14732000" cy="863600"/>
          </a:xfrm>
          <a:prstGeom prst="rect">
            <a:avLst/>
          </a:prstGeom>
          <a:noFill/>
          <a:ln/>
        </p:spPr>
        <p:txBody>
          <a:bodyPr wrap="square" lIns="0" tIns="0" rIns="0" bIns="0" rtlCol="0" anchor="t"/>
          <a:lstStyle/>
          <a:p>
            <a:pPr algn="just">
              <a:lnSpc>
                <a:spcPct val="150000"/>
              </a:lnSpc>
            </a:pPr>
            <a:r>
              <a:rPr lang="en-US" sz="1500" b="1" dirty="0">
                <a:solidFill>
                  <a:srgbClr val="2D3748"/>
                </a:solidFill>
                <a:latin typeface="Calibri" pitchFamily="34" charset="0"/>
                <a:ea typeface="Calibri" pitchFamily="34" charset="-122"/>
                <a:cs typeface="Calibri" pitchFamily="34" charset="-120"/>
              </a:rPr>
              <a:t>Scope of Decisions Addressed:</a:t>
            </a:r>
            <a:r>
              <a:rPr lang="en-US" sz="1500" dirty="0">
                <a:solidFill>
                  <a:srgbClr val="2D3748"/>
                </a:solidFill>
                <a:latin typeface="Calibri" pitchFamily="34" charset="0"/>
                <a:ea typeface="Calibri" pitchFamily="34" charset="-122"/>
                <a:cs typeface="Calibri" pitchFamily="34" charset="-120"/>
              </a:rPr>
              <a:t> Which products to promote, which time slots to prioritize, which customers are at risk of churn, how to allocate staffing and delivery resources, where to rationalize the product catalogue, and how to design replenishment-based marketing programs (e.g., subscribe-and-save on top reorder items).</a:t>
            </a:r>
            <a:endParaRPr lang="en-US" sz="1500" dirty="0"/>
          </a:p>
        </p:txBody>
      </p:sp>
      <p:sp>
        <p:nvSpPr>
          <p:cNvPr id="22" name="Shape 20"/>
          <p:cNvSpPr/>
          <p:nvPr/>
        </p:nvSpPr>
        <p:spPr>
          <a:xfrm>
            <a:off x="762000" y="8763000"/>
            <a:ext cx="14732000" cy="25400"/>
          </a:xfrm>
          <a:prstGeom prst="rect">
            <a:avLst/>
          </a:prstGeom>
          <a:solidFill>
            <a:srgbClr val="1B4F8F"/>
          </a:solidFill>
          <a:ln/>
        </p:spPr>
        <p:txBody>
          <a:bodyPr/>
          <a:lstStyle/>
          <a:p>
            <a:endParaRPr lang="en-IN"/>
          </a:p>
        </p:txBody>
      </p:sp>
      <p:sp>
        <p:nvSpPr>
          <p:cNvPr id="23" name="Text 21"/>
          <p:cNvSpPr/>
          <p:nvPr/>
        </p:nvSpPr>
        <p:spPr>
          <a:xfrm>
            <a:off x="14478000" y="8826500"/>
            <a:ext cx="1016000" cy="254000"/>
          </a:xfrm>
          <a:prstGeom prst="rect">
            <a:avLst/>
          </a:prstGeom>
          <a:noFill/>
          <a:ln/>
        </p:spPr>
        <p:txBody>
          <a:bodyPr wrap="none" lIns="0" tIns="0" rIns="0" bIns="0" rtlCol="0" anchor="ctr"/>
          <a:lstStyle/>
          <a:p>
            <a:pPr algn="r">
              <a:lnSpc>
                <a:spcPct val="120000"/>
              </a:lnSpc>
            </a:pPr>
            <a:r>
              <a:rPr lang="en-US" sz="1200" dirty="0">
                <a:solidFill>
                  <a:srgbClr val="718096"/>
                </a:solidFill>
                <a:latin typeface="Calibri" pitchFamily="34" charset="0"/>
                <a:ea typeface="Calibri" pitchFamily="34" charset="-122"/>
                <a:cs typeface="Calibri" pitchFamily="34" charset="-120"/>
              </a:rPr>
              <a:t>5 / 55</a:t>
            </a:r>
            <a:endParaRPr lang="en-US" sz="1200" dirty="0"/>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62000" y="444500"/>
            <a:ext cx="11430000" cy="444500"/>
          </a:xfrm>
          <a:prstGeom prst="rect">
            <a:avLst/>
          </a:prstGeom>
          <a:noFill/>
          <a:ln/>
        </p:spPr>
        <p:txBody>
          <a:bodyPr wrap="none" lIns="0" tIns="0" rIns="0" bIns="0" rtlCol="0" anchor="ctr"/>
          <a:lstStyle/>
          <a:p>
            <a:pPr algn="l">
              <a:lnSpc>
                <a:spcPct val="130000"/>
              </a:lnSpc>
            </a:pPr>
            <a:r>
              <a:rPr lang="en-US" sz="2400" b="1" dirty="0">
                <a:solidFill>
                  <a:srgbClr val="2D3748"/>
                </a:solidFill>
                <a:latin typeface="Calibri" pitchFamily="34" charset="0"/>
                <a:ea typeface="Calibri" pitchFamily="34" charset="-122"/>
                <a:cs typeface="Calibri" pitchFamily="34" charset="-120"/>
              </a:rPr>
              <a:t>Project Objectives &amp; Analytical Framework</a:t>
            </a:r>
            <a:endParaRPr lang="en-US" sz="2400" dirty="0"/>
          </a:p>
        </p:txBody>
      </p:sp>
      <p:sp>
        <p:nvSpPr>
          <p:cNvPr id="3" name="Shape 1"/>
          <p:cNvSpPr/>
          <p:nvPr/>
        </p:nvSpPr>
        <p:spPr>
          <a:xfrm>
            <a:off x="762000" y="952500"/>
            <a:ext cx="14732000" cy="25400"/>
          </a:xfrm>
          <a:prstGeom prst="rect">
            <a:avLst/>
          </a:prstGeom>
          <a:solidFill>
            <a:srgbClr val="1B4F8F"/>
          </a:solidFill>
          <a:ln/>
        </p:spPr>
        <p:txBody>
          <a:bodyPr/>
          <a:lstStyle/>
          <a:p>
            <a:endParaRPr lang="en-IN"/>
          </a:p>
        </p:txBody>
      </p:sp>
      <p:sp>
        <p:nvSpPr>
          <p:cNvPr id="4" name="Text 2"/>
          <p:cNvSpPr/>
          <p:nvPr/>
        </p:nvSpPr>
        <p:spPr>
          <a:xfrm>
            <a:off x="762000" y="1143000"/>
            <a:ext cx="14732000" cy="698500"/>
          </a:xfrm>
          <a:prstGeom prst="rect">
            <a:avLst/>
          </a:prstGeom>
          <a:noFill/>
          <a:ln/>
        </p:spPr>
        <p:txBody>
          <a:bodyPr wrap="square" lIns="0" tIns="0" rIns="0" bIns="0" rtlCol="0" anchor="t"/>
          <a:lstStyle/>
          <a:p>
            <a:pPr algn="l">
              <a:lnSpc>
                <a:spcPct val="150000"/>
              </a:lnSpc>
            </a:pPr>
            <a:r>
              <a:rPr lang="en-US" sz="1500" dirty="0">
                <a:solidFill>
                  <a:srgbClr val="2D3748"/>
                </a:solidFill>
                <a:latin typeface="Calibri" pitchFamily="34" charset="0"/>
                <a:ea typeface="Calibri" pitchFamily="34" charset="-122"/>
                <a:cs typeface="Calibri" pitchFamily="34" charset="-120"/>
              </a:rPr>
              <a:t>The project brief specified </a:t>
            </a:r>
            <a:r>
              <a:rPr lang="en-US" sz="1500" b="1" dirty="0">
                <a:solidFill>
                  <a:srgbClr val="2D3748"/>
                </a:solidFill>
                <a:latin typeface="Calibri" pitchFamily="34" charset="0"/>
                <a:ea typeface="Calibri" pitchFamily="34" charset="-122"/>
                <a:cs typeface="Calibri" pitchFamily="34" charset="-120"/>
              </a:rPr>
              <a:t>20 analytical questions</a:t>
            </a:r>
            <a:r>
              <a:rPr lang="en-US" sz="1500" dirty="0">
                <a:solidFill>
                  <a:srgbClr val="2D3748"/>
                </a:solidFill>
                <a:latin typeface="Calibri" pitchFamily="34" charset="0"/>
                <a:ea typeface="Calibri" pitchFamily="34" charset="-122"/>
                <a:cs typeface="Calibri" pitchFamily="34" charset="-120"/>
              </a:rPr>
              <a:t> spanning product catalogue structure, customer behavior, order timing, and reorder patterns. These were grouped into </a:t>
            </a:r>
            <a:r>
              <a:rPr lang="en-US" sz="1500" b="1" dirty="0">
                <a:solidFill>
                  <a:srgbClr val="2D3748"/>
                </a:solidFill>
                <a:latin typeface="Calibri" pitchFamily="34" charset="0"/>
                <a:ea typeface="Calibri" pitchFamily="34" charset="-122"/>
                <a:cs typeface="Calibri" pitchFamily="34" charset="-120"/>
              </a:rPr>
              <a:t>four analytical objectives</a:t>
            </a:r>
            <a:r>
              <a:rPr lang="en-US" sz="1500" dirty="0">
                <a:solidFill>
                  <a:srgbClr val="2D3748"/>
                </a:solidFill>
                <a:latin typeface="Calibri" pitchFamily="34" charset="0"/>
                <a:ea typeface="Calibri" pitchFamily="34" charset="-122"/>
                <a:cs typeface="Calibri" pitchFamily="34" charset="-120"/>
              </a:rPr>
              <a:t> that map directly to business decisions:</a:t>
            </a:r>
            <a:endParaRPr lang="en-US" sz="1500" dirty="0"/>
          </a:p>
        </p:txBody>
      </p:sp>
      <p:sp>
        <p:nvSpPr>
          <p:cNvPr id="5" name="Shape 3"/>
          <p:cNvSpPr/>
          <p:nvPr/>
        </p:nvSpPr>
        <p:spPr>
          <a:xfrm>
            <a:off x="762000" y="2519062"/>
            <a:ext cx="6616700" cy="1651000"/>
          </a:xfrm>
          <a:prstGeom prst="rect">
            <a:avLst/>
          </a:prstGeom>
          <a:solidFill>
            <a:srgbClr val="EDF2F7"/>
          </a:solidFill>
          <a:ln/>
        </p:spPr>
        <p:txBody>
          <a:bodyPr/>
          <a:lstStyle/>
          <a:p>
            <a:endParaRPr lang="en-IN"/>
          </a:p>
        </p:txBody>
      </p:sp>
      <p:sp>
        <p:nvSpPr>
          <p:cNvPr id="6" name="Shape 4"/>
          <p:cNvSpPr/>
          <p:nvPr/>
        </p:nvSpPr>
        <p:spPr>
          <a:xfrm>
            <a:off x="762000" y="2519062"/>
            <a:ext cx="50800" cy="1651000"/>
          </a:xfrm>
          <a:prstGeom prst="rect">
            <a:avLst/>
          </a:prstGeom>
          <a:solidFill>
            <a:srgbClr val="1B4F8F"/>
          </a:solidFill>
          <a:ln/>
        </p:spPr>
        <p:txBody>
          <a:bodyPr/>
          <a:lstStyle/>
          <a:p>
            <a:endParaRPr lang="en-IN"/>
          </a:p>
        </p:txBody>
      </p:sp>
      <p:sp>
        <p:nvSpPr>
          <p:cNvPr id="7" name="Text 5"/>
          <p:cNvSpPr/>
          <p:nvPr/>
        </p:nvSpPr>
        <p:spPr>
          <a:xfrm>
            <a:off x="990600" y="2607962"/>
            <a:ext cx="6731000" cy="317500"/>
          </a:xfrm>
          <a:prstGeom prst="rect">
            <a:avLst/>
          </a:prstGeom>
          <a:noFill/>
          <a:ln/>
        </p:spPr>
        <p:txBody>
          <a:bodyPr wrap="none" lIns="0" tIns="0" rIns="0" bIns="0" rtlCol="0" anchor="ctr"/>
          <a:lstStyle/>
          <a:p>
            <a:pPr algn="l">
              <a:lnSpc>
                <a:spcPct val="120000"/>
              </a:lnSpc>
            </a:pPr>
            <a:r>
              <a:rPr lang="en-US" sz="1600" b="1" dirty="0">
                <a:solidFill>
                  <a:srgbClr val="1B4F8F"/>
                </a:solidFill>
                <a:latin typeface="Calibri" pitchFamily="34" charset="0"/>
                <a:ea typeface="Calibri" pitchFamily="34" charset="-122"/>
                <a:cs typeface="Calibri" pitchFamily="34" charset="-120"/>
              </a:rPr>
              <a:t>Catalogue &amp; Assortment Objective</a:t>
            </a:r>
            <a:endParaRPr lang="en-US" sz="1600" dirty="0"/>
          </a:p>
        </p:txBody>
      </p:sp>
      <p:sp>
        <p:nvSpPr>
          <p:cNvPr id="8" name="Text 6"/>
          <p:cNvSpPr/>
          <p:nvPr/>
        </p:nvSpPr>
        <p:spPr>
          <a:xfrm>
            <a:off x="990600" y="2963562"/>
            <a:ext cx="6731000" cy="254000"/>
          </a:xfrm>
          <a:prstGeom prst="rect">
            <a:avLst/>
          </a:prstGeom>
          <a:noFill/>
          <a:ln/>
        </p:spPr>
        <p:txBody>
          <a:bodyPr wrap="none" lIns="0" tIns="0" rIns="0" bIns="0" rtlCol="0" anchor="ctr"/>
          <a:lstStyle/>
          <a:p>
            <a:pPr algn="l">
              <a:lnSpc>
                <a:spcPct val="120000"/>
              </a:lnSpc>
            </a:pPr>
            <a:r>
              <a:rPr lang="en-US" sz="1300" dirty="0">
                <a:solidFill>
                  <a:srgbClr val="718096"/>
                </a:solidFill>
                <a:latin typeface="Calibri" pitchFamily="34" charset="0"/>
                <a:ea typeface="Calibri" pitchFamily="34" charset="-122"/>
                <a:cs typeface="Calibri" pitchFamily="34" charset="-120"/>
              </a:rPr>
              <a:t>Questions 1-3, 20</a:t>
            </a:r>
            <a:endParaRPr lang="en-US" sz="1300" dirty="0"/>
          </a:p>
        </p:txBody>
      </p:sp>
      <p:sp>
        <p:nvSpPr>
          <p:cNvPr id="9" name="Text 7"/>
          <p:cNvSpPr/>
          <p:nvPr/>
        </p:nvSpPr>
        <p:spPr>
          <a:xfrm>
            <a:off x="990600" y="3281062"/>
            <a:ext cx="6096000" cy="762000"/>
          </a:xfrm>
          <a:prstGeom prst="rect">
            <a:avLst/>
          </a:prstGeom>
          <a:noFill/>
          <a:ln/>
        </p:spPr>
        <p:txBody>
          <a:bodyPr wrap="square" lIns="0" tIns="0" rIns="0" bIns="0" rtlCol="0" anchor="t"/>
          <a:lstStyle/>
          <a:p>
            <a:pPr algn="just">
              <a:lnSpc>
                <a:spcPct val="145000"/>
              </a:lnSpc>
            </a:pPr>
            <a:r>
              <a:rPr lang="en-US" sz="1400" dirty="0">
                <a:solidFill>
                  <a:srgbClr val="2D3748"/>
                </a:solidFill>
                <a:latin typeface="Calibri" pitchFamily="34" charset="0"/>
                <a:ea typeface="Calibri" pitchFamily="34" charset="-122"/>
                <a:cs typeface="Calibri" pitchFamily="34" charset="-120"/>
              </a:rPr>
              <a:t>Quantify product distribution across departments and aisles. Identify which categories carry the most SKUs versus the most demand.</a:t>
            </a:r>
            <a:endParaRPr lang="en-US" sz="1400" dirty="0"/>
          </a:p>
        </p:txBody>
      </p:sp>
      <p:sp>
        <p:nvSpPr>
          <p:cNvPr id="10" name="Shape 8"/>
          <p:cNvSpPr/>
          <p:nvPr/>
        </p:nvSpPr>
        <p:spPr>
          <a:xfrm>
            <a:off x="8877302" y="2519062"/>
            <a:ext cx="6616700" cy="1651000"/>
          </a:xfrm>
          <a:prstGeom prst="rect">
            <a:avLst/>
          </a:prstGeom>
          <a:solidFill>
            <a:srgbClr val="EDF2F7"/>
          </a:solidFill>
          <a:ln/>
        </p:spPr>
        <p:txBody>
          <a:bodyPr/>
          <a:lstStyle/>
          <a:p>
            <a:endParaRPr lang="en-IN"/>
          </a:p>
        </p:txBody>
      </p:sp>
      <p:sp>
        <p:nvSpPr>
          <p:cNvPr id="11" name="Shape 9"/>
          <p:cNvSpPr/>
          <p:nvPr/>
        </p:nvSpPr>
        <p:spPr>
          <a:xfrm>
            <a:off x="8877302" y="2519062"/>
            <a:ext cx="50800" cy="1651000"/>
          </a:xfrm>
          <a:prstGeom prst="rect">
            <a:avLst/>
          </a:prstGeom>
          <a:solidFill>
            <a:srgbClr val="1B4F8F"/>
          </a:solidFill>
          <a:ln/>
        </p:spPr>
        <p:txBody>
          <a:bodyPr/>
          <a:lstStyle/>
          <a:p>
            <a:endParaRPr lang="en-IN"/>
          </a:p>
        </p:txBody>
      </p:sp>
      <p:sp>
        <p:nvSpPr>
          <p:cNvPr id="12" name="Text 10"/>
          <p:cNvSpPr/>
          <p:nvPr/>
        </p:nvSpPr>
        <p:spPr>
          <a:xfrm>
            <a:off x="9105902" y="2607962"/>
            <a:ext cx="6731000" cy="317500"/>
          </a:xfrm>
          <a:prstGeom prst="rect">
            <a:avLst/>
          </a:prstGeom>
          <a:noFill/>
          <a:ln/>
        </p:spPr>
        <p:txBody>
          <a:bodyPr wrap="none" lIns="0" tIns="0" rIns="0" bIns="0" rtlCol="0" anchor="ctr"/>
          <a:lstStyle/>
          <a:p>
            <a:pPr algn="l">
              <a:lnSpc>
                <a:spcPct val="120000"/>
              </a:lnSpc>
            </a:pPr>
            <a:r>
              <a:rPr lang="en-US" sz="1600" b="1" dirty="0">
                <a:solidFill>
                  <a:srgbClr val="1B4F8F"/>
                </a:solidFill>
                <a:latin typeface="Calibri" pitchFamily="34" charset="0"/>
                <a:ea typeface="Calibri" pitchFamily="34" charset="-122"/>
                <a:cs typeface="Calibri" pitchFamily="34" charset="-120"/>
              </a:rPr>
              <a:t>Customer Behavior Objective</a:t>
            </a:r>
            <a:endParaRPr lang="en-US" sz="1600" dirty="0"/>
          </a:p>
        </p:txBody>
      </p:sp>
      <p:sp>
        <p:nvSpPr>
          <p:cNvPr id="13" name="Text 11"/>
          <p:cNvSpPr/>
          <p:nvPr/>
        </p:nvSpPr>
        <p:spPr>
          <a:xfrm>
            <a:off x="9105902" y="2963562"/>
            <a:ext cx="6731000" cy="254000"/>
          </a:xfrm>
          <a:prstGeom prst="rect">
            <a:avLst/>
          </a:prstGeom>
          <a:noFill/>
          <a:ln/>
        </p:spPr>
        <p:txBody>
          <a:bodyPr wrap="none" lIns="0" tIns="0" rIns="0" bIns="0" rtlCol="0" anchor="ctr"/>
          <a:lstStyle/>
          <a:p>
            <a:pPr algn="l">
              <a:lnSpc>
                <a:spcPct val="120000"/>
              </a:lnSpc>
            </a:pPr>
            <a:r>
              <a:rPr lang="en-US" sz="1300" dirty="0">
                <a:solidFill>
                  <a:srgbClr val="718096"/>
                </a:solidFill>
                <a:latin typeface="Calibri" pitchFamily="34" charset="0"/>
                <a:ea typeface="Calibri" pitchFamily="34" charset="-122"/>
                <a:cs typeface="Calibri" pitchFamily="34" charset="-120"/>
              </a:rPr>
              <a:t>Questions 5, 6, 10, 11, 14, 19</a:t>
            </a:r>
            <a:endParaRPr lang="en-US" sz="1300" dirty="0"/>
          </a:p>
        </p:txBody>
      </p:sp>
      <p:sp>
        <p:nvSpPr>
          <p:cNvPr id="14" name="Text 12"/>
          <p:cNvSpPr/>
          <p:nvPr/>
        </p:nvSpPr>
        <p:spPr>
          <a:xfrm>
            <a:off x="9105902" y="3281062"/>
            <a:ext cx="6096000" cy="762000"/>
          </a:xfrm>
          <a:prstGeom prst="rect">
            <a:avLst/>
          </a:prstGeom>
          <a:noFill/>
          <a:ln/>
        </p:spPr>
        <p:txBody>
          <a:bodyPr wrap="square" lIns="0" tIns="0" rIns="0" bIns="0" rtlCol="0" anchor="t"/>
          <a:lstStyle/>
          <a:p>
            <a:pPr algn="just">
              <a:lnSpc>
                <a:spcPct val="145000"/>
              </a:lnSpc>
            </a:pPr>
            <a:r>
              <a:rPr lang="en-US" sz="1400" dirty="0">
                <a:solidFill>
                  <a:srgbClr val="2D3748"/>
                </a:solidFill>
                <a:latin typeface="Calibri" pitchFamily="34" charset="0"/>
                <a:ea typeface="Calibri" pitchFamily="34" charset="-122"/>
                <a:cs typeface="Calibri" pitchFamily="34" charset="-120"/>
              </a:rPr>
              <a:t>Profile customer base by order frequency, basket size, department reach, and purchase cadence.</a:t>
            </a:r>
            <a:endParaRPr lang="en-US" sz="1400" dirty="0"/>
          </a:p>
        </p:txBody>
      </p:sp>
      <p:sp>
        <p:nvSpPr>
          <p:cNvPr id="15" name="Shape 13"/>
          <p:cNvSpPr/>
          <p:nvPr/>
        </p:nvSpPr>
        <p:spPr>
          <a:xfrm>
            <a:off x="762000" y="4572000"/>
            <a:ext cx="6616700" cy="1651000"/>
          </a:xfrm>
          <a:prstGeom prst="rect">
            <a:avLst/>
          </a:prstGeom>
          <a:solidFill>
            <a:srgbClr val="EDF2F7"/>
          </a:solidFill>
          <a:ln/>
        </p:spPr>
        <p:txBody>
          <a:bodyPr/>
          <a:lstStyle/>
          <a:p>
            <a:endParaRPr lang="en-IN"/>
          </a:p>
        </p:txBody>
      </p:sp>
      <p:sp>
        <p:nvSpPr>
          <p:cNvPr id="16" name="Shape 14"/>
          <p:cNvSpPr/>
          <p:nvPr/>
        </p:nvSpPr>
        <p:spPr>
          <a:xfrm>
            <a:off x="762000" y="4572000"/>
            <a:ext cx="50800" cy="1651000"/>
          </a:xfrm>
          <a:prstGeom prst="rect">
            <a:avLst/>
          </a:prstGeom>
          <a:solidFill>
            <a:srgbClr val="1B4F8F"/>
          </a:solidFill>
          <a:ln/>
        </p:spPr>
        <p:txBody>
          <a:bodyPr/>
          <a:lstStyle/>
          <a:p>
            <a:endParaRPr lang="en-IN"/>
          </a:p>
        </p:txBody>
      </p:sp>
      <p:sp>
        <p:nvSpPr>
          <p:cNvPr id="17" name="Text 15"/>
          <p:cNvSpPr/>
          <p:nvPr/>
        </p:nvSpPr>
        <p:spPr>
          <a:xfrm>
            <a:off x="990600" y="4660900"/>
            <a:ext cx="6731000" cy="317500"/>
          </a:xfrm>
          <a:prstGeom prst="rect">
            <a:avLst/>
          </a:prstGeom>
          <a:noFill/>
          <a:ln/>
        </p:spPr>
        <p:txBody>
          <a:bodyPr wrap="none" lIns="0" tIns="0" rIns="0" bIns="0" rtlCol="0" anchor="ctr"/>
          <a:lstStyle/>
          <a:p>
            <a:pPr algn="l">
              <a:lnSpc>
                <a:spcPct val="120000"/>
              </a:lnSpc>
            </a:pPr>
            <a:r>
              <a:rPr lang="en-US" sz="1600" b="1" dirty="0">
                <a:solidFill>
                  <a:srgbClr val="1B4F8F"/>
                </a:solidFill>
                <a:latin typeface="Calibri" pitchFamily="34" charset="0"/>
                <a:ea typeface="Calibri" pitchFamily="34" charset="-122"/>
                <a:cs typeface="Calibri" pitchFamily="34" charset="-120"/>
              </a:rPr>
              <a:t>Temporal / Demand-Timing Objective</a:t>
            </a:r>
            <a:endParaRPr lang="en-US" sz="1600" dirty="0"/>
          </a:p>
        </p:txBody>
      </p:sp>
      <p:sp>
        <p:nvSpPr>
          <p:cNvPr id="18" name="Text 16"/>
          <p:cNvSpPr/>
          <p:nvPr/>
        </p:nvSpPr>
        <p:spPr>
          <a:xfrm>
            <a:off x="990600" y="5016500"/>
            <a:ext cx="6731000" cy="254000"/>
          </a:xfrm>
          <a:prstGeom prst="rect">
            <a:avLst/>
          </a:prstGeom>
          <a:noFill/>
          <a:ln/>
        </p:spPr>
        <p:txBody>
          <a:bodyPr wrap="none" lIns="0" tIns="0" rIns="0" bIns="0" rtlCol="0" anchor="ctr"/>
          <a:lstStyle/>
          <a:p>
            <a:pPr algn="l">
              <a:lnSpc>
                <a:spcPct val="120000"/>
              </a:lnSpc>
            </a:pPr>
            <a:r>
              <a:rPr lang="en-US" sz="1300" dirty="0">
                <a:solidFill>
                  <a:srgbClr val="718096"/>
                </a:solidFill>
                <a:latin typeface="Calibri" pitchFamily="34" charset="0"/>
                <a:ea typeface="Calibri" pitchFamily="34" charset="-122"/>
                <a:cs typeface="Calibri" pitchFamily="34" charset="-120"/>
              </a:rPr>
              <a:t>Questions 7, 8, 15, 16, 18</a:t>
            </a:r>
            <a:endParaRPr lang="en-US" sz="1300" dirty="0"/>
          </a:p>
        </p:txBody>
      </p:sp>
      <p:sp>
        <p:nvSpPr>
          <p:cNvPr id="19" name="Text 17"/>
          <p:cNvSpPr/>
          <p:nvPr/>
        </p:nvSpPr>
        <p:spPr>
          <a:xfrm>
            <a:off x="990600" y="5334000"/>
            <a:ext cx="6096000" cy="762000"/>
          </a:xfrm>
          <a:prstGeom prst="rect">
            <a:avLst/>
          </a:prstGeom>
          <a:noFill/>
          <a:ln/>
        </p:spPr>
        <p:txBody>
          <a:bodyPr wrap="square" lIns="0" tIns="0" rIns="0" bIns="0" rtlCol="0" anchor="t"/>
          <a:lstStyle/>
          <a:p>
            <a:pPr algn="just">
              <a:lnSpc>
                <a:spcPct val="145000"/>
              </a:lnSpc>
            </a:pPr>
            <a:r>
              <a:rPr lang="en-US" sz="1400" dirty="0">
                <a:solidFill>
                  <a:srgbClr val="2D3748"/>
                </a:solidFill>
                <a:latin typeface="Calibri" pitchFamily="34" charset="0"/>
                <a:ea typeface="Calibri" pitchFamily="34" charset="-122"/>
                <a:cs typeface="Calibri" pitchFamily="34" charset="-120"/>
              </a:rPr>
              <a:t>Identify peak ordering hours and days, and how basket size shifts across the week, to inform staffing and promotional scheduling.</a:t>
            </a:r>
            <a:endParaRPr lang="en-US" sz="1400" dirty="0"/>
          </a:p>
        </p:txBody>
      </p:sp>
      <p:sp>
        <p:nvSpPr>
          <p:cNvPr id="20" name="Shape 18"/>
          <p:cNvSpPr/>
          <p:nvPr/>
        </p:nvSpPr>
        <p:spPr>
          <a:xfrm>
            <a:off x="8877302" y="4572000"/>
            <a:ext cx="6616700" cy="1651000"/>
          </a:xfrm>
          <a:prstGeom prst="rect">
            <a:avLst/>
          </a:prstGeom>
          <a:solidFill>
            <a:srgbClr val="EDF2F7"/>
          </a:solidFill>
          <a:ln/>
        </p:spPr>
        <p:txBody>
          <a:bodyPr/>
          <a:lstStyle/>
          <a:p>
            <a:endParaRPr lang="en-IN"/>
          </a:p>
        </p:txBody>
      </p:sp>
      <p:sp>
        <p:nvSpPr>
          <p:cNvPr id="21" name="Shape 19"/>
          <p:cNvSpPr/>
          <p:nvPr/>
        </p:nvSpPr>
        <p:spPr>
          <a:xfrm>
            <a:off x="8877302" y="4572000"/>
            <a:ext cx="50800" cy="1651000"/>
          </a:xfrm>
          <a:prstGeom prst="rect">
            <a:avLst/>
          </a:prstGeom>
          <a:solidFill>
            <a:srgbClr val="1B4F8F"/>
          </a:solidFill>
          <a:ln/>
        </p:spPr>
        <p:txBody>
          <a:bodyPr/>
          <a:lstStyle/>
          <a:p>
            <a:endParaRPr lang="en-IN"/>
          </a:p>
        </p:txBody>
      </p:sp>
      <p:sp>
        <p:nvSpPr>
          <p:cNvPr id="22" name="Text 20"/>
          <p:cNvSpPr/>
          <p:nvPr/>
        </p:nvSpPr>
        <p:spPr>
          <a:xfrm>
            <a:off x="9105902" y="4660900"/>
            <a:ext cx="6731000" cy="317500"/>
          </a:xfrm>
          <a:prstGeom prst="rect">
            <a:avLst/>
          </a:prstGeom>
          <a:noFill/>
          <a:ln/>
        </p:spPr>
        <p:txBody>
          <a:bodyPr wrap="none" lIns="0" tIns="0" rIns="0" bIns="0" rtlCol="0" anchor="ctr"/>
          <a:lstStyle/>
          <a:p>
            <a:pPr algn="l">
              <a:lnSpc>
                <a:spcPct val="120000"/>
              </a:lnSpc>
            </a:pPr>
            <a:r>
              <a:rPr lang="en-US" sz="1600" b="1" dirty="0">
                <a:solidFill>
                  <a:srgbClr val="1B4F8F"/>
                </a:solidFill>
                <a:latin typeface="Calibri" pitchFamily="34" charset="0"/>
                <a:ea typeface="Calibri" pitchFamily="34" charset="-122"/>
                <a:cs typeface="Calibri" pitchFamily="34" charset="-120"/>
              </a:rPr>
              <a:t>Product Performance &amp; Loyalty Objective</a:t>
            </a:r>
            <a:endParaRPr lang="en-US" sz="1600" dirty="0"/>
          </a:p>
        </p:txBody>
      </p:sp>
      <p:sp>
        <p:nvSpPr>
          <p:cNvPr id="23" name="Text 21"/>
          <p:cNvSpPr/>
          <p:nvPr/>
        </p:nvSpPr>
        <p:spPr>
          <a:xfrm>
            <a:off x="9105902" y="5016500"/>
            <a:ext cx="6731000" cy="254000"/>
          </a:xfrm>
          <a:prstGeom prst="rect">
            <a:avLst/>
          </a:prstGeom>
          <a:noFill/>
          <a:ln/>
        </p:spPr>
        <p:txBody>
          <a:bodyPr wrap="none" lIns="0" tIns="0" rIns="0" bIns="0" rtlCol="0" anchor="ctr"/>
          <a:lstStyle/>
          <a:p>
            <a:pPr algn="l">
              <a:lnSpc>
                <a:spcPct val="120000"/>
              </a:lnSpc>
            </a:pPr>
            <a:r>
              <a:rPr lang="en-US" sz="1300" dirty="0">
                <a:solidFill>
                  <a:srgbClr val="718096"/>
                </a:solidFill>
                <a:latin typeface="Calibri" pitchFamily="34" charset="0"/>
                <a:ea typeface="Calibri" pitchFamily="34" charset="-122"/>
                <a:cs typeface="Calibri" pitchFamily="34" charset="-120"/>
              </a:rPr>
              <a:t>Questions 4, 9, 12, 13, 17</a:t>
            </a:r>
            <a:endParaRPr lang="en-US" sz="1300" dirty="0"/>
          </a:p>
        </p:txBody>
      </p:sp>
      <p:sp>
        <p:nvSpPr>
          <p:cNvPr id="24" name="Text 22"/>
          <p:cNvSpPr/>
          <p:nvPr/>
        </p:nvSpPr>
        <p:spPr>
          <a:xfrm>
            <a:off x="9105902" y="5334000"/>
            <a:ext cx="6096000" cy="762000"/>
          </a:xfrm>
          <a:prstGeom prst="rect">
            <a:avLst/>
          </a:prstGeom>
          <a:noFill/>
          <a:ln/>
        </p:spPr>
        <p:txBody>
          <a:bodyPr wrap="square" lIns="0" tIns="0" rIns="0" bIns="0" rtlCol="0" anchor="t"/>
          <a:lstStyle/>
          <a:p>
            <a:pPr algn="just">
              <a:lnSpc>
                <a:spcPct val="145000"/>
              </a:lnSpc>
            </a:pPr>
            <a:r>
              <a:rPr lang="en-US" sz="1400" dirty="0">
                <a:solidFill>
                  <a:srgbClr val="2D3748"/>
                </a:solidFill>
                <a:latin typeface="Calibri" pitchFamily="34" charset="0"/>
                <a:ea typeface="Calibri" pitchFamily="34" charset="-122"/>
                <a:cs typeface="Calibri" pitchFamily="34" charset="-120"/>
              </a:rPr>
              <a:t>Surface products and aisles with highest reorder rates, and categories that anchor repeat purchase behavior.</a:t>
            </a:r>
            <a:endParaRPr lang="en-US" sz="1400" dirty="0"/>
          </a:p>
        </p:txBody>
      </p:sp>
      <p:sp>
        <p:nvSpPr>
          <p:cNvPr id="25" name="Text 23"/>
          <p:cNvSpPr/>
          <p:nvPr/>
        </p:nvSpPr>
        <p:spPr>
          <a:xfrm>
            <a:off x="762000" y="6731000"/>
            <a:ext cx="5080000" cy="355600"/>
          </a:xfrm>
          <a:prstGeom prst="rect">
            <a:avLst/>
          </a:prstGeom>
          <a:noFill/>
          <a:ln/>
        </p:spPr>
        <p:txBody>
          <a:bodyPr wrap="none" lIns="0" tIns="0" rIns="0" bIns="0" rtlCol="0" anchor="ctr"/>
          <a:lstStyle/>
          <a:p>
            <a:pPr algn="l">
              <a:lnSpc>
                <a:spcPct val="120000"/>
              </a:lnSpc>
            </a:pPr>
            <a:r>
              <a:rPr lang="en-US" sz="1800" b="1" dirty="0">
                <a:solidFill>
                  <a:srgbClr val="1B4F8F"/>
                </a:solidFill>
                <a:latin typeface="Calibri" pitchFamily="34" charset="0"/>
                <a:ea typeface="Calibri" pitchFamily="34" charset="-122"/>
                <a:cs typeface="Calibri" pitchFamily="34" charset="-120"/>
              </a:rPr>
              <a:t>Unified Analytical Discipline</a:t>
            </a:r>
            <a:endParaRPr lang="en-US" sz="1800" dirty="0"/>
          </a:p>
        </p:txBody>
      </p:sp>
      <p:sp>
        <p:nvSpPr>
          <p:cNvPr id="26" name="Text 24"/>
          <p:cNvSpPr/>
          <p:nvPr/>
        </p:nvSpPr>
        <p:spPr>
          <a:xfrm>
            <a:off x="762000" y="7175500"/>
            <a:ext cx="14732000" cy="1270000"/>
          </a:xfrm>
          <a:prstGeom prst="rect">
            <a:avLst/>
          </a:prstGeom>
          <a:noFill/>
          <a:ln/>
        </p:spPr>
        <p:txBody>
          <a:bodyPr wrap="square" lIns="0" tIns="0" rIns="0" bIns="0" rtlCol="0" anchor="t"/>
          <a:lstStyle/>
          <a:p>
            <a:pPr algn="l">
              <a:lnSpc>
                <a:spcPct val="150000"/>
              </a:lnSpc>
            </a:pPr>
            <a:r>
              <a:rPr lang="en-US" sz="1500" dirty="0">
                <a:solidFill>
                  <a:srgbClr val="2D3748"/>
                </a:solidFill>
                <a:latin typeface="Calibri" pitchFamily="34" charset="0"/>
                <a:ea typeface="Calibri" pitchFamily="34" charset="-122"/>
                <a:cs typeface="Calibri" pitchFamily="34" charset="-120"/>
              </a:rPr>
              <a:t>Each objective is addressed using the same three-layer discipline: </a:t>
            </a:r>
            <a:r>
              <a:rPr lang="en-US" sz="1500" b="1" dirty="0">
                <a:solidFill>
                  <a:srgbClr val="2D3748"/>
                </a:solidFill>
                <a:latin typeface="Calibri" pitchFamily="34" charset="0"/>
                <a:ea typeface="Calibri" pitchFamily="34" charset="-122"/>
                <a:cs typeface="Calibri" pitchFamily="34" charset="-120"/>
              </a:rPr>
              <a:t>SQL for validation</a:t>
            </a:r>
            <a:r>
              <a:rPr lang="en-US" sz="1500" dirty="0">
                <a:solidFill>
                  <a:srgbClr val="2D3748"/>
                </a:solidFill>
                <a:latin typeface="Calibri" pitchFamily="34" charset="0"/>
                <a:ea typeface="Calibri" pitchFamily="34" charset="-122"/>
                <a:cs typeface="Calibri" pitchFamily="34" charset="-120"/>
              </a:rPr>
              <a:t>, </a:t>
            </a:r>
            <a:r>
              <a:rPr lang="en-US" sz="1500" b="1" dirty="0">
                <a:solidFill>
                  <a:srgbClr val="2D3748"/>
                </a:solidFill>
                <a:latin typeface="Calibri" pitchFamily="34" charset="0"/>
                <a:ea typeface="Calibri" pitchFamily="34" charset="-122"/>
                <a:cs typeface="Calibri" pitchFamily="34" charset="-120"/>
              </a:rPr>
              <a:t>Python for quantitative analysis</a:t>
            </a:r>
            <a:r>
              <a:rPr lang="en-US" sz="1500" dirty="0">
                <a:solidFill>
                  <a:srgbClr val="2D3748"/>
                </a:solidFill>
                <a:latin typeface="Calibri" pitchFamily="34" charset="0"/>
                <a:ea typeface="Calibri" pitchFamily="34" charset="-122"/>
                <a:cs typeface="Calibri" pitchFamily="34" charset="-120"/>
              </a:rPr>
              <a:t>, and </a:t>
            </a:r>
            <a:r>
              <a:rPr lang="en-US" sz="1500" b="1" dirty="0">
                <a:solidFill>
                  <a:srgbClr val="2D3748"/>
                </a:solidFill>
                <a:latin typeface="Calibri" pitchFamily="34" charset="0"/>
                <a:ea typeface="Calibri" pitchFamily="34" charset="-122"/>
                <a:cs typeface="Calibri" pitchFamily="34" charset="-120"/>
              </a:rPr>
              <a:t>Power BI for stakeholder-facing visualization</a:t>
            </a:r>
            <a:r>
              <a:rPr lang="en-US" sz="1500" dirty="0">
                <a:solidFill>
                  <a:srgbClr val="2D3748"/>
                </a:solidFill>
                <a:latin typeface="Calibri" pitchFamily="34" charset="0"/>
                <a:ea typeface="Calibri" pitchFamily="34" charset="-122"/>
                <a:cs typeface="Calibri" pitchFamily="34" charset="-120"/>
              </a:rPr>
              <a:t> — with every finding pushed one step further than "what happened" to explain why it matters and what action it implies. This ensures triangulated, cross-checked conclusions that can be trusted for business decision-making.</a:t>
            </a:r>
            <a:endParaRPr lang="en-US" sz="1500" dirty="0"/>
          </a:p>
        </p:txBody>
      </p:sp>
      <p:sp>
        <p:nvSpPr>
          <p:cNvPr id="27" name="Shape 25"/>
          <p:cNvSpPr/>
          <p:nvPr/>
        </p:nvSpPr>
        <p:spPr>
          <a:xfrm>
            <a:off x="762000" y="8763000"/>
            <a:ext cx="14732000" cy="25400"/>
          </a:xfrm>
          <a:prstGeom prst="rect">
            <a:avLst/>
          </a:prstGeom>
          <a:solidFill>
            <a:srgbClr val="1B4F8F"/>
          </a:solidFill>
          <a:ln/>
        </p:spPr>
        <p:txBody>
          <a:bodyPr/>
          <a:lstStyle/>
          <a:p>
            <a:endParaRPr lang="en-IN"/>
          </a:p>
        </p:txBody>
      </p:sp>
      <p:sp>
        <p:nvSpPr>
          <p:cNvPr id="28" name="Text 26"/>
          <p:cNvSpPr/>
          <p:nvPr/>
        </p:nvSpPr>
        <p:spPr>
          <a:xfrm>
            <a:off x="14478000" y="8826500"/>
            <a:ext cx="1016000" cy="254000"/>
          </a:xfrm>
          <a:prstGeom prst="rect">
            <a:avLst/>
          </a:prstGeom>
          <a:noFill/>
          <a:ln/>
        </p:spPr>
        <p:txBody>
          <a:bodyPr wrap="none" lIns="0" tIns="0" rIns="0" bIns="0" rtlCol="0" anchor="ctr"/>
          <a:lstStyle/>
          <a:p>
            <a:pPr algn="r">
              <a:lnSpc>
                <a:spcPct val="120000"/>
              </a:lnSpc>
            </a:pPr>
            <a:r>
              <a:rPr lang="en-US" sz="1200" dirty="0">
                <a:solidFill>
                  <a:srgbClr val="718096"/>
                </a:solidFill>
                <a:latin typeface="Calibri" pitchFamily="34" charset="0"/>
                <a:ea typeface="Calibri" pitchFamily="34" charset="-122"/>
                <a:cs typeface="Calibri" pitchFamily="34" charset="-120"/>
              </a:rPr>
              <a:t>6 / 55</a:t>
            </a:r>
            <a:endParaRPr lang="en-US" sz="1200" dirty="0"/>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16" name="Shape 13">
            <a:extLst>
              <a:ext uri="{FF2B5EF4-FFF2-40B4-BE49-F238E27FC236}">
                <a16:creationId xmlns:a16="http://schemas.microsoft.com/office/drawing/2014/main" id="{BA801A6B-11A3-1D52-637E-C543303EDF8B}"/>
              </a:ext>
            </a:extLst>
          </p:cNvPr>
          <p:cNvSpPr/>
          <p:nvPr/>
        </p:nvSpPr>
        <p:spPr>
          <a:xfrm>
            <a:off x="812800" y="5207000"/>
            <a:ext cx="6908800" cy="1993900"/>
          </a:xfrm>
          <a:prstGeom prst="rect">
            <a:avLst/>
          </a:prstGeom>
          <a:solidFill>
            <a:srgbClr val="EDF2F7"/>
          </a:solidFill>
          <a:ln/>
        </p:spPr>
        <p:txBody>
          <a:bodyPr/>
          <a:lstStyle/>
          <a:p>
            <a:endParaRPr lang="en-IN"/>
          </a:p>
        </p:txBody>
      </p:sp>
      <p:sp>
        <p:nvSpPr>
          <p:cNvPr id="18" name="Shape 13">
            <a:extLst>
              <a:ext uri="{FF2B5EF4-FFF2-40B4-BE49-F238E27FC236}">
                <a16:creationId xmlns:a16="http://schemas.microsoft.com/office/drawing/2014/main" id="{DF856946-7B35-508B-1DF5-08EDD1C678BA}"/>
              </a:ext>
            </a:extLst>
          </p:cNvPr>
          <p:cNvSpPr/>
          <p:nvPr/>
        </p:nvSpPr>
        <p:spPr>
          <a:xfrm>
            <a:off x="8585200" y="5207000"/>
            <a:ext cx="6908800" cy="1993900"/>
          </a:xfrm>
          <a:prstGeom prst="rect">
            <a:avLst/>
          </a:prstGeom>
          <a:solidFill>
            <a:srgbClr val="EDF2F7"/>
          </a:solidFill>
          <a:ln/>
        </p:spPr>
        <p:txBody>
          <a:bodyPr/>
          <a:lstStyle/>
          <a:p>
            <a:endParaRPr lang="en-IN"/>
          </a:p>
        </p:txBody>
      </p:sp>
      <p:sp>
        <p:nvSpPr>
          <p:cNvPr id="2" name="Text 0"/>
          <p:cNvSpPr/>
          <p:nvPr/>
        </p:nvSpPr>
        <p:spPr>
          <a:xfrm>
            <a:off x="762000" y="444500"/>
            <a:ext cx="11430000" cy="444500"/>
          </a:xfrm>
          <a:prstGeom prst="rect">
            <a:avLst/>
          </a:prstGeom>
          <a:noFill/>
          <a:ln/>
        </p:spPr>
        <p:txBody>
          <a:bodyPr wrap="none" lIns="0" tIns="0" rIns="0" bIns="0" rtlCol="0" anchor="ctr"/>
          <a:lstStyle/>
          <a:p>
            <a:pPr algn="l">
              <a:lnSpc>
                <a:spcPct val="130000"/>
              </a:lnSpc>
            </a:pPr>
            <a:r>
              <a:rPr lang="en-US" sz="2400" b="1" dirty="0">
                <a:solidFill>
                  <a:srgbClr val="2D3748"/>
                </a:solidFill>
                <a:latin typeface="Calibri" pitchFamily="34" charset="0"/>
                <a:ea typeface="Calibri" pitchFamily="34" charset="-122"/>
                <a:cs typeface="Calibri" pitchFamily="34" charset="-120"/>
              </a:rPr>
              <a:t>Dataset Overview — Five-Table Relational Schema</a:t>
            </a:r>
            <a:endParaRPr lang="en-US" sz="2400" dirty="0"/>
          </a:p>
        </p:txBody>
      </p:sp>
      <p:sp>
        <p:nvSpPr>
          <p:cNvPr id="3" name="Shape 1"/>
          <p:cNvSpPr/>
          <p:nvPr/>
        </p:nvSpPr>
        <p:spPr>
          <a:xfrm>
            <a:off x="762000" y="952500"/>
            <a:ext cx="14732000" cy="25400"/>
          </a:xfrm>
          <a:prstGeom prst="rect">
            <a:avLst/>
          </a:prstGeom>
          <a:solidFill>
            <a:srgbClr val="1B4F8F"/>
          </a:solidFill>
          <a:ln/>
        </p:spPr>
        <p:txBody>
          <a:bodyPr/>
          <a:lstStyle/>
          <a:p>
            <a:endParaRPr lang="en-IN"/>
          </a:p>
        </p:txBody>
      </p:sp>
      <p:graphicFrame>
        <p:nvGraphicFramePr>
          <p:cNvPr id="8" name="Table 0"/>
          <p:cNvGraphicFramePr>
            <a:graphicFrameLocks noGrp="1"/>
          </p:cNvGraphicFramePr>
          <p:nvPr>
            <p:extLst>
              <p:ext uri="{D42A27DB-BD31-4B8C-83A1-F6EECF244321}">
                <p14:modId xmlns:p14="http://schemas.microsoft.com/office/powerpoint/2010/main" val="3346402440"/>
              </p:ext>
            </p:extLst>
          </p:nvPr>
        </p:nvGraphicFramePr>
        <p:xfrm>
          <a:off x="787400" y="1374140"/>
          <a:ext cx="14706600" cy="2861310"/>
        </p:xfrm>
        <a:graphic>
          <a:graphicData uri="http://schemas.openxmlformats.org/drawingml/2006/table">
            <a:tbl>
              <a:tblPr/>
              <a:tblGrid>
                <a:gridCol w="3235452">
                  <a:extLst>
                    <a:ext uri="{9D8B030D-6E8A-4147-A177-3AD203B41FA5}">
                      <a16:colId xmlns:a16="http://schemas.microsoft.com/office/drawing/2014/main" val="20000"/>
                    </a:ext>
                  </a:extLst>
                </a:gridCol>
                <a:gridCol w="6617970">
                  <a:extLst>
                    <a:ext uri="{9D8B030D-6E8A-4147-A177-3AD203B41FA5}">
                      <a16:colId xmlns:a16="http://schemas.microsoft.com/office/drawing/2014/main" val="20001"/>
                    </a:ext>
                  </a:extLst>
                </a:gridCol>
                <a:gridCol w="2647188">
                  <a:extLst>
                    <a:ext uri="{9D8B030D-6E8A-4147-A177-3AD203B41FA5}">
                      <a16:colId xmlns:a16="http://schemas.microsoft.com/office/drawing/2014/main" val="20002"/>
                    </a:ext>
                  </a:extLst>
                </a:gridCol>
                <a:gridCol w="2205990">
                  <a:extLst>
                    <a:ext uri="{9D8B030D-6E8A-4147-A177-3AD203B41FA5}">
                      <a16:colId xmlns:a16="http://schemas.microsoft.com/office/drawing/2014/main" val="20003"/>
                    </a:ext>
                  </a:extLst>
                </a:gridCol>
              </a:tblGrid>
              <a:tr h="476885">
                <a:tc>
                  <a:txBody>
                    <a:bodyPr/>
                    <a:lstStyle/>
                    <a:p>
                      <a:pPr algn="ctr"/>
                      <a:r>
                        <a:rPr lang="en-US" sz="1400" b="1" dirty="0">
                          <a:solidFill>
                            <a:srgbClr val="FFFFFF"/>
                          </a:solidFill>
                          <a:latin typeface="Calibri" pitchFamily="34" charset="0"/>
                          <a:ea typeface="Calibri" pitchFamily="34" charset="-122"/>
                          <a:cs typeface="Calibri" pitchFamily="34" charset="-120"/>
                        </a:rPr>
                        <a:t>Table</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B4F8F"/>
                    </a:solidFill>
                  </a:tcPr>
                </a:tc>
                <a:tc>
                  <a:txBody>
                    <a:bodyPr/>
                    <a:lstStyle/>
                    <a:p>
                      <a:pPr algn="ctr"/>
                      <a:r>
                        <a:rPr lang="en-US" sz="1400" b="1" dirty="0">
                          <a:solidFill>
                            <a:srgbClr val="FFFFFF"/>
                          </a:solidFill>
                          <a:latin typeface="Calibri" pitchFamily="34" charset="0"/>
                          <a:ea typeface="Calibri" pitchFamily="34" charset="-122"/>
                          <a:cs typeface="Calibri" pitchFamily="34" charset="-120"/>
                        </a:rPr>
                        <a:t>Description</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B4F8F"/>
                    </a:solidFill>
                  </a:tcPr>
                </a:tc>
                <a:tc>
                  <a:txBody>
                    <a:bodyPr/>
                    <a:lstStyle/>
                    <a:p>
                      <a:pPr algn="ctr"/>
                      <a:r>
                        <a:rPr lang="en-US" sz="1400" b="1" dirty="0">
                          <a:solidFill>
                            <a:srgbClr val="FFFFFF"/>
                          </a:solidFill>
                          <a:latin typeface="Calibri" pitchFamily="34" charset="0"/>
                          <a:ea typeface="Calibri" pitchFamily="34" charset="-122"/>
                          <a:cs typeface="Calibri" pitchFamily="34" charset="-120"/>
                        </a:rPr>
                        <a:t>Records</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B4F8F"/>
                    </a:solidFill>
                  </a:tcPr>
                </a:tc>
                <a:tc>
                  <a:txBody>
                    <a:bodyPr/>
                    <a:lstStyle/>
                    <a:p>
                      <a:pPr algn="ctr"/>
                      <a:r>
                        <a:rPr lang="en-US" sz="1400" b="1" dirty="0">
                          <a:solidFill>
                            <a:srgbClr val="FFFFFF"/>
                          </a:solidFill>
                          <a:latin typeface="Calibri" pitchFamily="34" charset="0"/>
                          <a:ea typeface="Calibri" pitchFamily="34" charset="-122"/>
                          <a:cs typeface="Calibri" pitchFamily="34" charset="-120"/>
                        </a:rPr>
                        <a:t>Primary Key</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B4F8F"/>
                    </a:solidFill>
                  </a:tcPr>
                </a:tc>
                <a:extLst>
                  <a:ext uri="{0D108BD9-81ED-4DB2-BD59-A6C34878D82A}">
                    <a16:rowId xmlns:a16="http://schemas.microsoft.com/office/drawing/2014/main" val="10000"/>
                  </a:ext>
                </a:extLst>
              </a:tr>
              <a:tr h="476885">
                <a:tc>
                  <a:txBody>
                    <a:bodyPr/>
                    <a:lstStyle/>
                    <a:p>
                      <a:pPr algn="ctr"/>
                      <a:r>
                        <a:rPr lang="en-US" sz="1400" dirty="0">
                          <a:solidFill>
                            <a:srgbClr val="2D3748"/>
                          </a:solidFill>
                          <a:latin typeface="Calibri" pitchFamily="34" charset="0"/>
                          <a:ea typeface="Calibri" pitchFamily="34" charset="-122"/>
                          <a:cs typeface="Calibri" pitchFamily="34" charset="-120"/>
                        </a:rPr>
                        <a:t>Aisles</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Aisle reference list (aisle_id -&gt; aisle name)</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134</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aisle_id</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6885">
                <a:tc>
                  <a:txBody>
                    <a:bodyPr/>
                    <a:lstStyle/>
                    <a:p>
                      <a:pPr algn="ctr"/>
                      <a:r>
                        <a:rPr lang="en-US" sz="1400" dirty="0">
                          <a:solidFill>
                            <a:srgbClr val="2D3748"/>
                          </a:solidFill>
                          <a:latin typeface="Calibri" pitchFamily="34" charset="0"/>
                          <a:ea typeface="Calibri" pitchFamily="34" charset="-122"/>
                          <a:cs typeface="Calibri" pitchFamily="34" charset="-120"/>
                        </a:rPr>
                        <a:t>Departments</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Department reference list (dept_id -&gt; dept name)</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21</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department_id</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extLst>
                  <a:ext uri="{0D108BD9-81ED-4DB2-BD59-A6C34878D82A}">
                    <a16:rowId xmlns:a16="http://schemas.microsoft.com/office/drawing/2014/main" val="10002"/>
                  </a:ext>
                </a:extLst>
              </a:tr>
              <a:tr h="476885">
                <a:tc>
                  <a:txBody>
                    <a:bodyPr/>
                    <a:lstStyle/>
                    <a:p>
                      <a:pPr algn="ctr"/>
                      <a:r>
                        <a:rPr lang="en-US" sz="1400" dirty="0">
                          <a:solidFill>
                            <a:srgbClr val="2D3748"/>
                          </a:solidFill>
                          <a:latin typeface="Calibri" pitchFamily="34" charset="0"/>
                          <a:ea typeface="Calibri" pitchFamily="34" charset="-122"/>
                          <a:cs typeface="Calibri" pitchFamily="34" charset="-120"/>
                        </a:rPr>
                        <a:t>Products</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Product catalogue (product_id, name, aisle_id, dept_id)</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49,355</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product_id</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6885">
                <a:tc>
                  <a:txBody>
                    <a:bodyPr/>
                    <a:lstStyle/>
                    <a:p>
                      <a:pPr algn="ctr"/>
                      <a:r>
                        <a:rPr lang="en-US" sz="1400" dirty="0">
                          <a:solidFill>
                            <a:srgbClr val="2D3748"/>
                          </a:solidFill>
                          <a:latin typeface="Calibri" pitchFamily="34" charset="0"/>
                          <a:ea typeface="Calibri" pitchFamily="34" charset="-122"/>
                          <a:cs typeface="Calibri" pitchFamily="34" charset="-120"/>
                        </a:rPr>
                        <a:t>Orders</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One row per order (user_id, eval_set, order timing)</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1,048,575</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order_id</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extLst>
                  <a:ext uri="{0D108BD9-81ED-4DB2-BD59-A6C34878D82A}">
                    <a16:rowId xmlns:a16="http://schemas.microsoft.com/office/drawing/2014/main" val="10004"/>
                  </a:ext>
                </a:extLst>
              </a:tr>
              <a:tr h="476885">
                <a:tc>
                  <a:txBody>
                    <a:bodyPr/>
                    <a:lstStyle/>
                    <a:p>
                      <a:pPr algn="ctr"/>
                      <a:r>
                        <a:rPr lang="en-US" sz="1400" dirty="0">
                          <a:solidFill>
                            <a:srgbClr val="2D3748"/>
                          </a:solidFill>
                          <a:latin typeface="Calibri" pitchFamily="34" charset="0"/>
                          <a:ea typeface="Calibri" pitchFamily="34" charset="-122"/>
                          <a:cs typeface="Calibri" pitchFamily="34" charset="-120"/>
                        </a:rPr>
                        <a:t>Order Products (Train)</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One row per product within an order (order_id, product_id, cart, reordered)</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1,048,575</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order_id + product_id</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Text 2"/>
          <p:cNvSpPr/>
          <p:nvPr/>
        </p:nvSpPr>
        <p:spPr>
          <a:xfrm>
            <a:off x="762000" y="4699000"/>
            <a:ext cx="5080000" cy="355600"/>
          </a:xfrm>
          <a:prstGeom prst="rect">
            <a:avLst/>
          </a:prstGeom>
          <a:noFill/>
          <a:ln/>
        </p:spPr>
        <p:txBody>
          <a:bodyPr wrap="none" lIns="0" tIns="0" rIns="0" bIns="0" rtlCol="0" anchor="ctr"/>
          <a:lstStyle/>
          <a:p>
            <a:pPr algn="l">
              <a:lnSpc>
                <a:spcPct val="120000"/>
              </a:lnSpc>
            </a:pPr>
            <a:r>
              <a:rPr lang="en-US" sz="1800" b="1" dirty="0">
                <a:solidFill>
                  <a:srgbClr val="1B4F8F"/>
                </a:solidFill>
                <a:latin typeface="Calibri" pitchFamily="34" charset="0"/>
                <a:ea typeface="Calibri" pitchFamily="34" charset="-122"/>
                <a:cs typeface="Calibri" pitchFamily="34" charset="-120"/>
              </a:rPr>
              <a:t>Key Structural Points</a:t>
            </a:r>
            <a:endParaRPr lang="en-US" sz="1800" dirty="0"/>
          </a:p>
        </p:txBody>
      </p:sp>
      <p:sp>
        <p:nvSpPr>
          <p:cNvPr id="7" name="Text 4"/>
          <p:cNvSpPr/>
          <p:nvPr/>
        </p:nvSpPr>
        <p:spPr>
          <a:xfrm>
            <a:off x="962111" y="5410200"/>
            <a:ext cx="6559378" cy="1714500"/>
          </a:xfrm>
          <a:prstGeom prst="rect">
            <a:avLst/>
          </a:prstGeom>
          <a:noFill/>
          <a:ln/>
        </p:spPr>
        <p:txBody>
          <a:bodyPr wrap="square" lIns="0" tIns="0" rIns="0" bIns="0" rtlCol="0" anchor="t"/>
          <a:lstStyle/>
          <a:p>
            <a:pPr algn="just">
              <a:lnSpc>
                <a:spcPct val="145000"/>
              </a:lnSpc>
            </a:pPr>
            <a:r>
              <a:rPr lang="en-US" sz="1400" b="1" dirty="0">
                <a:solidFill>
                  <a:srgbClr val="2D3748"/>
                </a:solidFill>
                <a:latin typeface="Calibri" pitchFamily="34" charset="0"/>
                <a:ea typeface="Calibri" pitchFamily="34" charset="-122"/>
                <a:cs typeface="Calibri" pitchFamily="34" charset="-120"/>
              </a:rPr>
              <a:t>Train-set scope:</a:t>
            </a:r>
            <a:r>
              <a:rPr lang="en-US" sz="1400" dirty="0">
                <a:solidFill>
                  <a:srgbClr val="2D3748"/>
                </a:solidFill>
                <a:latin typeface="Calibri" pitchFamily="34" charset="0"/>
                <a:ea typeface="Calibri" pitchFamily="34" charset="-122"/>
                <a:cs typeface="Calibri" pitchFamily="34" charset="-120"/>
              </a:rPr>
              <a:t> The order_products table is explicitly named order_products_train and only maps to orders where eval_set = "train". This is a deliberate, labelled analytical subset (consistent with the standard Instacart dataset design), not the full order history.</a:t>
            </a:r>
            <a:endParaRPr lang="en-US" sz="1400" dirty="0"/>
          </a:p>
          <a:p>
            <a:pPr algn="just">
              <a:lnSpc>
                <a:spcPct val="145000"/>
              </a:lnSpc>
              <a:spcBef>
                <a:spcPts val="400"/>
              </a:spcBef>
            </a:pPr>
            <a:r>
              <a:rPr lang="en-US" sz="1400" dirty="0">
                <a:solidFill>
                  <a:srgbClr val="2D3748"/>
                </a:solidFill>
                <a:latin typeface="Calibri" pitchFamily="34" charset="0"/>
                <a:ea typeface="Calibri" pitchFamily="34" charset="-122"/>
                <a:cs typeface="Calibri" pitchFamily="34" charset="-120"/>
              </a:rPr>
              <a:t>After merging, the analytical base table (master_df) contains </a:t>
            </a:r>
            <a:r>
              <a:rPr lang="en-US" sz="1400" b="1" dirty="0">
                <a:solidFill>
                  <a:srgbClr val="2D3748"/>
                </a:solidFill>
                <a:latin typeface="Calibri" pitchFamily="34" charset="0"/>
                <a:ea typeface="Calibri" pitchFamily="34" charset="-122"/>
                <a:cs typeface="Calibri" pitchFamily="34" charset="-120"/>
              </a:rPr>
              <a:t>318,051 order-product line items</a:t>
            </a:r>
            <a:r>
              <a:rPr lang="en-US" sz="1400" dirty="0">
                <a:solidFill>
                  <a:srgbClr val="2D3748"/>
                </a:solidFill>
                <a:latin typeface="Calibri" pitchFamily="34" charset="0"/>
                <a:ea typeface="Calibri" pitchFamily="34" charset="-122"/>
                <a:cs typeface="Calibri" pitchFamily="34" charset="-120"/>
              </a:rPr>
              <a:t>.</a:t>
            </a:r>
            <a:endParaRPr lang="en-US" sz="1400" dirty="0"/>
          </a:p>
        </p:txBody>
      </p:sp>
      <p:sp>
        <p:nvSpPr>
          <p:cNvPr id="4" name="Shape 5"/>
          <p:cNvSpPr/>
          <p:nvPr/>
        </p:nvSpPr>
        <p:spPr>
          <a:xfrm>
            <a:off x="8534400" y="5207000"/>
            <a:ext cx="50800" cy="1993900"/>
          </a:xfrm>
          <a:prstGeom prst="rect">
            <a:avLst/>
          </a:prstGeom>
          <a:solidFill>
            <a:srgbClr val="1B4F8F"/>
          </a:solidFill>
          <a:ln/>
        </p:spPr>
        <p:txBody>
          <a:bodyPr/>
          <a:lstStyle/>
          <a:p>
            <a:endParaRPr lang="en-IN"/>
          </a:p>
        </p:txBody>
      </p:sp>
      <p:sp>
        <p:nvSpPr>
          <p:cNvPr id="9" name="Text 6"/>
          <p:cNvSpPr/>
          <p:nvPr/>
        </p:nvSpPr>
        <p:spPr>
          <a:xfrm>
            <a:off x="8752016" y="5410200"/>
            <a:ext cx="6541873" cy="1714500"/>
          </a:xfrm>
          <a:prstGeom prst="rect">
            <a:avLst/>
          </a:prstGeom>
          <a:noFill/>
          <a:ln/>
        </p:spPr>
        <p:txBody>
          <a:bodyPr wrap="square" lIns="0" tIns="0" rIns="0" bIns="0" rtlCol="0" anchor="t"/>
          <a:lstStyle/>
          <a:p>
            <a:pPr algn="just">
              <a:lnSpc>
                <a:spcPct val="145000"/>
              </a:lnSpc>
            </a:pPr>
            <a:r>
              <a:rPr lang="en-US" sz="1400" b="1" dirty="0">
                <a:solidFill>
                  <a:srgbClr val="2D3748"/>
                </a:solidFill>
                <a:latin typeface="Calibri" pitchFamily="34" charset="0"/>
                <a:ea typeface="Calibri" pitchFamily="34" charset="-122"/>
                <a:cs typeface="Calibri" pitchFamily="34" charset="-120"/>
              </a:rPr>
              <a:t>Row-count ceiling:</a:t>
            </a:r>
            <a:r>
              <a:rPr lang="en-US" sz="1400" dirty="0">
                <a:solidFill>
                  <a:srgbClr val="2D3748"/>
                </a:solidFill>
                <a:latin typeface="Calibri" pitchFamily="34" charset="0"/>
                <a:ea typeface="Calibri" pitchFamily="34" charset="-122"/>
                <a:cs typeface="Calibri" pitchFamily="34" charset="-120"/>
              </a:rPr>
              <a:t> Both the orders and order_products_train tables report exactly 1,048,575 rows — one short of 2^20 (1,048,576), the well-known row-import ceiling of tools such as Excel/CSV-based bulk loaders.</a:t>
            </a:r>
            <a:endParaRPr lang="en-US" sz="1400" dirty="0"/>
          </a:p>
          <a:p>
            <a:pPr algn="just">
              <a:lnSpc>
                <a:spcPct val="145000"/>
              </a:lnSpc>
              <a:spcBef>
                <a:spcPts val="400"/>
              </a:spcBef>
            </a:pPr>
            <a:r>
              <a:rPr lang="en-US" sz="1400" dirty="0">
                <a:solidFill>
                  <a:srgbClr val="2D3748"/>
                </a:solidFill>
                <a:latin typeface="Calibri" pitchFamily="34" charset="0"/>
                <a:ea typeface="Calibri" pitchFamily="34" charset="-122"/>
                <a:cs typeface="Calibri" pitchFamily="34" charset="-120"/>
              </a:rPr>
              <a:t>This suggests the source tables were </a:t>
            </a:r>
            <a:r>
              <a:rPr lang="en-US" sz="1400" b="1" dirty="0">
                <a:solidFill>
                  <a:srgbClr val="2D3748"/>
                </a:solidFill>
                <a:latin typeface="Calibri" pitchFamily="34" charset="0"/>
                <a:ea typeface="Calibri" pitchFamily="34" charset="-122"/>
                <a:cs typeface="Calibri" pitchFamily="34" charset="-120"/>
              </a:rPr>
              <a:t>truncated at import</a:t>
            </a:r>
            <a:r>
              <a:rPr lang="en-US" sz="1400" dirty="0">
                <a:solidFill>
                  <a:srgbClr val="2D3748"/>
                </a:solidFill>
                <a:latin typeface="Calibri" pitchFamily="34" charset="0"/>
                <a:ea typeface="Calibri" pitchFamily="34" charset="-122"/>
                <a:cs typeface="Calibri" pitchFamily="34" charset="-120"/>
              </a:rPr>
              <a:t> rather than reflecting a naturally occurring row count. Noted as a data-limitation caveat.</a:t>
            </a:r>
            <a:endParaRPr lang="en-US" sz="1400" dirty="0"/>
          </a:p>
        </p:txBody>
      </p:sp>
      <p:sp>
        <p:nvSpPr>
          <p:cNvPr id="10" name="Text 7"/>
          <p:cNvSpPr/>
          <p:nvPr/>
        </p:nvSpPr>
        <p:spPr>
          <a:xfrm>
            <a:off x="787400" y="7600950"/>
            <a:ext cx="14732000" cy="762000"/>
          </a:xfrm>
          <a:prstGeom prst="rect">
            <a:avLst/>
          </a:prstGeom>
          <a:noFill/>
          <a:ln/>
        </p:spPr>
        <p:txBody>
          <a:bodyPr wrap="square" lIns="0" tIns="0" rIns="0" bIns="0" rtlCol="0" anchor="t"/>
          <a:lstStyle/>
          <a:p>
            <a:pPr algn="just">
              <a:lnSpc>
                <a:spcPct val="150000"/>
              </a:lnSpc>
            </a:pPr>
            <a:r>
              <a:rPr lang="en-US" sz="1500" b="1" dirty="0">
                <a:solidFill>
                  <a:srgbClr val="2D3748"/>
                </a:solidFill>
                <a:latin typeface="Calibri" pitchFamily="34" charset="0"/>
                <a:ea typeface="Calibri" pitchFamily="34" charset="-122"/>
                <a:cs typeface="Calibri" pitchFamily="34" charset="-120"/>
              </a:rPr>
              <a:t>Table Relationships:</a:t>
            </a:r>
            <a:r>
              <a:rPr lang="en-US" sz="1500" dirty="0">
                <a:solidFill>
                  <a:srgbClr val="2D3748"/>
                </a:solidFill>
                <a:latin typeface="Calibri" pitchFamily="34" charset="0"/>
                <a:ea typeface="Calibri" pitchFamily="34" charset="-122"/>
                <a:cs typeface="Calibri" pitchFamily="34" charset="-120"/>
              </a:rPr>
              <a:t> </a:t>
            </a:r>
            <a:r>
              <a:rPr lang="en-US" sz="1500" b="1" dirty="0">
                <a:solidFill>
                  <a:srgbClr val="2D3748"/>
                </a:solidFill>
                <a:latin typeface="Calibri" pitchFamily="34" charset="0"/>
                <a:ea typeface="Calibri" pitchFamily="34" charset="-122"/>
                <a:cs typeface="Calibri" pitchFamily="34" charset="-120"/>
              </a:rPr>
              <a:t>order_id</a:t>
            </a:r>
            <a:r>
              <a:rPr lang="en-US" sz="1500" dirty="0">
                <a:solidFill>
                  <a:srgbClr val="2D3748"/>
                </a:solidFill>
                <a:latin typeface="Calibri" pitchFamily="34" charset="0"/>
                <a:ea typeface="Calibri" pitchFamily="34" charset="-122"/>
                <a:cs typeface="Calibri" pitchFamily="34" charset="-120"/>
              </a:rPr>
              <a:t> connects Orders and Order Products | </a:t>
            </a:r>
            <a:r>
              <a:rPr lang="en-US" sz="1500" b="1" dirty="0">
                <a:solidFill>
                  <a:srgbClr val="2D3748"/>
                </a:solidFill>
                <a:latin typeface="Calibri" pitchFamily="34" charset="0"/>
                <a:ea typeface="Calibri" pitchFamily="34" charset="-122"/>
                <a:cs typeface="Calibri" pitchFamily="34" charset="-120"/>
              </a:rPr>
              <a:t>product_id</a:t>
            </a:r>
            <a:r>
              <a:rPr lang="en-US" sz="1500" dirty="0">
                <a:solidFill>
                  <a:srgbClr val="2D3748"/>
                </a:solidFill>
                <a:latin typeface="Calibri" pitchFamily="34" charset="0"/>
                <a:ea typeface="Calibri" pitchFamily="34" charset="-122"/>
                <a:cs typeface="Calibri" pitchFamily="34" charset="-120"/>
              </a:rPr>
              <a:t> connects Order Products and Products | </a:t>
            </a:r>
            <a:r>
              <a:rPr lang="en-US" sz="1500" b="1" dirty="0">
                <a:solidFill>
                  <a:srgbClr val="2D3748"/>
                </a:solidFill>
                <a:latin typeface="Calibri" pitchFamily="34" charset="0"/>
                <a:ea typeface="Calibri" pitchFamily="34" charset="-122"/>
                <a:cs typeface="Calibri" pitchFamily="34" charset="-120"/>
              </a:rPr>
              <a:t>aisle_id</a:t>
            </a:r>
            <a:r>
              <a:rPr lang="en-US" sz="1500" dirty="0">
                <a:solidFill>
                  <a:srgbClr val="2D3748"/>
                </a:solidFill>
                <a:latin typeface="Calibri" pitchFamily="34" charset="0"/>
                <a:ea typeface="Calibri" pitchFamily="34" charset="-122"/>
                <a:cs typeface="Calibri" pitchFamily="34" charset="-120"/>
              </a:rPr>
              <a:t> connects Products and Aisles | </a:t>
            </a:r>
            <a:r>
              <a:rPr lang="en-US" sz="1500" b="1" dirty="0">
                <a:solidFill>
                  <a:srgbClr val="2D3748"/>
                </a:solidFill>
                <a:latin typeface="Calibri" pitchFamily="34" charset="0"/>
                <a:ea typeface="Calibri" pitchFamily="34" charset="-122"/>
                <a:cs typeface="Calibri" pitchFamily="34" charset="-120"/>
              </a:rPr>
              <a:t>department_id</a:t>
            </a:r>
            <a:r>
              <a:rPr lang="en-US" sz="1500" dirty="0">
                <a:solidFill>
                  <a:srgbClr val="2D3748"/>
                </a:solidFill>
                <a:latin typeface="Calibri" pitchFamily="34" charset="0"/>
                <a:ea typeface="Calibri" pitchFamily="34" charset="-122"/>
                <a:cs typeface="Calibri" pitchFamily="34" charset="-120"/>
              </a:rPr>
              <a:t> connects Products and Departments. These relationships allow comprehensive analysis combining customer, product, and order information.</a:t>
            </a:r>
            <a:endParaRPr lang="en-US" sz="1500" dirty="0"/>
          </a:p>
        </p:txBody>
      </p:sp>
      <p:sp>
        <p:nvSpPr>
          <p:cNvPr id="11" name="Shape 8"/>
          <p:cNvSpPr/>
          <p:nvPr/>
        </p:nvSpPr>
        <p:spPr>
          <a:xfrm>
            <a:off x="762000" y="8763000"/>
            <a:ext cx="14732000" cy="25400"/>
          </a:xfrm>
          <a:prstGeom prst="rect">
            <a:avLst/>
          </a:prstGeom>
          <a:solidFill>
            <a:srgbClr val="1B4F8F"/>
          </a:solidFill>
          <a:ln/>
        </p:spPr>
        <p:txBody>
          <a:bodyPr/>
          <a:lstStyle/>
          <a:p>
            <a:endParaRPr lang="en-IN"/>
          </a:p>
        </p:txBody>
      </p:sp>
      <p:sp>
        <p:nvSpPr>
          <p:cNvPr id="12" name="Text 9"/>
          <p:cNvSpPr/>
          <p:nvPr/>
        </p:nvSpPr>
        <p:spPr>
          <a:xfrm>
            <a:off x="14478000" y="8826500"/>
            <a:ext cx="1016000" cy="254000"/>
          </a:xfrm>
          <a:prstGeom prst="rect">
            <a:avLst/>
          </a:prstGeom>
          <a:noFill/>
          <a:ln/>
        </p:spPr>
        <p:txBody>
          <a:bodyPr wrap="none" lIns="0" tIns="0" rIns="0" bIns="0" rtlCol="0" anchor="ctr"/>
          <a:lstStyle/>
          <a:p>
            <a:pPr algn="r">
              <a:lnSpc>
                <a:spcPct val="120000"/>
              </a:lnSpc>
            </a:pPr>
            <a:r>
              <a:rPr lang="en-US" sz="1200" dirty="0">
                <a:solidFill>
                  <a:srgbClr val="718096"/>
                </a:solidFill>
                <a:latin typeface="Calibri" pitchFamily="34" charset="0"/>
                <a:ea typeface="Calibri" pitchFamily="34" charset="-122"/>
                <a:cs typeface="Calibri" pitchFamily="34" charset="-120"/>
              </a:rPr>
              <a:t>7 / 55</a:t>
            </a:r>
            <a:endParaRPr lang="en-US" sz="1200" dirty="0"/>
          </a:p>
        </p:txBody>
      </p:sp>
      <p:sp>
        <p:nvSpPr>
          <p:cNvPr id="14" name="Shape 5">
            <a:extLst>
              <a:ext uri="{FF2B5EF4-FFF2-40B4-BE49-F238E27FC236}">
                <a16:creationId xmlns:a16="http://schemas.microsoft.com/office/drawing/2014/main" id="{0D6262E7-177F-5E3B-391C-980BE4F06AD7}"/>
              </a:ext>
            </a:extLst>
          </p:cNvPr>
          <p:cNvSpPr/>
          <p:nvPr/>
        </p:nvSpPr>
        <p:spPr>
          <a:xfrm>
            <a:off x="762000" y="5207000"/>
            <a:ext cx="50800" cy="1993900"/>
          </a:xfrm>
          <a:prstGeom prst="rect">
            <a:avLst/>
          </a:prstGeom>
          <a:solidFill>
            <a:srgbClr val="1B4F8F"/>
          </a:solidFill>
          <a:ln/>
        </p:spPr>
        <p:txBody>
          <a:bodyPr/>
          <a:lstStyle/>
          <a:p>
            <a:endParaRPr lang="en-IN"/>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15" name="Shape 2">
            <a:extLst>
              <a:ext uri="{FF2B5EF4-FFF2-40B4-BE49-F238E27FC236}">
                <a16:creationId xmlns:a16="http://schemas.microsoft.com/office/drawing/2014/main" id="{E9A41701-0C51-17FA-9DB4-AF22E620372A}"/>
              </a:ext>
            </a:extLst>
          </p:cNvPr>
          <p:cNvSpPr/>
          <p:nvPr/>
        </p:nvSpPr>
        <p:spPr>
          <a:xfrm>
            <a:off x="8382000" y="3479800"/>
            <a:ext cx="7112000" cy="2540000"/>
          </a:xfrm>
          <a:prstGeom prst="rect">
            <a:avLst/>
          </a:prstGeom>
          <a:solidFill>
            <a:srgbClr val="EDF2F7"/>
          </a:solidFill>
          <a:ln/>
        </p:spPr>
        <p:txBody>
          <a:bodyPr/>
          <a:lstStyle/>
          <a:p>
            <a:endParaRPr lang="en-IN"/>
          </a:p>
        </p:txBody>
      </p:sp>
      <p:sp>
        <p:nvSpPr>
          <p:cNvPr id="2" name="Text 0"/>
          <p:cNvSpPr/>
          <p:nvPr/>
        </p:nvSpPr>
        <p:spPr>
          <a:xfrm>
            <a:off x="762000" y="444500"/>
            <a:ext cx="11430000" cy="444500"/>
          </a:xfrm>
          <a:prstGeom prst="rect">
            <a:avLst/>
          </a:prstGeom>
          <a:noFill/>
          <a:ln/>
        </p:spPr>
        <p:txBody>
          <a:bodyPr wrap="none" lIns="0" tIns="0" rIns="0" bIns="0" rtlCol="0" anchor="ctr"/>
          <a:lstStyle/>
          <a:p>
            <a:pPr algn="l">
              <a:lnSpc>
                <a:spcPct val="130000"/>
              </a:lnSpc>
            </a:pPr>
            <a:r>
              <a:rPr lang="en-US" sz="2400" b="1" dirty="0">
                <a:solidFill>
                  <a:srgbClr val="2D3748"/>
                </a:solidFill>
                <a:latin typeface="Calibri" pitchFamily="34" charset="0"/>
                <a:ea typeface="Calibri" pitchFamily="34" charset="-122"/>
                <a:cs typeface="Calibri" pitchFamily="34" charset="-120"/>
              </a:rPr>
              <a:t>Dataset Schema &amp; Data Quality Results</a:t>
            </a:r>
            <a:endParaRPr lang="en-US" sz="2400" dirty="0"/>
          </a:p>
        </p:txBody>
      </p:sp>
      <p:sp>
        <p:nvSpPr>
          <p:cNvPr id="3" name="Shape 1"/>
          <p:cNvSpPr/>
          <p:nvPr/>
        </p:nvSpPr>
        <p:spPr>
          <a:xfrm>
            <a:off x="762000" y="952500"/>
            <a:ext cx="14732000" cy="25400"/>
          </a:xfrm>
          <a:prstGeom prst="rect">
            <a:avLst/>
          </a:prstGeom>
          <a:solidFill>
            <a:srgbClr val="1B4F8F"/>
          </a:solidFill>
          <a:ln/>
        </p:spPr>
        <p:txBody>
          <a:bodyPr/>
          <a:lstStyle/>
          <a:p>
            <a:endParaRPr lang="en-IN"/>
          </a:p>
        </p:txBody>
      </p:sp>
      <p:sp>
        <p:nvSpPr>
          <p:cNvPr id="4" name="Shape 2"/>
          <p:cNvSpPr/>
          <p:nvPr/>
        </p:nvSpPr>
        <p:spPr>
          <a:xfrm>
            <a:off x="762000" y="1460500"/>
            <a:ext cx="14732000" cy="1143000"/>
          </a:xfrm>
          <a:prstGeom prst="rect">
            <a:avLst/>
          </a:prstGeom>
          <a:solidFill>
            <a:srgbClr val="EDF2F7"/>
          </a:solidFill>
          <a:ln/>
        </p:spPr>
        <p:txBody>
          <a:bodyPr/>
          <a:lstStyle/>
          <a:p>
            <a:endParaRPr lang="en-IN"/>
          </a:p>
        </p:txBody>
      </p:sp>
      <p:sp>
        <p:nvSpPr>
          <p:cNvPr id="5" name="Text 3"/>
          <p:cNvSpPr/>
          <p:nvPr/>
        </p:nvSpPr>
        <p:spPr>
          <a:xfrm>
            <a:off x="1016000" y="1536700"/>
            <a:ext cx="3810000" cy="317500"/>
          </a:xfrm>
          <a:prstGeom prst="rect">
            <a:avLst/>
          </a:prstGeom>
          <a:noFill/>
          <a:ln/>
        </p:spPr>
        <p:txBody>
          <a:bodyPr wrap="none" lIns="0" tIns="0" rIns="0" bIns="0" rtlCol="0" anchor="ctr"/>
          <a:lstStyle/>
          <a:p>
            <a:pPr algn="l">
              <a:lnSpc>
                <a:spcPct val="120000"/>
              </a:lnSpc>
            </a:pPr>
            <a:r>
              <a:rPr lang="en-US" sz="1600" b="1" dirty="0">
                <a:solidFill>
                  <a:srgbClr val="1B4F8F"/>
                </a:solidFill>
                <a:latin typeface="Calibri" pitchFamily="34" charset="0"/>
                <a:ea typeface="Calibri" pitchFamily="34" charset="-122"/>
                <a:cs typeface="Calibri" pitchFamily="34" charset="-120"/>
              </a:rPr>
              <a:t>Data Quality Result</a:t>
            </a:r>
            <a:endParaRPr lang="en-US" sz="1600" dirty="0"/>
          </a:p>
        </p:txBody>
      </p:sp>
      <p:sp>
        <p:nvSpPr>
          <p:cNvPr id="6" name="Text 4"/>
          <p:cNvSpPr/>
          <p:nvPr/>
        </p:nvSpPr>
        <p:spPr>
          <a:xfrm>
            <a:off x="1016000" y="1892300"/>
            <a:ext cx="14478000" cy="660400"/>
          </a:xfrm>
          <a:prstGeom prst="rect">
            <a:avLst/>
          </a:prstGeom>
          <a:noFill/>
          <a:ln/>
        </p:spPr>
        <p:txBody>
          <a:bodyPr wrap="square" lIns="0" tIns="0" rIns="0" bIns="0" rtlCol="0" anchor="t"/>
          <a:lstStyle/>
          <a:p>
            <a:pPr algn="just">
              <a:lnSpc>
                <a:spcPct val="140000"/>
              </a:lnSpc>
            </a:pPr>
            <a:r>
              <a:rPr lang="en-US" sz="1500" dirty="0">
                <a:solidFill>
                  <a:srgbClr val="2D3748"/>
                </a:solidFill>
                <a:latin typeface="Calibri" pitchFamily="34" charset="0"/>
                <a:ea typeface="Calibri" pitchFamily="34" charset="-122"/>
                <a:cs typeface="Calibri" pitchFamily="34" charset="-120"/>
              </a:rPr>
              <a:t>Independent validation in both SQL and Python confirmed </a:t>
            </a:r>
            <a:r>
              <a:rPr lang="en-US" sz="1500" b="1" dirty="0">
                <a:solidFill>
                  <a:srgbClr val="2D3748"/>
                </a:solidFill>
                <a:latin typeface="Calibri" pitchFamily="34" charset="0"/>
                <a:ea typeface="Calibri" pitchFamily="34" charset="-122"/>
                <a:cs typeface="Calibri" pitchFamily="34" charset="-120"/>
              </a:rPr>
              <a:t>zero missing values</a:t>
            </a:r>
            <a:r>
              <a:rPr lang="en-US" sz="1500" dirty="0">
                <a:solidFill>
                  <a:srgbClr val="2D3748"/>
                </a:solidFill>
                <a:latin typeface="Calibri" pitchFamily="34" charset="0"/>
                <a:ea typeface="Calibri" pitchFamily="34" charset="-122"/>
                <a:cs typeface="Calibri" pitchFamily="34" charset="-120"/>
              </a:rPr>
              <a:t> and </a:t>
            </a:r>
            <a:r>
              <a:rPr lang="en-US" sz="1500" b="1" dirty="0">
                <a:solidFill>
                  <a:srgbClr val="2D3748"/>
                </a:solidFill>
                <a:latin typeface="Calibri" pitchFamily="34" charset="0"/>
                <a:ea typeface="Calibri" pitchFamily="34" charset="-122"/>
                <a:cs typeface="Calibri" pitchFamily="34" charset="-120"/>
              </a:rPr>
              <a:t>zero duplicate primary keys</a:t>
            </a:r>
            <a:r>
              <a:rPr lang="en-US" sz="1500" dirty="0">
                <a:solidFill>
                  <a:srgbClr val="2D3748"/>
                </a:solidFill>
                <a:latin typeface="Calibri" pitchFamily="34" charset="0"/>
                <a:ea typeface="Calibri" pitchFamily="34" charset="-122"/>
                <a:cs typeface="Calibri" pitchFamily="34" charset="-120"/>
              </a:rPr>
              <a:t> across all five tables. Referential integrity held across every join. One exception: an aisle labelled </a:t>
            </a:r>
            <a:r>
              <a:rPr lang="en-US" sz="1500" b="1" dirty="0">
                <a:solidFill>
                  <a:srgbClr val="2D3748"/>
                </a:solidFill>
                <a:latin typeface="Calibri" pitchFamily="34" charset="0"/>
                <a:ea typeface="Calibri" pitchFamily="34" charset="-122"/>
                <a:cs typeface="Calibri" pitchFamily="34" charset="-120"/>
              </a:rPr>
              <a:t>"missing" (aisle_id 100)</a:t>
            </a:r>
            <a:r>
              <a:rPr lang="en-US" sz="1500" dirty="0">
                <a:solidFill>
                  <a:srgbClr val="2D3748"/>
                </a:solidFill>
                <a:latin typeface="Calibri" pitchFamily="34" charset="0"/>
                <a:ea typeface="Calibri" pitchFamily="34" charset="-122"/>
                <a:cs typeface="Calibri" pitchFamily="34" charset="-120"/>
              </a:rPr>
              <a:t> containing 1,254 products — a real category value, not a null.</a:t>
            </a:r>
            <a:endParaRPr lang="en-US" sz="1500" dirty="0"/>
          </a:p>
        </p:txBody>
      </p:sp>
      <p:sp>
        <p:nvSpPr>
          <p:cNvPr id="7" name="Text 5"/>
          <p:cNvSpPr/>
          <p:nvPr/>
        </p:nvSpPr>
        <p:spPr>
          <a:xfrm>
            <a:off x="762000" y="3035300"/>
            <a:ext cx="5080000" cy="355600"/>
          </a:xfrm>
          <a:prstGeom prst="rect">
            <a:avLst/>
          </a:prstGeom>
          <a:noFill/>
          <a:ln/>
        </p:spPr>
        <p:txBody>
          <a:bodyPr wrap="none" lIns="0" tIns="0" rIns="0" bIns="0" rtlCol="0" anchor="ctr"/>
          <a:lstStyle/>
          <a:p>
            <a:pPr algn="l">
              <a:lnSpc>
                <a:spcPct val="120000"/>
              </a:lnSpc>
            </a:pPr>
            <a:r>
              <a:rPr lang="en-US" sz="1800" b="1" dirty="0">
                <a:solidFill>
                  <a:srgbClr val="1B4F8F"/>
                </a:solidFill>
                <a:latin typeface="Calibri" pitchFamily="34" charset="0"/>
                <a:ea typeface="Calibri" pitchFamily="34" charset="-122"/>
                <a:cs typeface="Calibri" pitchFamily="34" charset="-120"/>
              </a:rPr>
              <a:t>Entity Relationship Overview</a:t>
            </a:r>
            <a:endParaRPr lang="en-US" sz="1800" dirty="0"/>
          </a:p>
        </p:txBody>
      </p:sp>
      <p:graphicFrame>
        <p:nvGraphicFramePr>
          <p:cNvPr id="9" name="Table 0"/>
          <p:cNvGraphicFramePr>
            <a:graphicFrameLocks noGrp="1"/>
          </p:cNvGraphicFramePr>
          <p:nvPr>
            <p:extLst>
              <p:ext uri="{D42A27DB-BD31-4B8C-83A1-F6EECF244321}">
                <p14:modId xmlns:p14="http://schemas.microsoft.com/office/powerpoint/2010/main" val="669883463"/>
              </p:ext>
            </p:extLst>
          </p:nvPr>
        </p:nvGraphicFramePr>
        <p:xfrm>
          <a:off x="762001" y="3484605"/>
          <a:ext cx="7112000" cy="2535195"/>
        </p:xfrm>
        <a:graphic>
          <a:graphicData uri="http://schemas.openxmlformats.org/drawingml/2006/table">
            <a:tbl>
              <a:tblPr/>
              <a:tblGrid>
                <a:gridCol w="2489200">
                  <a:extLst>
                    <a:ext uri="{9D8B030D-6E8A-4147-A177-3AD203B41FA5}">
                      <a16:colId xmlns:a16="http://schemas.microsoft.com/office/drawing/2014/main" val="20000"/>
                    </a:ext>
                  </a:extLst>
                </a:gridCol>
                <a:gridCol w="2133600">
                  <a:extLst>
                    <a:ext uri="{9D8B030D-6E8A-4147-A177-3AD203B41FA5}">
                      <a16:colId xmlns:a16="http://schemas.microsoft.com/office/drawing/2014/main" val="20001"/>
                    </a:ext>
                  </a:extLst>
                </a:gridCol>
                <a:gridCol w="2489200">
                  <a:extLst>
                    <a:ext uri="{9D8B030D-6E8A-4147-A177-3AD203B41FA5}">
                      <a16:colId xmlns:a16="http://schemas.microsoft.com/office/drawing/2014/main" val="20002"/>
                    </a:ext>
                  </a:extLst>
                </a:gridCol>
              </a:tblGrid>
              <a:tr h="609875">
                <a:tc>
                  <a:txBody>
                    <a:bodyPr/>
                    <a:lstStyle/>
                    <a:p>
                      <a:pPr algn="ctr"/>
                      <a:r>
                        <a:rPr lang="en-US" sz="1400" b="1" dirty="0">
                          <a:solidFill>
                            <a:srgbClr val="FFFFFF"/>
                          </a:solidFill>
                          <a:latin typeface="Calibri" pitchFamily="34" charset="0"/>
                          <a:ea typeface="Calibri" pitchFamily="34" charset="-122"/>
                          <a:cs typeface="Calibri" pitchFamily="34" charset="-120"/>
                        </a:rPr>
                        <a:t>Relationship</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B4F8F"/>
                    </a:solidFill>
                  </a:tcPr>
                </a:tc>
                <a:tc>
                  <a:txBody>
                    <a:bodyPr/>
                    <a:lstStyle/>
                    <a:p>
                      <a:pPr algn="ctr"/>
                      <a:r>
                        <a:rPr lang="en-US" sz="1400" b="1" dirty="0">
                          <a:solidFill>
                            <a:srgbClr val="FFFFFF"/>
                          </a:solidFill>
                          <a:latin typeface="Calibri" pitchFamily="34" charset="0"/>
                          <a:ea typeface="Calibri" pitchFamily="34" charset="-122"/>
                          <a:cs typeface="Calibri" pitchFamily="34" charset="-120"/>
                        </a:rPr>
                        <a:t>Join Key</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B4F8F"/>
                    </a:solidFill>
                  </a:tcPr>
                </a:tc>
                <a:tc>
                  <a:txBody>
                    <a:bodyPr/>
                    <a:lstStyle/>
                    <a:p>
                      <a:pPr algn="ctr"/>
                      <a:r>
                        <a:rPr lang="en-US" sz="1400" b="1" dirty="0">
                          <a:solidFill>
                            <a:srgbClr val="FFFFFF"/>
                          </a:solidFill>
                          <a:latin typeface="Calibri" pitchFamily="34" charset="0"/>
                          <a:ea typeface="Calibri" pitchFamily="34" charset="-122"/>
                          <a:cs typeface="Calibri" pitchFamily="34" charset="-120"/>
                        </a:rPr>
                        <a:t>Cardinality</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B4F8F"/>
                    </a:solidFill>
                  </a:tcPr>
                </a:tc>
                <a:extLst>
                  <a:ext uri="{0D108BD9-81ED-4DB2-BD59-A6C34878D82A}">
                    <a16:rowId xmlns:a16="http://schemas.microsoft.com/office/drawing/2014/main" val="10000"/>
                  </a:ext>
                </a:extLst>
              </a:tr>
              <a:tr h="481330">
                <a:tc>
                  <a:txBody>
                    <a:bodyPr/>
                    <a:lstStyle/>
                    <a:p>
                      <a:pPr algn="ctr"/>
                      <a:r>
                        <a:rPr lang="en-US" sz="1400" dirty="0">
                          <a:solidFill>
                            <a:srgbClr val="2D3748"/>
                          </a:solidFill>
                          <a:latin typeface="Calibri" pitchFamily="34" charset="0"/>
                          <a:ea typeface="Calibri" pitchFamily="34" charset="-122"/>
                          <a:cs typeface="Calibri" pitchFamily="34" charset="-120"/>
                        </a:rPr>
                        <a:t>Orders </a:t>
                      </a:r>
                      <a:r>
                        <a:rPr lang="en-IN" sz="1200" dirty="0"/>
                        <a:t>↔</a:t>
                      </a:r>
                      <a:r>
                        <a:rPr lang="en-US" sz="1400" dirty="0">
                          <a:solidFill>
                            <a:srgbClr val="2D3748"/>
                          </a:solidFill>
                          <a:latin typeface="Calibri" pitchFamily="34" charset="0"/>
                          <a:ea typeface="Calibri" pitchFamily="34" charset="-122"/>
                          <a:cs typeface="Calibri" pitchFamily="34" charset="-120"/>
                        </a:rPr>
                        <a:t> Order Products</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order_id</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1 : Many</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81330">
                <a:tc>
                  <a:txBody>
                    <a:bodyPr/>
                    <a:lstStyle/>
                    <a:p>
                      <a:pPr algn="ctr"/>
                      <a:r>
                        <a:rPr lang="en-US" sz="1400" dirty="0">
                          <a:solidFill>
                            <a:srgbClr val="2D3748"/>
                          </a:solidFill>
                          <a:latin typeface="Calibri" pitchFamily="34" charset="0"/>
                          <a:ea typeface="Calibri" pitchFamily="34" charset="-122"/>
                          <a:cs typeface="Calibri" pitchFamily="34" charset="-120"/>
                        </a:rPr>
                        <a:t>Order Products </a:t>
                      </a:r>
                      <a:r>
                        <a:rPr lang="en-IN" sz="1200" dirty="0"/>
                        <a:t>↔</a:t>
                      </a:r>
                      <a:r>
                        <a:rPr lang="en-US" sz="1400" dirty="0">
                          <a:solidFill>
                            <a:srgbClr val="2D3748"/>
                          </a:solidFill>
                          <a:latin typeface="Calibri" pitchFamily="34" charset="0"/>
                          <a:ea typeface="Calibri" pitchFamily="34" charset="-122"/>
                          <a:cs typeface="Calibri" pitchFamily="34" charset="-120"/>
                        </a:rPr>
                        <a:t> Products</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product_id</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Many : 1</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extLst>
                  <a:ext uri="{0D108BD9-81ED-4DB2-BD59-A6C34878D82A}">
                    <a16:rowId xmlns:a16="http://schemas.microsoft.com/office/drawing/2014/main" val="10002"/>
                  </a:ext>
                </a:extLst>
              </a:tr>
              <a:tr h="481330">
                <a:tc>
                  <a:txBody>
                    <a:bodyPr/>
                    <a:lstStyle/>
                    <a:p>
                      <a:pPr algn="ctr"/>
                      <a:r>
                        <a:rPr lang="en-US" sz="1400" dirty="0">
                          <a:solidFill>
                            <a:srgbClr val="2D3748"/>
                          </a:solidFill>
                          <a:latin typeface="Calibri" pitchFamily="34" charset="0"/>
                          <a:ea typeface="Calibri" pitchFamily="34" charset="-122"/>
                          <a:cs typeface="Calibri" pitchFamily="34" charset="-120"/>
                        </a:rPr>
                        <a:t>Products </a:t>
                      </a:r>
                      <a:r>
                        <a:rPr lang="en-IN" sz="1200" dirty="0"/>
                        <a:t>↔</a:t>
                      </a:r>
                      <a:r>
                        <a:rPr lang="en-US" sz="1400" dirty="0">
                          <a:solidFill>
                            <a:srgbClr val="2D3748"/>
                          </a:solidFill>
                          <a:latin typeface="Calibri" pitchFamily="34" charset="0"/>
                          <a:ea typeface="Calibri" pitchFamily="34" charset="-122"/>
                          <a:cs typeface="Calibri" pitchFamily="34" charset="-120"/>
                        </a:rPr>
                        <a:t> Aisles</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aisle_id</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Many : 1</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81330">
                <a:tc>
                  <a:txBody>
                    <a:bodyPr/>
                    <a:lstStyle/>
                    <a:p>
                      <a:pPr algn="ctr"/>
                      <a:r>
                        <a:rPr lang="en-US" sz="1400" dirty="0">
                          <a:solidFill>
                            <a:srgbClr val="2D3748"/>
                          </a:solidFill>
                          <a:latin typeface="Calibri" pitchFamily="34" charset="0"/>
                          <a:ea typeface="Calibri" pitchFamily="34" charset="-122"/>
                          <a:cs typeface="Calibri" pitchFamily="34" charset="-120"/>
                        </a:rPr>
                        <a:t>Products </a:t>
                      </a:r>
                      <a:r>
                        <a:rPr lang="en-IN" sz="1200" dirty="0"/>
                        <a:t>↔</a:t>
                      </a:r>
                      <a:r>
                        <a:rPr lang="en-US" sz="1400" dirty="0">
                          <a:solidFill>
                            <a:srgbClr val="2D3748"/>
                          </a:solidFill>
                          <a:latin typeface="Calibri" pitchFamily="34" charset="0"/>
                          <a:ea typeface="Calibri" pitchFamily="34" charset="-122"/>
                          <a:cs typeface="Calibri" pitchFamily="34" charset="-120"/>
                        </a:rPr>
                        <a:t> Departments</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department_id</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Many : 1</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extLst>
                  <a:ext uri="{0D108BD9-81ED-4DB2-BD59-A6C34878D82A}">
                    <a16:rowId xmlns:a16="http://schemas.microsoft.com/office/drawing/2014/main" val="10004"/>
                  </a:ext>
                </a:extLst>
              </a:tr>
            </a:tbl>
          </a:graphicData>
        </a:graphic>
      </p:graphicFrame>
      <p:sp>
        <p:nvSpPr>
          <p:cNvPr id="8" name="Text 6"/>
          <p:cNvSpPr/>
          <p:nvPr/>
        </p:nvSpPr>
        <p:spPr>
          <a:xfrm>
            <a:off x="8382000" y="3023458"/>
            <a:ext cx="5080000" cy="355600"/>
          </a:xfrm>
          <a:prstGeom prst="rect">
            <a:avLst/>
          </a:prstGeom>
          <a:noFill/>
          <a:ln/>
        </p:spPr>
        <p:txBody>
          <a:bodyPr wrap="none" lIns="0" tIns="0" rIns="0" bIns="0" rtlCol="0" anchor="ctr"/>
          <a:lstStyle/>
          <a:p>
            <a:pPr algn="l">
              <a:lnSpc>
                <a:spcPct val="120000"/>
              </a:lnSpc>
            </a:pPr>
            <a:r>
              <a:rPr lang="en-US" sz="1800" b="1" dirty="0">
                <a:solidFill>
                  <a:srgbClr val="1B4F8F"/>
                </a:solidFill>
                <a:latin typeface="Calibri" pitchFamily="34" charset="0"/>
                <a:ea typeface="Calibri" pitchFamily="34" charset="-122"/>
                <a:cs typeface="Calibri" pitchFamily="34" charset="-120"/>
              </a:rPr>
              <a:t>Validation Checks Performed</a:t>
            </a:r>
            <a:endParaRPr lang="en-US" sz="1800" dirty="0"/>
          </a:p>
        </p:txBody>
      </p:sp>
      <p:sp>
        <p:nvSpPr>
          <p:cNvPr id="10" name="Text 7"/>
          <p:cNvSpPr/>
          <p:nvPr/>
        </p:nvSpPr>
        <p:spPr>
          <a:xfrm>
            <a:off x="8706022" y="3670298"/>
            <a:ext cx="6533978" cy="2273301"/>
          </a:xfrm>
          <a:prstGeom prst="rect">
            <a:avLst/>
          </a:prstGeom>
          <a:noFill/>
          <a:ln/>
        </p:spPr>
        <p:txBody>
          <a:bodyPr wrap="square" lIns="0" tIns="0" rIns="0" bIns="0" rtlCol="0" anchor="t"/>
          <a:lstStyle/>
          <a:p>
            <a:pPr algn="l">
              <a:lnSpc>
                <a:spcPct val="155000"/>
              </a:lnSpc>
            </a:pPr>
            <a:r>
              <a:rPr lang="en-US" sz="1500" dirty="0">
                <a:solidFill>
                  <a:srgbClr val="1B4F8F"/>
                </a:solidFill>
                <a:latin typeface="Calibri" pitchFamily="34" charset="0"/>
                <a:ea typeface="Calibri" pitchFamily="34" charset="-122"/>
                <a:cs typeface="Calibri" pitchFamily="34" charset="-120"/>
              </a:rPr>
              <a:t>✓</a:t>
            </a:r>
            <a:r>
              <a:rPr lang="en-US" sz="1500" dirty="0">
                <a:solidFill>
                  <a:srgbClr val="2D3748"/>
                </a:solidFill>
                <a:latin typeface="Calibri" pitchFamily="34" charset="0"/>
                <a:ea typeface="Calibri" pitchFamily="34" charset="-122"/>
                <a:cs typeface="Calibri" pitchFamily="34" charset="-120"/>
              </a:rPr>
              <a:t> Primary key uniqueness verified (product_id, order_id, aisle_id, dept_id)</a:t>
            </a:r>
            <a:endParaRPr lang="en-US" sz="1500" dirty="0"/>
          </a:p>
          <a:p>
            <a:pPr algn="l">
              <a:lnSpc>
                <a:spcPct val="155000"/>
              </a:lnSpc>
            </a:pPr>
            <a:r>
              <a:rPr lang="en-US" sz="1500" dirty="0">
                <a:solidFill>
                  <a:srgbClr val="1B4F8F"/>
                </a:solidFill>
                <a:latin typeface="Calibri" pitchFamily="34" charset="0"/>
                <a:ea typeface="Calibri" pitchFamily="34" charset="-122"/>
                <a:cs typeface="Calibri" pitchFamily="34" charset="-120"/>
              </a:rPr>
              <a:t>✓</a:t>
            </a:r>
            <a:r>
              <a:rPr lang="en-US" sz="1500" dirty="0">
                <a:solidFill>
                  <a:srgbClr val="2D3748"/>
                </a:solidFill>
                <a:latin typeface="Calibri" pitchFamily="34" charset="0"/>
                <a:ea typeface="Calibri" pitchFamily="34" charset="-122"/>
                <a:cs typeface="Calibri" pitchFamily="34" charset="-120"/>
              </a:rPr>
              <a:t> Foreign key referential integrity confirmed across all joins</a:t>
            </a:r>
            <a:endParaRPr lang="en-US" sz="1500" dirty="0"/>
          </a:p>
          <a:p>
            <a:pPr algn="l">
              <a:lnSpc>
                <a:spcPct val="155000"/>
              </a:lnSpc>
            </a:pPr>
            <a:r>
              <a:rPr lang="en-US" sz="1500" dirty="0">
                <a:solidFill>
                  <a:srgbClr val="1B4F8F"/>
                </a:solidFill>
                <a:latin typeface="Calibri" pitchFamily="34" charset="0"/>
                <a:ea typeface="Calibri" pitchFamily="34" charset="-122"/>
                <a:cs typeface="Calibri" pitchFamily="34" charset="-120"/>
              </a:rPr>
              <a:t>✓</a:t>
            </a:r>
            <a:r>
              <a:rPr lang="en-US" sz="1500" dirty="0">
                <a:solidFill>
                  <a:srgbClr val="2D3748"/>
                </a:solidFill>
                <a:latin typeface="Calibri" pitchFamily="34" charset="0"/>
                <a:ea typeface="Calibri" pitchFamily="34" charset="-122"/>
                <a:cs typeface="Calibri" pitchFamily="34" charset="-120"/>
              </a:rPr>
              <a:t> NULL value scan across all columns in all five tables</a:t>
            </a:r>
            <a:endParaRPr lang="en-US" sz="1500" dirty="0"/>
          </a:p>
          <a:p>
            <a:pPr algn="l">
              <a:lnSpc>
                <a:spcPct val="155000"/>
              </a:lnSpc>
            </a:pPr>
            <a:r>
              <a:rPr lang="en-US" sz="1500" dirty="0">
                <a:solidFill>
                  <a:srgbClr val="1B4F8F"/>
                </a:solidFill>
                <a:latin typeface="Calibri" pitchFamily="34" charset="0"/>
                <a:ea typeface="Calibri" pitchFamily="34" charset="-122"/>
                <a:cs typeface="Calibri" pitchFamily="34" charset="-120"/>
              </a:rPr>
              <a:t>✓</a:t>
            </a:r>
            <a:r>
              <a:rPr lang="en-US" sz="1500" dirty="0">
                <a:solidFill>
                  <a:srgbClr val="2D3748"/>
                </a:solidFill>
                <a:latin typeface="Calibri" pitchFamily="34" charset="0"/>
                <a:ea typeface="Calibri" pitchFamily="34" charset="-122"/>
                <a:cs typeface="Calibri" pitchFamily="34" charset="-120"/>
              </a:rPr>
              <a:t> Duplicate record audit using primary key constraints</a:t>
            </a:r>
            <a:endParaRPr lang="en-US" sz="1500" dirty="0"/>
          </a:p>
          <a:p>
            <a:pPr algn="l">
              <a:lnSpc>
                <a:spcPct val="155000"/>
              </a:lnSpc>
            </a:pPr>
            <a:r>
              <a:rPr lang="en-US" sz="1500" dirty="0">
                <a:solidFill>
                  <a:srgbClr val="1B4F8F"/>
                </a:solidFill>
                <a:latin typeface="Calibri" pitchFamily="34" charset="0"/>
                <a:ea typeface="Calibri" pitchFamily="34" charset="-122"/>
                <a:cs typeface="Calibri" pitchFamily="34" charset="-120"/>
              </a:rPr>
              <a:t>✓</a:t>
            </a:r>
            <a:r>
              <a:rPr lang="en-US" sz="1500" dirty="0">
                <a:solidFill>
                  <a:srgbClr val="2D3748"/>
                </a:solidFill>
                <a:latin typeface="Calibri" pitchFamily="34" charset="0"/>
                <a:ea typeface="Calibri" pitchFamily="34" charset="-122"/>
                <a:cs typeface="Calibri" pitchFamily="34" charset="-120"/>
              </a:rPr>
              <a:t> Complete database join combining all five tables validated</a:t>
            </a:r>
            <a:endParaRPr lang="en-US" sz="1500" dirty="0"/>
          </a:p>
          <a:p>
            <a:pPr algn="l">
              <a:lnSpc>
                <a:spcPct val="155000"/>
              </a:lnSpc>
            </a:pPr>
            <a:r>
              <a:rPr lang="en-US" sz="1500" dirty="0">
                <a:solidFill>
                  <a:srgbClr val="1B4F8F"/>
                </a:solidFill>
                <a:latin typeface="Calibri" pitchFamily="34" charset="0"/>
                <a:ea typeface="Calibri" pitchFamily="34" charset="-122"/>
                <a:cs typeface="Calibri" pitchFamily="34" charset="-120"/>
              </a:rPr>
              <a:t>✓</a:t>
            </a:r>
            <a:r>
              <a:rPr lang="en-US" sz="1500" dirty="0">
                <a:solidFill>
                  <a:srgbClr val="2D3748"/>
                </a:solidFill>
                <a:latin typeface="Calibri" pitchFamily="34" charset="0"/>
                <a:ea typeface="Calibri" pitchFamily="34" charset="-122"/>
                <a:cs typeface="Calibri" pitchFamily="34" charset="-120"/>
              </a:rPr>
              <a:t> Row counts independently confirmed in SQL and Python</a:t>
            </a:r>
            <a:endParaRPr lang="en-US" sz="1500" dirty="0"/>
          </a:p>
        </p:txBody>
      </p:sp>
      <p:sp>
        <p:nvSpPr>
          <p:cNvPr id="11" name="Text 8"/>
          <p:cNvSpPr/>
          <p:nvPr/>
        </p:nvSpPr>
        <p:spPr>
          <a:xfrm>
            <a:off x="762000" y="6540500"/>
            <a:ext cx="14732000" cy="1016000"/>
          </a:xfrm>
          <a:prstGeom prst="rect">
            <a:avLst/>
          </a:prstGeom>
          <a:noFill/>
          <a:ln/>
        </p:spPr>
        <p:txBody>
          <a:bodyPr wrap="square" lIns="0" tIns="0" rIns="0" bIns="0" rtlCol="0" anchor="t"/>
          <a:lstStyle/>
          <a:p>
            <a:pPr algn="just">
              <a:lnSpc>
                <a:spcPct val="150000"/>
              </a:lnSpc>
            </a:pPr>
            <a:r>
              <a:rPr lang="en-US" sz="1500" b="1" dirty="0">
                <a:solidFill>
                  <a:srgbClr val="2D3748"/>
                </a:solidFill>
                <a:latin typeface="Calibri" pitchFamily="34" charset="0"/>
                <a:ea typeface="Calibri" pitchFamily="34" charset="-122"/>
                <a:cs typeface="Calibri" pitchFamily="34" charset="-120"/>
              </a:rPr>
              <a:t>"Missing" Aisle Note:</a:t>
            </a:r>
            <a:r>
              <a:rPr lang="en-US" sz="1500" dirty="0">
                <a:solidFill>
                  <a:srgbClr val="2D3748"/>
                </a:solidFill>
                <a:latin typeface="Calibri" pitchFamily="34" charset="0"/>
                <a:ea typeface="Calibri" pitchFamily="34" charset="-122"/>
                <a:cs typeface="Calibri" pitchFamily="34" charset="-120"/>
              </a:rPr>
              <a:t> During validation, aisle_id 100 with the name "missing" was identified containing 1,254 products. This was verified as an </a:t>
            </a:r>
            <a:r>
              <a:rPr lang="en-US" sz="1500" b="1" dirty="0">
                <a:solidFill>
                  <a:srgbClr val="2D3748"/>
                </a:solidFill>
                <a:latin typeface="Calibri" pitchFamily="34" charset="0"/>
                <a:ea typeface="Calibri" pitchFamily="34" charset="-122"/>
                <a:cs typeface="Calibri" pitchFamily="34" charset="-120"/>
              </a:rPr>
              <a:t>actual aisle label</a:t>
            </a:r>
            <a:r>
              <a:rPr lang="en-US" sz="1500" dirty="0">
                <a:solidFill>
                  <a:srgbClr val="2D3748"/>
                </a:solidFill>
                <a:latin typeface="Calibri" pitchFamily="34" charset="0"/>
                <a:ea typeface="Calibri" pitchFamily="34" charset="-122"/>
                <a:cs typeface="Calibri" pitchFamily="34" charset="-120"/>
              </a:rPr>
              <a:t> in the source data rather than a data quality issue. The products in this aisle were treated as a legitimate category throughout the analysis. All findings in this report describe patterns within the train-set slice (master_df: 318,051 rows x 15 columns).</a:t>
            </a:r>
            <a:endParaRPr lang="en-US" sz="1500" dirty="0"/>
          </a:p>
        </p:txBody>
      </p:sp>
      <p:sp>
        <p:nvSpPr>
          <p:cNvPr id="12" name="Shape 9"/>
          <p:cNvSpPr/>
          <p:nvPr/>
        </p:nvSpPr>
        <p:spPr>
          <a:xfrm>
            <a:off x="762000" y="8763000"/>
            <a:ext cx="14732000" cy="25400"/>
          </a:xfrm>
          <a:prstGeom prst="rect">
            <a:avLst/>
          </a:prstGeom>
          <a:solidFill>
            <a:srgbClr val="1B4F8F"/>
          </a:solidFill>
          <a:ln/>
        </p:spPr>
        <p:txBody>
          <a:bodyPr/>
          <a:lstStyle/>
          <a:p>
            <a:endParaRPr lang="en-IN"/>
          </a:p>
        </p:txBody>
      </p:sp>
      <p:sp>
        <p:nvSpPr>
          <p:cNvPr id="13" name="Text 10"/>
          <p:cNvSpPr/>
          <p:nvPr/>
        </p:nvSpPr>
        <p:spPr>
          <a:xfrm>
            <a:off x="14478000" y="8826500"/>
            <a:ext cx="1016000" cy="254000"/>
          </a:xfrm>
          <a:prstGeom prst="rect">
            <a:avLst/>
          </a:prstGeom>
          <a:noFill/>
          <a:ln/>
        </p:spPr>
        <p:txBody>
          <a:bodyPr wrap="none" lIns="0" tIns="0" rIns="0" bIns="0" rtlCol="0" anchor="ctr"/>
          <a:lstStyle/>
          <a:p>
            <a:pPr algn="r">
              <a:lnSpc>
                <a:spcPct val="120000"/>
              </a:lnSpc>
            </a:pPr>
            <a:r>
              <a:rPr lang="en-US" sz="1200" dirty="0">
                <a:solidFill>
                  <a:srgbClr val="718096"/>
                </a:solidFill>
                <a:latin typeface="Calibri" pitchFamily="34" charset="0"/>
                <a:ea typeface="Calibri" pitchFamily="34" charset="-122"/>
                <a:cs typeface="Calibri" pitchFamily="34" charset="-120"/>
              </a:rPr>
              <a:t>8 / 55</a:t>
            </a:r>
            <a:endParaRPr lang="en-US" sz="1200" dirty="0"/>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62000" y="444500"/>
            <a:ext cx="11430000" cy="444500"/>
          </a:xfrm>
          <a:prstGeom prst="rect">
            <a:avLst/>
          </a:prstGeom>
          <a:noFill/>
          <a:ln/>
        </p:spPr>
        <p:txBody>
          <a:bodyPr wrap="none" lIns="0" tIns="0" rIns="0" bIns="0" rtlCol="0" anchor="ctr"/>
          <a:lstStyle/>
          <a:p>
            <a:pPr algn="l">
              <a:lnSpc>
                <a:spcPct val="130000"/>
              </a:lnSpc>
            </a:pPr>
            <a:r>
              <a:rPr lang="en-US" sz="2400" b="1" dirty="0">
                <a:solidFill>
                  <a:srgbClr val="2D3748"/>
                </a:solidFill>
                <a:latin typeface="Calibri" pitchFamily="34" charset="0"/>
                <a:ea typeface="Calibri" pitchFamily="34" charset="-122"/>
                <a:cs typeface="Calibri" pitchFamily="34" charset="-120"/>
              </a:rPr>
              <a:t>Tools &amp; Technology Stack</a:t>
            </a:r>
            <a:endParaRPr lang="en-US" sz="2400" dirty="0"/>
          </a:p>
        </p:txBody>
      </p:sp>
      <p:sp>
        <p:nvSpPr>
          <p:cNvPr id="3" name="Shape 1"/>
          <p:cNvSpPr/>
          <p:nvPr/>
        </p:nvSpPr>
        <p:spPr>
          <a:xfrm>
            <a:off x="762000" y="952500"/>
            <a:ext cx="14732000" cy="25400"/>
          </a:xfrm>
          <a:prstGeom prst="rect">
            <a:avLst/>
          </a:prstGeom>
          <a:solidFill>
            <a:srgbClr val="1B4F8F"/>
          </a:solidFill>
          <a:ln/>
        </p:spPr>
        <p:txBody>
          <a:bodyPr/>
          <a:lstStyle/>
          <a:p>
            <a:endParaRPr lang="en-IN"/>
          </a:p>
        </p:txBody>
      </p:sp>
      <p:graphicFrame>
        <p:nvGraphicFramePr>
          <p:cNvPr id="11" name="Table 0"/>
          <p:cNvGraphicFramePr>
            <a:graphicFrameLocks noGrp="1"/>
          </p:cNvGraphicFramePr>
          <p:nvPr>
            <p:extLst>
              <p:ext uri="{D42A27DB-BD31-4B8C-83A1-F6EECF244321}">
                <p14:modId xmlns:p14="http://schemas.microsoft.com/office/powerpoint/2010/main" val="144929956"/>
              </p:ext>
            </p:extLst>
          </p:nvPr>
        </p:nvGraphicFramePr>
        <p:xfrm>
          <a:off x="976184" y="1442994"/>
          <a:ext cx="14517816" cy="3162301"/>
        </p:xfrm>
        <a:graphic>
          <a:graphicData uri="http://schemas.openxmlformats.org/drawingml/2006/table">
            <a:tbl>
              <a:tblPr/>
              <a:tblGrid>
                <a:gridCol w="1995616">
                  <a:extLst>
                    <a:ext uri="{9D8B030D-6E8A-4147-A177-3AD203B41FA5}">
                      <a16:colId xmlns:a16="http://schemas.microsoft.com/office/drawing/2014/main" val="20000"/>
                    </a:ext>
                  </a:extLst>
                </a:gridCol>
                <a:gridCol w="3683000">
                  <a:extLst>
                    <a:ext uri="{9D8B030D-6E8A-4147-A177-3AD203B41FA5}">
                      <a16:colId xmlns:a16="http://schemas.microsoft.com/office/drawing/2014/main" val="20001"/>
                    </a:ext>
                  </a:extLst>
                </a:gridCol>
                <a:gridCol w="4419600">
                  <a:extLst>
                    <a:ext uri="{9D8B030D-6E8A-4147-A177-3AD203B41FA5}">
                      <a16:colId xmlns:a16="http://schemas.microsoft.com/office/drawing/2014/main" val="20002"/>
                    </a:ext>
                  </a:extLst>
                </a:gridCol>
                <a:gridCol w="4419600">
                  <a:extLst>
                    <a:ext uri="{9D8B030D-6E8A-4147-A177-3AD203B41FA5}">
                      <a16:colId xmlns:a16="http://schemas.microsoft.com/office/drawing/2014/main" val="20003"/>
                    </a:ext>
                  </a:extLst>
                </a:gridCol>
              </a:tblGrid>
              <a:tr h="490157">
                <a:tc>
                  <a:txBody>
                    <a:bodyPr/>
                    <a:lstStyle/>
                    <a:p>
                      <a:pPr algn="ctr"/>
                      <a:r>
                        <a:rPr lang="en-US" sz="1400" b="1" dirty="0">
                          <a:solidFill>
                            <a:srgbClr val="FFFFFF"/>
                          </a:solidFill>
                          <a:latin typeface="Calibri" pitchFamily="34" charset="0"/>
                          <a:ea typeface="Calibri" pitchFamily="34" charset="-122"/>
                          <a:cs typeface="Calibri" pitchFamily="34" charset="-120"/>
                        </a:rPr>
                        <a:t>Layer</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B4F8F"/>
                    </a:solidFill>
                  </a:tcPr>
                </a:tc>
                <a:tc>
                  <a:txBody>
                    <a:bodyPr/>
                    <a:lstStyle/>
                    <a:p>
                      <a:pPr algn="ctr"/>
                      <a:r>
                        <a:rPr lang="en-US" sz="1400" b="1" dirty="0">
                          <a:solidFill>
                            <a:srgbClr val="FFFFFF"/>
                          </a:solidFill>
                          <a:latin typeface="Calibri" pitchFamily="34" charset="0"/>
                          <a:ea typeface="Calibri" pitchFamily="34" charset="-122"/>
                          <a:cs typeface="Calibri" pitchFamily="34" charset="-120"/>
                        </a:rPr>
                        <a:t>Tool / Technology</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B4F8F"/>
                    </a:solidFill>
                  </a:tcPr>
                </a:tc>
                <a:tc>
                  <a:txBody>
                    <a:bodyPr/>
                    <a:lstStyle/>
                    <a:p>
                      <a:pPr algn="ctr"/>
                      <a:r>
                        <a:rPr lang="en-US" sz="1400" b="1" dirty="0">
                          <a:solidFill>
                            <a:srgbClr val="FFFFFF"/>
                          </a:solidFill>
                          <a:latin typeface="Calibri" pitchFamily="34" charset="0"/>
                          <a:ea typeface="Calibri" pitchFamily="34" charset="-122"/>
                          <a:cs typeface="Calibri" pitchFamily="34" charset="-120"/>
                        </a:rPr>
                        <a:t>Purpose in this Project</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B4F8F"/>
                    </a:solidFill>
                  </a:tcPr>
                </a:tc>
                <a:tc>
                  <a:txBody>
                    <a:bodyPr/>
                    <a:lstStyle/>
                    <a:p>
                      <a:pPr algn="ctr"/>
                      <a:r>
                        <a:rPr lang="en-US" sz="1400" b="1" dirty="0">
                          <a:solidFill>
                            <a:srgbClr val="FFFFFF"/>
                          </a:solidFill>
                          <a:latin typeface="Calibri" pitchFamily="34" charset="0"/>
                          <a:ea typeface="Calibri" pitchFamily="34" charset="-122"/>
                          <a:cs typeface="Calibri" pitchFamily="34" charset="-120"/>
                        </a:rPr>
                        <a:t>Key Functions</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B4F8F"/>
                    </a:solidFill>
                  </a:tcPr>
                </a:tc>
                <a:extLst>
                  <a:ext uri="{0D108BD9-81ED-4DB2-BD59-A6C34878D82A}">
                    <a16:rowId xmlns:a16="http://schemas.microsoft.com/office/drawing/2014/main" val="10000"/>
                  </a:ext>
                </a:extLst>
              </a:tr>
              <a:tr h="537591">
                <a:tc>
                  <a:txBody>
                    <a:bodyPr/>
                    <a:lstStyle/>
                    <a:p>
                      <a:pPr algn="ctr"/>
                      <a:r>
                        <a:rPr lang="en-US" sz="1400" dirty="0">
                          <a:solidFill>
                            <a:srgbClr val="2D3748"/>
                          </a:solidFill>
                          <a:latin typeface="Calibri" pitchFamily="34" charset="0"/>
                          <a:ea typeface="Calibri" pitchFamily="34" charset="-122"/>
                          <a:cs typeface="Calibri" pitchFamily="34" charset="-120"/>
                        </a:rPr>
                        <a:t>Database</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MySQL (hosted, project_orders)</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Source of truth; data validation and first-pass exploration</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Schema inspection, row counts, integrity checks, JOIN validation</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7591">
                <a:tc>
                  <a:txBody>
                    <a:bodyPr/>
                    <a:lstStyle/>
                    <a:p>
                      <a:pPr algn="ctr"/>
                      <a:r>
                        <a:rPr lang="en-US" sz="1400" dirty="0">
                          <a:solidFill>
                            <a:srgbClr val="2D3748"/>
                          </a:solidFill>
                          <a:latin typeface="Calibri" pitchFamily="34" charset="0"/>
                          <a:ea typeface="Calibri" pitchFamily="34" charset="-122"/>
                          <a:cs typeface="Calibri" pitchFamily="34" charset="-120"/>
                        </a:rPr>
                        <a:t>Analysis</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Python (Google Colab): Pandas, NumPy</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Table merging, aggregation, and the 20-question analysis</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Data merging, groupby aggregation, statistical analysis</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extLst>
                  <a:ext uri="{0D108BD9-81ED-4DB2-BD59-A6C34878D82A}">
                    <a16:rowId xmlns:a16="http://schemas.microsoft.com/office/drawing/2014/main" val="10002"/>
                  </a:ext>
                </a:extLst>
              </a:tr>
              <a:tr h="537591">
                <a:tc>
                  <a:txBody>
                    <a:bodyPr/>
                    <a:lstStyle/>
                    <a:p>
                      <a:pPr algn="ctr"/>
                      <a:r>
                        <a:rPr lang="en-US" sz="1400" dirty="0">
                          <a:solidFill>
                            <a:srgbClr val="2D3748"/>
                          </a:solidFill>
                          <a:latin typeface="Calibri" pitchFamily="34" charset="0"/>
                          <a:ea typeface="Calibri" pitchFamily="34" charset="-122"/>
                          <a:cs typeface="Calibri" pitchFamily="34" charset="-120"/>
                        </a:rPr>
                        <a:t>Visualization (Analysis)</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Matplotlib</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Exploratory charts for peak hours and day-of-week analysis</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Bar charts, order distribution plots</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37591">
                <a:tc>
                  <a:txBody>
                    <a:bodyPr/>
                    <a:lstStyle/>
                    <a:p>
                      <a:pPr algn="ctr"/>
                      <a:r>
                        <a:rPr lang="en-US" sz="1400" dirty="0">
                          <a:solidFill>
                            <a:srgbClr val="2D3748"/>
                          </a:solidFill>
                          <a:latin typeface="Calibri" pitchFamily="34" charset="0"/>
                          <a:ea typeface="Calibri" pitchFamily="34" charset="-122"/>
                          <a:cs typeface="Calibri" pitchFamily="34" charset="-120"/>
                        </a:rPr>
                        <a:t>Visualization (Reporting)</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Microsoft Power BI</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Interactive executive dashboards for non-technical stakeholders</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KPI cards, filters, cross-visual interactions</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extLst>
                  <a:ext uri="{0D108BD9-81ED-4DB2-BD59-A6C34878D82A}">
                    <a16:rowId xmlns:a16="http://schemas.microsoft.com/office/drawing/2014/main" val="10004"/>
                  </a:ext>
                </a:extLst>
              </a:tr>
              <a:tr h="521780">
                <a:tc>
                  <a:txBody>
                    <a:bodyPr/>
                    <a:lstStyle/>
                    <a:p>
                      <a:pPr algn="ctr"/>
                      <a:r>
                        <a:rPr lang="en-US" sz="1400" dirty="0">
                          <a:solidFill>
                            <a:srgbClr val="2D3748"/>
                          </a:solidFill>
                          <a:latin typeface="Calibri" pitchFamily="34" charset="0"/>
                          <a:ea typeface="Calibri" pitchFamily="34" charset="-122"/>
                          <a:cs typeface="Calibri" pitchFamily="34" charset="-120"/>
                        </a:rPr>
                        <a:t>Data Interchange</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CSV (UTF-8)</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Bridge format between Python analysis and Power BI</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Cleaned tables, derived results, master dataset export</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Text 2"/>
          <p:cNvSpPr/>
          <p:nvPr/>
        </p:nvSpPr>
        <p:spPr>
          <a:xfrm>
            <a:off x="976184" y="5016500"/>
            <a:ext cx="5080000" cy="355600"/>
          </a:xfrm>
          <a:prstGeom prst="rect">
            <a:avLst/>
          </a:prstGeom>
          <a:noFill/>
          <a:ln/>
        </p:spPr>
        <p:txBody>
          <a:bodyPr wrap="none" lIns="0" tIns="0" rIns="0" bIns="0" rtlCol="0" anchor="ctr"/>
          <a:lstStyle/>
          <a:p>
            <a:pPr algn="l">
              <a:lnSpc>
                <a:spcPct val="120000"/>
              </a:lnSpc>
            </a:pPr>
            <a:r>
              <a:rPr lang="en-US" sz="1800" b="1" dirty="0">
                <a:solidFill>
                  <a:srgbClr val="1B4F8F"/>
                </a:solidFill>
                <a:latin typeface="Calibri" pitchFamily="34" charset="0"/>
                <a:ea typeface="Calibri" pitchFamily="34" charset="-122"/>
                <a:cs typeface="Calibri" pitchFamily="34" charset="-120"/>
              </a:rPr>
              <a:t>Technical Environment Details</a:t>
            </a:r>
            <a:endParaRPr lang="en-US" sz="1800" dirty="0"/>
          </a:p>
        </p:txBody>
      </p:sp>
      <p:sp>
        <p:nvSpPr>
          <p:cNvPr id="6" name="Text 3"/>
          <p:cNvSpPr/>
          <p:nvPr/>
        </p:nvSpPr>
        <p:spPr>
          <a:xfrm>
            <a:off x="1025610" y="5486400"/>
            <a:ext cx="6178379" cy="2032000"/>
          </a:xfrm>
          <a:prstGeom prst="rect">
            <a:avLst/>
          </a:prstGeom>
          <a:noFill/>
          <a:ln/>
        </p:spPr>
        <p:txBody>
          <a:bodyPr wrap="square" lIns="0" tIns="0" rIns="0" bIns="0" rtlCol="0" anchor="t"/>
          <a:lstStyle/>
          <a:p>
            <a:pPr algn="l">
              <a:lnSpc>
                <a:spcPct val="155000"/>
              </a:lnSpc>
            </a:pPr>
            <a:r>
              <a:rPr lang="en-US" sz="1500" b="1" dirty="0">
                <a:solidFill>
                  <a:srgbClr val="2D3748"/>
                </a:solidFill>
                <a:latin typeface="Calibri" pitchFamily="34" charset="0"/>
                <a:ea typeface="Calibri" pitchFamily="34" charset="-122"/>
                <a:cs typeface="Calibri" pitchFamily="34" charset="-120"/>
              </a:rPr>
              <a:t>Python Environment:</a:t>
            </a:r>
            <a:r>
              <a:rPr lang="en-US" sz="1500" dirty="0">
                <a:solidFill>
                  <a:srgbClr val="2D3748"/>
                </a:solidFill>
                <a:latin typeface="Calibri" pitchFamily="34" charset="0"/>
                <a:ea typeface="Calibri" pitchFamily="34" charset="-122"/>
                <a:cs typeface="Calibri" pitchFamily="34" charset="-120"/>
              </a:rPr>
              <a:t> Google Colab with standard data science stack</a:t>
            </a:r>
            <a:endParaRPr lang="en-US" sz="1500" dirty="0"/>
          </a:p>
          <a:p>
            <a:pPr marL="285750" indent="-285750" algn="l">
              <a:lnSpc>
                <a:spcPct val="155000"/>
              </a:lnSpc>
              <a:spcBef>
                <a:spcPts val="400"/>
              </a:spcBef>
              <a:buFont typeface="Wingdings" panose="05000000000000000000" pitchFamily="2" charset="2"/>
              <a:buChar char="Ø"/>
            </a:pPr>
            <a:r>
              <a:rPr lang="en-US" sz="1500" b="1" dirty="0">
                <a:solidFill>
                  <a:srgbClr val="2D3748"/>
                </a:solidFill>
                <a:latin typeface="Calibri" pitchFamily="34" charset="0"/>
                <a:ea typeface="Calibri" pitchFamily="34" charset="-122"/>
                <a:cs typeface="Calibri" pitchFamily="34" charset="-120"/>
              </a:rPr>
              <a:t>Pandas</a:t>
            </a:r>
            <a:r>
              <a:rPr lang="en-US" sz="1500" dirty="0">
                <a:solidFill>
                  <a:srgbClr val="2D3748"/>
                </a:solidFill>
                <a:latin typeface="Calibri" pitchFamily="34" charset="0"/>
                <a:ea typeface="Calibri" pitchFamily="34" charset="-122"/>
                <a:cs typeface="Calibri" pitchFamily="34" charset="-120"/>
              </a:rPr>
              <a:t> - Data manipulation and aggregation</a:t>
            </a:r>
            <a:endParaRPr lang="en-US" sz="1500" dirty="0"/>
          </a:p>
          <a:p>
            <a:pPr marL="285750" indent="-285750" algn="l">
              <a:lnSpc>
                <a:spcPct val="155000"/>
              </a:lnSpc>
              <a:buFont typeface="Wingdings" panose="05000000000000000000" pitchFamily="2" charset="2"/>
              <a:buChar char="Ø"/>
            </a:pPr>
            <a:r>
              <a:rPr lang="en-US" sz="1500" b="1" dirty="0">
                <a:solidFill>
                  <a:srgbClr val="2D3748"/>
                </a:solidFill>
                <a:latin typeface="Calibri" pitchFamily="34" charset="0"/>
                <a:ea typeface="Calibri" pitchFamily="34" charset="-122"/>
                <a:cs typeface="Calibri" pitchFamily="34" charset="-120"/>
              </a:rPr>
              <a:t>NumPy</a:t>
            </a:r>
            <a:r>
              <a:rPr lang="en-US" sz="1500" dirty="0">
                <a:solidFill>
                  <a:srgbClr val="2D3748"/>
                </a:solidFill>
                <a:latin typeface="Calibri" pitchFamily="34" charset="0"/>
                <a:ea typeface="Calibri" pitchFamily="34" charset="-122"/>
                <a:cs typeface="Calibri" pitchFamily="34" charset="-120"/>
              </a:rPr>
              <a:t> - Numerical computations</a:t>
            </a:r>
            <a:endParaRPr lang="en-US" sz="1500" dirty="0"/>
          </a:p>
          <a:p>
            <a:pPr marL="285750" indent="-285750" algn="l">
              <a:lnSpc>
                <a:spcPct val="155000"/>
              </a:lnSpc>
              <a:buFont typeface="Wingdings" panose="05000000000000000000" pitchFamily="2" charset="2"/>
              <a:buChar char="Ø"/>
            </a:pPr>
            <a:r>
              <a:rPr lang="en-US" sz="1500" b="1" dirty="0">
                <a:solidFill>
                  <a:srgbClr val="2D3748"/>
                </a:solidFill>
                <a:latin typeface="Calibri" pitchFamily="34" charset="0"/>
                <a:ea typeface="Calibri" pitchFamily="34" charset="-122"/>
                <a:cs typeface="Calibri" pitchFamily="34" charset="-120"/>
              </a:rPr>
              <a:t>SQL Alchemy / PyMySQL</a:t>
            </a:r>
            <a:r>
              <a:rPr lang="en-US" sz="1500" dirty="0">
                <a:solidFill>
                  <a:srgbClr val="2D3748"/>
                </a:solidFill>
                <a:latin typeface="Calibri" pitchFamily="34" charset="0"/>
                <a:ea typeface="Calibri" pitchFamily="34" charset="-122"/>
                <a:cs typeface="Calibri" pitchFamily="34" charset="-120"/>
              </a:rPr>
              <a:t> - Database connectivity</a:t>
            </a:r>
            <a:endParaRPr lang="en-US" sz="1500" dirty="0"/>
          </a:p>
          <a:p>
            <a:pPr marL="285750" indent="-285750" algn="l">
              <a:lnSpc>
                <a:spcPct val="155000"/>
              </a:lnSpc>
              <a:buFont typeface="Wingdings" panose="05000000000000000000" pitchFamily="2" charset="2"/>
              <a:buChar char="Ø"/>
            </a:pPr>
            <a:r>
              <a:rPr lang="en-US" sz="1500" b="1" dirty="0">
                <a:solidFill>
                  <a:srgbClr val="2D3748"/>
                </a:solidFill>
                <a:latin typeface="Calibri" pitchFamily="34" charset="0"/>
                <a:ea typeface="Calibri" pitchFamily="34" charset="-122"/>
                <a:cs typeface="Calibri" pitchFamily="34" charset="-120"/>
              </a:rPr>
              <a:t>Matplotlib</a:t>
            </a:r>
            <a:r>
              <a:rPr lang="en-US" sz="1500" dirty="0">
                <a:solidFill>
                  <a:srgbClr val="2D3748"/>
                </a:solidFill>
                <a:latin typeface="Calibri" pitchFamily="34" charset="0"/>
                <a:ea typeface="Calibri" pitchFamily="34" charset="-122"/>
                <a:cs typeface="Calibri" pitchFamily="34" charset="-120"/>
              </a:rPr>
              <a:t> - Data visualization</a:t>
            </a:r>
            <a:endParaRPr lang="en-US" sz="1500" dirty="0"/>
          </a:p>
        </p:txBody>
      </p:sp>
      <p:sp>
        <p:nvSpPr>
          <p:cNvPr id="7" name="Text 4"/>
          <p:cNvSpPr/>
          <p:nvPr/>
        </p:nvSpPr>
        <p:spPr>
          <a:xfrm>
            <a:off x="8128000" y="5486400"/>
            <a:ext cx="6836032" cy="2032000"/>
          </a:xfrm>
          <a:prstGeom prst="rect">
            <a:avLst/>
          </a:prstGeom>
          <a:noFill/>
          <a:ln/>
        </p:spPr>
        <p:txBody>
          <a:bodyPr wrap="square" lIns="0" tIns="0" rIns="0" bIns="0" rtlCol="0" anchor="t"/>
          <a:lstStyle/>
          <a:p>
            <a:pPr algn="l">
              <a:lnSpc>
                <a:spcPct val="155000"/>
              </a:lnSpc>
            </a:pPr>
            <a:r>
              <a:rPr lang="en-US" sz="1500" b="1" dirty="0">
                <a:solidFill>
                  <a:srgbClr val="2D3748"/>
                </a:solidFill>
                <a:latin typeface="Calibri" pitchFamily="34" charset="0"/>
                <a:ea typeface="Calibri" pitchFamily="34" charset="-122"/>
                <a:cs typeface="Calibri" pitchFamily="34" charset="-120"/>
              </a:rPr>
              <a:t>Database Environment:</a:t>
            </a:r>
            <a:r>
              <a:rPr lang="en-US" sz="1500" dirty="0">
                <a:solidFill>
                  <a:srgbClr val="2D3748"/>
                </a:solidFill>
                <a:latin typeface="Calibri" pitchFamily="34" charset="0"/>
                <a:ea typeface="Calibri" pitchFamily="34" charset="-122"/>
                <a:cs typeface="Calibri" pitchFamily="34" charset="-120"/>
              </a:rPr>
              <a:t> Hosted MySQL instance (project_orders)</a:t>
            </a:r>
            <a:endParaRPr lang="en-US" sz="1500" dirty="0"/>
          </a:p>
          <a:p>
            <a:pPr marL="285750" indent="-285750" algn="l">
              <a:lnSpc>
                <a:spcPct val="155000"/>
              </a:lnSpc>
              <a:spcBef>
                <a:spcPts val="400"/>
              </a:spcBef>
              <a:buFont typeface="Wingdings" panose="05000000000000000000" pitchFamily="2" charset="2"/>
              <a:buChar char="Ø"/>
            </a:pPr>
            <a:r>
              <a:rPr lang="en-US" sz="1500" dirty="0">
                <a:solidFill>
                  <a:srgbClr val="2D3748"/>
                </a:solidFill>
                <a:latin typeface="Calibri" pitchFamily="34" charset="0"/>
                <a:ea typeface="Calibri" pitchFamily="34" charset="-122"/>
                <a:cs typeface="Calibri" pitchFamily="34" charset="-120"/>
              </a:rPr>
              <a:t>Five interconnected relational tables</a:t>
            </a:r>
            <a:endParaRPr lang="en-US" sz="1500" dirty="0"/>
          </a:p>
          <a:p>
            <a:pPr marL="285750" indent="-285750" algn="l">
              <a:lnSpc>
                <a:spcPct val="155000"/>
              </a:lnSpc>
              <a:buFont typeface="Wingdings" panose="05000000000000000000" pitchFamily="2" charset="2"/>
              <a:buChar char="Ø"/>
            </a:pPr>
            <a:r>
              <a:rPr lang="en-US" sz="1500" dirty="0">
                <a:solidFill>
                  <a:srgbClr val="2D3748"/>
                </a:solidFill>
                <a:latin typeface="Calibri" pitchFamily="34" charset="0"/>
                <a:ea typeface="Calibri" pitchFamily="34" charset="-122"/>
                <a:cs typeface="Calibri" pitchFamily="34" charset="-120"/>
              </a:rPr>
              <a:t>Primary and foreign key constraints</a:t>
            </a:r>
            <a:endParaRPr lang="en-US" sz="1500" dirty="0"/>
          </a:p>
          <a:p>
            <a:pPr marL="285750" indent="-285750" algn="l">
              <a:lnSpc>
                <a:spcPct val="155000"/>
              </a:lnSpc>
              <a:buFont typeface="Wingdings" panose="05000000000000000000" pitchFamily="2" charset="2"/>
              <a:buChar char="Ø"/>
            </a:pPr>
            <a:r>
              <a:rPr lang="en-US" sz="1500" dirty="0">
                <a:solidFill>
                  <a:srgbClr val="2D3748"/>
                </a:solidFill>
                <a:latin typeface="Calibri" pitchFamily="34" charset="0"/>
                <a:ea typeface="Calibri" pitchFamily="34" charset="-122"/>
                <a:cs typeface="Calibri" pitchFamily="34" charset="-120"/>
              </a:rPr>
              <a:t>Direct SQLAlchemy connection from Python</a:t>
            </a:r>
            <a:endParaRPr lang="en-US" sz="1500" dirty="0"/>
          </a:p>
          <a:p>
            <a:pPr marL="285750" indent="-285750" algn="l">
              <a:lnSpc>
                <a:spcPct val="155000"/>
              </a:lnSpc>
              <a:buFont typeface="Wingdings" panose="05000000000000000000" pitchFamily="2" charset="2"/>
              <a:buChar char="Ø"/>
            </a:pPr>
            <a:r>
              <a:rPr lang="en-US" sz="1500" dirty="0">
                <a:solidFill>
                  <a:srgbClr val="2D3748"/>
                </a:solidFill>
                <a:latin typeface="Calibri" pitchFamily="34" charset="0"/>
                <a:ea typeface="Calibri" pitchFamily="34" charset="-122"/>
                <a:cs typeface="Calibri" pitchFamily="34" charset="-120"/>
              </a:rPr>
              <a:t>Eval_set filtering for train-set isolation</a:t>
            </a:r>
            <a:endParaRPr lang="en-US" sz="1500" dirty="0"/>
          </a:p>
        </p:txBody>
      </p:sp>
      <p:sp>
        <p:nvSpPr>
          <p:cNvPr id="8" name="Text 5"/>
          <p:cNvSpPr/>
          <p:nvPr/>
        </p:nvSpPr>
        <p:spPr>
          <a:xfrm>
            <a:off x="922637" y="8128000"/>
            <a:ext cx="14041395" cy="381000"/>
          </a:xfrm>
          <a:prstGeom prst="rect">
            <a:avLst/>
          </a:prstGeom>
          <a:noFill/>
          <a:ln/>
        </p:spPr>
        <p:txBody>
          <a:bodyPr wrap="square" lIns="0" tIns="0" rIns="0" bIns="0" rtlCol="0" anchor="ctr"/>
          <a:lstStyle/>
          <a:p>
            <a:pPr algn="l">
              <a:lnSpc>
                <a:spcPct val="140000"/>
              </a:lnSpc>
            </a:pPr>
            <a:r>
              <a:rPr lang="en-US" sz="1400" i="1" dirty="0">
                <a:solidFill>
                  <a:srgbClr val="718096"/>
                </a:solidFill>
                <a:latin typeface="Calibri" pitchFamily="34" charset="0"/>
                <a:ea typeface="Calibri" pitchFamily="34" charset="-122"/>
                <a:cs typeface="Calibri" pitchFamily="34" charset="-120"/>
              </a:rPr>
              <a:t>Note: The CSV export layer ensures reproducibility and enables the Power BI dashboards to be refreshed as new data becomes available.</a:t>
            </a:r>
            <a:endParaRPr lang="en-US" sz="1400" dirty="0"/>
          </a:p>
        </p:txBody>
      </p:sp>
      <p:sp>
        <p:nvSpPr>
          <p:cNvPr id="9" name="Shape 6"/>
          <p:cNvSpPr/>
          <p:nvPr/>
        </p:nvSpPr>
        <p:spPr>
          <a:xfrm>
            <a:off x="762000" y="8763000"/>
            <a:ext cx="14732000" cy="25400"/>
          </a:xfrm>
          <a:prstGeom prst="rect">
            <a:avLst/>
          </a:prstGeom>
          <a:solidFill>
            <a:srgbClr val="1B4F8F"/>
          </a:solidFill>
          <a:ln/>
        </p:spPr>
        <p:txBody>
          <a:bodyPr/>
          <a:lstStyle/>
          <a:p>
            <a:endParaRPr lang="en-IN"/>
          </a:p>
        </p:txBody>
      </p:sp>
      <p:sp>
        <p:nvSpPr>
          <p:cNvPr id="10" name="Text 7"/>
          <p:cNvSpPr/>
          <p:nvPr/>
        </p:nvSpPr>
        <p:spPr>
          <a:xfrm>
            <a:off x="14478000" y="8826500"/>
            <a:ext cx="1016000" cy="254000"/>
          </a:xfrm>
          <a:prstGeom prst="rect">
            <a:avLst/>
          </a:prstGeom>
          <a:noFill/>
          <a:ln/>
        </p:spPr>
        <p:txBody>
          <a:bodyPr wrap="none" lIns="0" tIns="0" rIns="0" bIns="0" rtlCol="0" anchor="ctr"/>
          <a:lstStyle/>
          <a:p>
            <a:pPr algn="r">
              <a:lnSpc>
                <a:spcPct val="120000"/>
              </a:lnSpc>
            </a:pPr>
            <a:r>
              <a:rPr lang="en-US" sz="1200" dirty="0">
                <a:solidFill>
                  <a:srgbClr val="718096"/>
                </a:solidFill>
                <a:latin typeface="Calibri" pitchFamily="34" charset="0"/>
                <a:ea typeface="Calibri" pitchFamily="34" charset="-122"/>
                <a:cs typeface="Calibri" pitchFamily="34" charset="-120"/>
              </a:rPr>
              <a:t>10 / 55</a:t>
            </a:r>
            <a:endParaRPr lang="en-US" sz="1200" dirty="0"/>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62000" y="444500"/>
            <a:ext cx="11430000" cy="444500"/>
          </a:xfrm>
          <a:prstGeom prst="rect">
            <a:avLst/>
          </a:prstGeom>
          <a:noFill/>
          <a:ln/>
        </p:spPr>
        <p:txBody>
          <a:bodyPr wrap="none" lIns="0" tIns="0" rIns="0" bIns="0" rtlCol="0" anchor="ctr"/>
          <a:lstStyle/>
          <a:p>
            <a:pPr algn="l">
              <a:lnSpc>
                <a:spcPct val="130000"/>
              </a:lnSpc>
            </a:pPr>
            <a:r>
              <a:rPr lang="en-US" sz="2400" b="1" dirty="0">
                <a:solidFill>
                  <a:srgbClr val="2D3748"/>
                </a:solidFill>
                <a:latin typeface="Calibri" pitchFamily="34" charset="0"/>
                <a:ea typeface="Calibri" pitchFamily="34" charset="-122"/>
                <a:cs typeface="Calibri" pitchFamily="34" charset="-120"/>
              </a:rPr>
              <a:t>Methodology — Six-Stage Analytics Pipeline</a:t>
            </a:r>
            <a:endParaRPr lang="en-US" sz="2400" dirty="0"/>
          </a:p>
        </p:txBody>
      </p:sp>
      <p:sp>
        <p:nvSpPr>
          <p:cNvPr id="3" name="Shape 1"/>
          <p:cNvSpPr/>
          <p:nvPr/>
        </p:nvSpPr>
        <p:spPr>
          <a:xfrm>
            <a:off x="762000" y="952500"/>
            <a:ext cx="14732000" cy="25400"/>
          </a:xfrm>
          <a:prstGeom prst="rect">
            <a:avLst/>
          </a:prstGeom>
          <a:solidFill>
            <a:srgbClr val="1B4F8F"/>
          </a:solidFill>
          <a:ln/>
        </p:spPr>
        <p:txBody>
          <a:bodyPr/>
          <a:lstStyle/>
          <a:p>
            <a:endParaRPr lang="en-IN"/>
          </a:p>
        </p:txBody>
      </p:sp>
      <p:sp>
        <p:nvSpPr>
          <p:cNvPr id="4" name="Shape 2"/>
          <p:cNvSpPr/>
          <p:nvPr/>
        </p:nvSpPr>
        <p:spPr>
          <a:xfrm>
            <a:off x="762000" y="1568450"/>
            <a:ext cx="457200" cy="457200"/>
          </a:xfrm>
          <a:prstGeom prst="ellipse">
            <a:avLst/>
          </a:prstGeom>
          <a:solidFill>
            <a:srgbClr val="1B4F8F"/>
          </a:solidFill>
          <a:ln/>
        </p:spPr>
        <p:txBody>
          <a:bodyPr/>
          <a:lstStyle/>
          <a:p>
            <a:endParaRPr lang="en-IN"/>
          </a:p>
        </p:txBody>
      </p:sp>
      <p:sp>
        <p:nvSpPr>
          <p:cNvPr id="5" name="Text 3"/>
          <p:cNvSpPr/>
          <p:nvPr/>
        </p:nvSpPr>
        <p:spPr>
          <a:xfrm>
            <a:off x="762000" y="1568450"/>
            <a:ext cx="457200" cy="457200"/>
          </a:xfrm>
          <a:prstGeom prst="rect">
            <a:avLst/>
          </a:prstGeom>
          <a:noFill/>
          <a:ln/>
        </p:spPr>
        <p:txBody>
          <a:bodyPr wrap="none" lIns="0" tIns="0" rIns="0" bIns="0" rtlCol="0" anchor="ctr"/>
          <a:lstStyle/>
          <a:p>
            <a:pPr algn="ctr">
              <a:lnSpc>
                <a:spcPct val="120000"/>
              </a:lnSpc>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371600" y="1568450"/>
            <a:ext cx="3175000" cy="317500"/>
          </a:xfrm>
          <a:prstGeom prst="rect">
            <a:avLst/>
          </a:prstGeom>
          <a:noFill/>
          <a:ln/>
        </p:spPr>
        <p:txBody>
          <a:bodyPr wrap="none" lIns="0" tIns="0" rIns="0" bIns="0" rtlCol="0" anchor="ctr"/>
          <a:lstStyle/>
          <a:p>
            <a:pPr algn="l">
              <a:lnSpc>
                <a:spcPct val="120000"/>
              </a:lnSpc>
            </a:pPr>
            <a:r>
              <a:rPr lang="en-US" sz="1600" b="1" dirty="0">
                <a:solidFill>
                  <a:srgbClr val="1B4F8F"/>
                </a:solidFill>
                <a:latin typeface="Calibri" pitchFamily="34" charset="0"/>
                <a:ea typeface="Calibri" pitchFamily="34" charset="-122"/>
                <a:cs typeface="Calibri" pitchFamily="34" charset="-120"/>
              </a:rPr>
              <a:t>Connect &amp; Explore (SQL)</a:t>
            </a:r>
            <a:endParaRPr lang="en-US" sz="1600" dirty="0"/>
          </a:p>
        </p:txBody>
      </p:sp>
      <p:sp>
        <p:nvSpPr>
          <p:cNvPr id="7" name="Text 5"/>
          <p:cNvSpPr/>
          <p:nvPr/>
        </p:nvSpPr>
        <p:spPr>
          <a:xfrm>
            <a:off x="1371600" y="1911350"/>
            <a:ext cx="5548183" cy="698500"/>
          </a:xfrm>
          <a:prstGeom prst="rect">
            <a:avLst/>
          </a:prstGeom>
          <a:noFill/>
          <a:ln/>
        </p:spPr>
        <p:txBody>
          <a:bodyPr wrap="square" lIns="0" tIns="0" rIns="0" bIns="0" rtlCol="0" anchor="t"/>
          <a:lstStyle/>
          <a:p>
            <a:pPr algn="just">
              <a:lnSpc>
                <a:spcPct val="145000"/>
              </a:lnSpc>
            </a:pPr>
            <a:r>
              <a:rPr lang="en-US" sz="1400" dirty="0">
                <a:solidFill>
                  <a:srgbClr val="2D3748"/>
                </a:solidFill>
                <a:latin typeface="Calibri" pitchFamily="34" charset="0"/>
                <a:ea typeface="Calibri" pitchFamily="34" charset="-122"/>
                <a:cs typeface="Calibri" pitchFamily="34" charset="-120"/>
              </a:rPr>
              <a:t>Connect to hosted MySQL. Inspect schema (SHOW TABLES, DESCRIBE). Capture row counts for all five tables.</a:t>
            </a:r>
            <a:endParaRPr lang="en-US" sz="1400" dirty="0"/>
          </a:p>
        </p:txBody>
      </p:sp>
      <p:sp>
        <p:nvSpPr>
          <p:cNvPr id="8" name="Shape 6"/>
          <p:cNvSpPr/>
          <p:nvPr/>
        </p:nvSpPr>
        <p:spPr>
          <a:xfrm>
            <a:off x="990600" y="2076450"/>
            <a:ext cx="0" cy="508000"/>
          </a:xfrm>
          <a:prstGeom prst="straightConnector1">
            <a:avLst/>
          </a:prstGeom>
          <a:noFill/>
          <a:ln w="12700">
            <a:solidFill>
              <a:schemeClr val="accent1">
                <a:lumMod val="75000"/>
              </a:schemeClr>
            </a:solidFill>
            <a:prstDash val="dash"/>
            <a:headEnd type="none"/>
            <a:tailEnd type="none"/>
          </a:ln>
        </p:spPr>
        <p:txBody>
          <a:bodyPr/>
          <a:lstStyle/>
          <a:p>
            <a:endParaRPr lang="en-IN"/>
          </a:p>
        </p:txBody>
      </p:sp>
      <p:sp>
        <p:nvSpPr>
          <p:cNvPr id="9" name="Shape 7"/>
          <p:cNvSpPr/>
          <p:nvPr/>
        </p:nvSpPr>
        <p:spPr>
          <a:xfrm>
            <a:off x="762000" y="2647950"/>
            <a:ext cx="457200" cy="457200"/>
          </a:xfrm>
          <a:prstGeom prst="ellipse">
            <a:avLst/>
          </a:prstGeom>
          <a:solidFill>
            <a:srgbClr val="1B4F8F"/>
          </a:solidFill>
          <a:ln/>
        </p:spPr>
        <p:txBody>
          <a:bodyPr/>
          <a:lstStyle/>
          <a:p>
            <a:endParaRPr lang="en-IN"/>
          </a:p>
        </p:txBody>
      </p:sp>
      <p:sp>
        <p:nvSpPr>
          <p:cNvPr id="10" name="Text 8"/>
          <p:cNvSpPr/>
          <p:nvPr/>
        </p:nvSpPr>
        <p:spPr>
          <a:xfrm>
            <a:off x="762000" y="2647950"/>
            <a:ext cx="457200" cy="457200"/>
          </a:xfrm>
          <a:prstGeom prst="rect">
            <a:avLst/>
          </a:prstGeom>
          <a:noFill/>
          <a:ln/>
        </p:spPr>
        <p:txBody>
          <a:bodyPr wrap="none" lIns="0" tIns="0" rIns="0" bIns="0" rtlCol="0" anchor="ctr"/>
          <a:lstStyle/>
          <a:p>
            <a:pPr algn="ctr">
              <a:lnSpc>
                <a:spcPct val="120000"/>
              </a:lnSpc>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1" name="Text 9"/>
          <p:cNvSpPr/>
          <p:nvPr/>
        </p:nvSpPr>
        <p:spPr>
          <a:xfrm>
            <a:off x="1371600" y="2647950"/>
            <a:ext cx="3175000" cy="317500"/>
          </a:xfrm>
          <a:prstGeom prst="rect">
            <a:avLst/>
          </a:prstGeom>
          <a:noFill/>
          <a:ln/>
        </p:spPr>
        <p:txBody>
          <a:bodyPr wrap="none" lIns="0" tIns="0" rIns="0" bIns="0" rtlCol="0" anchor="ctr"/>
          <a:lstStyle/>
          <a:p>
            <a:pPr algn="l">
              <a:lnSpc>
                <a:spcPct val="120000"/>
              </a:lnSpc>
            </a:pPr>
            <a:r>
              <a:rPr lang="en-US" sz="1600" b="1" dirty="0">
                <a:solidFill>
                  <a:srgbClr val="1B4F8F"/>
                </a:solidFill>
                <a:latin typeface="Calibri" pitchFamily="34" charset="0"/>
                <a:ea typeface="Calibri" pitchFamily="34" charset="-122"/>
                <a:cs typeface="Calibri" pitchFamily="34" charset="-120"/>
              </a:rPr>
              <a:t>Validate (SQL)</a:t>
            </a:r>
            <a:endParaRPr lang="en-US" sz="1600" dirty="0"/>
          </a:p>
        </p:txBody>
      </p:sp>
      <p:sp>
        <p:nvSpPr>
          <p:cNvPr id="12" name="Text 10"/>
          <p:cNvSpPr/>
          <p:nvPr/>
        </p:nvSpPr>
        <p:spPr>
          <a:xfrm>
            <a:off x="1371600" y="2990850"/>
            <a:ext cx="5548183" cy="698500"/>
          </a:xfrm>
          <a:prstGeom prst="rect">
            <a:avLst/>
          </a:prstGeom>
          <a:noFill/>
          <a:ln/>
        </p:spPr>
        <p:txBody>
          <a:bodyPr wrap="square" lIns="0" tIns="0" rIns="0" bIns="0" rtlCol="0" anchor="t"/>
          <a:lstStyle/>
          <a:p>
            <a:pPr algn="just">
              <a:lnSpc>
                <a:spcPct val="145000"/>
              </a:lnSpc>
            </a:pPr>
            <a:r>
              <a:rPr lang="en-US" sz="1400" dirty="0">
                <a:solidFill>
                  <a:srgbClr val="2D3748"/>
                </a:solidFill>
                <a:latin typeface="Calibri" pitchFamily="34" charset="0"/>
                <a:ea typeface="Calibri" pitchFamily="34" charset="-122"/>
                <a:cs typeface="Calibri" pitchFamily="34" charset="-120"/>
              </a:rPr>
              <a:t>Check every table for missing values, duplicate primary keys, and referential integrity via join tests.</a:t>
            </a:r>
            <a:endParaRPr lang="en-US" sz="1400" dirty="0"/>
          </a:p>
        </p:txBody>
      </p:sp>
      <p:sp>
        <p:nvSpPr>
          <p:cNvPr id="13" name="Shape 11"/>
          <p:cNvSpPr/>
          <p:nvPr/>
        </p:nvSpPr>
        <p:spPr>
          <a:xfrm>
            <a:off x="990600" y="3155950"/>
            <a:ext cx="0" cy="508000"/>
          </a:xfrm>
          <a:prstGeom prst="straightConnector1">
            <a:avLst/>
          </a:prstGeom>
          <a:noFill/>
          <a:ln w="12700">
            <a:solidFill>
              <a:schemeClr val="accent1">
                <a:lumMod val="75000"/>
              </a:schemeClr>
            </a:solidFill>
            <a:prstDash val="dash"/>
            <a:headEnd type="none"/>
            <a:tailEnd type="none"/>
          </a:ln>
        </p:spPr>
        <p:txBody>
          <a:bodyPr/>
          <a:lstStyle/>
          <a:p>
            <a:endParaRPr lang="en-IN"/>
          </a:p>
        </p:txBody>
      </p:sp>
      <p:sp>
        <p:nvSpPr>
          <p:cNvPr id="14" name="Shape 12"/>
          <p:cNvSpPr/>
          <p:nvPr/>
        </p:nvSpPr>
        <p:spPr>
          <a:xfrm>
            <a:off x="762000" y="3727450"/>
            <a:ext cx="457200" cy="457200"/>
          </a:xfrm>
          <a:prstGeom prst="ellipse">
            <a:avLst/>
          </a:prstGeom>
          <a:solidFill>
            <a:srgbClr val="1B4F8F"/>
          </a:solidFill>
          <a:ln/>
        </p:spPr>
        <p:txBody>
          <a:bodyPr/>
          <a:lstStyle/>
          <a:p>
            <a:endParaRPr lang="en-IN"/>
          </a:p>
        </p:txBody>
      </p:sp>
      <p:sp>
        <p:nvSpPr>
          <p:cNvPr id="15" name="Text 13"/>
          <p:cNvSpPr/>
          <p:nvPr/>
        </p:nvSpPr>
        <p:spPr>
          <a:xfrm>
            <a:off x="762000" y="3727450"/>
            <a:ext cx="457200" cy="457200"/>
          </a:xfrm>
          <a:prstGeom prst="rect">
            <a:avLst/>
          </a:prstGeom>
          <a:noFill/>
          <a:ln/>
        </p:spPr>
        <p:txBody>
          <a:bodyPr wrap="none" lIns="0" tIns="0" rIns="0" bIns="0" rtlCol="0" anchor="ctr"/>
          <a:lstStyle/>
          <a:p>
            <a:pPr algn="ctr">
              <a:lnSpc>
                <a:spcPct val="120000"/>
              </a:lnSpc>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6" name="Text 14"/>
          <p:cNvSpPr/>
          <p:nvPr/>
        </p:nvSpPr>
        <p:spPr>
          <a:xfrm>
            <a:off x="1371600" y="3727450"/>
            <a:ext cx="3810000" cy="317500"/>
          </a:xfrm>
          <a:prstGeom prst="rect">
            <a:avLst/>
          </a:prstGeom>
          <a:noFill/>
          <a:ln/>
        </p:spPr>
        <p:txBody>
          <a:bodyPr wrap="none" lIns="0" tIns="0" rIns="0" bIns="0" rtlCol="0" anchor="ctr"/>
          <a:lstStyle/>
          <a:p>
            <a:pPr algn="l">
              <a:lnSpc>
                <a:spcPct val="120000"/>
              </a:lnSpc>
            </a:pPr>
            <a:r>
              <a:rPr lang="en-US" sz="1600" b="1" dirty="0">
                <a:solidFill>
                  <a:srgbClr val="1B4F8F"/>
                </a:solidFill>
                <a:latin typeface="Calibri" pitchFamily="34" charset="0"/>
                <a:ea typeface="Calibri" pitchFamily="34" charset="-122"/>
                <a:cs typeface="Calibri" pitchFamily="34" charset="-120"/>
              </a:rPr>
              <a:t>Load &amp; Merge (Python)</a:t>
            </a:r>
            <a:endParaRPr lang="en-US" sz="1600" dirty="0"/>
          </a:p>
        </p:txBody>
      </p:sp>
      <p:sp>
        <p:nvSpPr>
          <p:cNvPr id="17" name="Text 15"/>
          <p:cNvSpPr/>
          <p:nvPr/>
        </p:nvSpPr>
        <p:spPr>
          <a:xfrm>
            <a:off x="1371600" y="4070350"/>
            <a:ext cx="5548183" cy="698500"/>
          </a:xfrm>
          <a:prstGeom prst="rect">
            <a:avLst/>
          </a:prstGeom>
          <a:noFill/>
          <a:ln/>
        </p:spPr>
        <p:txBody>
          <a:bodyPr wrap="square" lIns="0" tIns="0" rIns="0" bIns="0" rtlCol="0" anchor="t"/>
          <a:lstStyle/>
          <a:p>
            <a:pPr algn="just">
              <a:lnSpc>
                <a:spcPct val="145000"/>
              </a:lnSpc>
            </a:pPr>
            <a:r>
              <a:rPr lang="en-US" sz="1400" dirty="0">
                <a:solidFill>
                  <a:srgbClr val="2D3748"/>
                </a:solidFill>
                <a:latin typeface="Calibri" pitchFamily="34" charset="0"/>
                <a:ea typeface="Calibri" pitchFamily="34" charset="-122"/>
                <a:cs typeface="Calibri" pitchFamily="34" charset="-120"/>
              </a:rPr>
              <a:t>Connect via SQLAlchemy/PyMySQL. Filter eval_set="train". Merge into master_df (318,051 rows x 15 cols).</a:t>
            </a:r>
            <a:endParaRPr lang="en-US" sz="1400" dirty="0"/>
          </a:p>
        </p:txBody>
      </p:sp>
      <p:sp>
        <p:nvSpPr>
          <p:cNvPr id="18" name="Shape 16"/>
          <p:cNvSpPr/>
          <p:nvPr/>
        </p:nvSpPr>
        <p:spPr>
          <a:xfrm>
            <a:off x="990600" y="4235450"/>
            <a:ext cx="0" cy="508000"/>
          </a:xfrm>
          <a:prstGeom prst="straightConnector1">
            <a:avLst/>
          </a:prstGeom>
          <a:noFill/>
          <a:ln w="12700">
            <a:solidFill>
              <a:schemeClr val="accent1">
                <a:lumMod val="75000"/>
              </a:schemeClr>
            </a:solidFill>
            <a:prstDash val="dash"/>
            <a:headEnd type="none"/>
            <a:tailEnd type="none"/>
          </a:ln>
        </p:spPr>
        <p:txBody>
          <a:bodyPr/>
          <a:lstStyle/>
          <a:p>
            <a:endParaRPr lang="en-IN"/>
          </a:p>
        </p:txBody>
      </p:sp>
      <p:sp>
        <p:nvSpPr>
          <p:cNvPr id="19" name="Shape 17"/>
          <p:cNvSpPr/>
          <p:nvPr/>
        </p:nvSpPr>
        <p:spPr>
          <a:xfrm>
            <a:off x="762000" y="4806950"/>
            <a:ext cx="457200" cy="457200"/>
          </a:xfrm>
          <a:prstGeom prst="ellipse">
            <a:avLst/>
          </a:prstGeom>
          <a:solidFill>
            <a:srgbClr val="1B4F8F"/>
          </a:solidFill>
          <a:ln/>
        </p:spPr>
        <p:txBody>
          <a:bodyPr/>
          <a:lstStyle/>
          <a:p>
            <a:endParaRPr lang="en-IN"/>
          </a:p>
        </p:txBody>
      </p:sp>
      <p:sp>
        <p:nvSpPr>
          <p:cNvPr id="20" name="Text 18"/>
          <p:cNvSpPr/>
          <p:nvPr/>
        </p:nvSpPr>
        <p:spPr>
          <a:xfrm>
            <a:off x="762000" y="4806950"/>
            <a:ext cx="457200" cy="457200"/>
          </a:xfrm>
          <a:prstGeom prst="rect">
            <a:avLst/>
          </a:prstGeom>
          <a:noFill/>
          <a:ln/>
        </p:spPr>
        <p:txBody>
          <a:bodyPr wrap="none" lIns="0" tIns="0" rIns="0" bIns="0" rtlCol="0" anchor="ctr"/>
          <a:lstStyle/>
          <a:p>
            <a:pPr algn="ctr">
              <a:lnSpc>
                <a:spcPct val="120000"/>
              </a:lnSpc>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1" name="Text 19"/>
          <p:cNvSpPr/>
          <p:nvPr/>
        </p:nvSpPr>
        <p:spPr>
          <a:xfrm>
            <a:off x="1371600" y="4806950"/>
            <a:ext cx="3175000" cy="317500"/>
          </a:xfrm>
          <a:prstGeom prst="rect">
            <a:avLst/>
          </a:prstGeom>
          <a:noFill/>
          <a:ln/>
        </p:spPr>
        <p:txBody>
          <a:bodyPr wrap="none" lIns="0" tIns="0" rIns="0" bIns="0" rtlCol="0" anchor="ctr"/>
          <a:lstStyle/>
          <a:p>
            <a:pPr algn="l">
              <a:lnSpc>
                <a:spcPct val="120000"/>
              </a:lnSpc>
            </a:pPr>
            <a:r>
              <a:rPr lang="en-US" sz="1600" b="1" dirty="0">
                <a:solidFill>
                  <a:srgbClr val="1B4F8F"/>
                </a:solidFill>
                <a:latin typeface="Calibri" pitchFamily="34" charset="0"/>
                <a:ea typeface="Calibri" pitchFamily="34" charset="-122"/>
                <a:cs typeface="Calibri" pitchFamily="34" charset="-120"/>
              </a:rPr>
              <a:t>Analyze (Python)</a:t>
            </a:r>
            <a:endParaRPr lang="en-US" sz="1600" dirty="0"/>
          </a:p>
        </p:txBody>
      </p:sp>
      <p:sp>
        <p:nvSpPr>
          <p:cNvPr id="22" name="Text 20"/>
          <p:cNvSpPr/>
          <p:nvPr/>
        </p:nvSpPr>
        <p:spPr>
          <a:xfrm>
            <a:off x="1371600" y="5149850"/>
            <a:ext cx="5548183" cy="698500"/>
          </a:xfrm>
          <a:prstGeom prst="rect">
            <a:avLst/>
          </a:prstGeom>
          <a:noFill/>
          <a:ln/>
        </p:spPr>
        <p:txBody>
          <a:bodyPr wrap="square" lIns="0" tIns="0" rIns="0" bIns="0" rtlCol="0" anchor="t"/>
          <a:lstStyle/>
          <a:p>
            <a:pPr algn="just">
              <a:lnSpc>
                <a:spcPct val="145000"/>
              </a:lnSpc>
            </a:pPr>
            <a:r>
              <a:rPr lang="en-US" sz="1400" dirty="0">
                <a:solidFill>
                  <a:srgbClr val="2D3748"/>
                </a:solidFill>
                <a:latin typeface="Calibri" pitchFamily="34" charset="0"/>
                <a:ea typeface="Calibri" pitchFamily="34" charset="-122"/>
                <a:cs typeface="Calibri" pitchFamily="34" charset="-120"/>
              </a:rPr>
              <a:t>Answer all 20 brief questions using groupby/aggregation. Produce summary statistics and exploratory charts.</a:t>
            </a:r>
            <a:endParaRPr lang="en-US" sz="1400" dirty="0"/>
          </a:p>
        </p:txBody>
      </p:sp>
      <p:sp>
        <p:nvSpPr>
          <p:cNvPr id="23" name="Shape 21"/>
          <p:cNvSpPr/>
          <p:nvPr/>
        </p:nvSpPr>
        <p:spPr>
          <a:xfrm>
            <a:off x="990600" y="5314950"/>
            <a:ext cx="0" cy="508000"/>
          </a:xfrm>
          <a:prstGeom prst="straightConnector1">
            <a:avLst/>
          </a:prstGeom>
          <a:noFill/>
          <a:ln w="12700">
            <a:solidFill>
              <a:schemeClr val="accent1">
                <a:lumMod val="75000"/>
              </a:schemeClr>
            </a:solidFill>
            <a:prstDash val="dash"/>
            <a:headEnd type="none"/>
            <a:tailEnd type="none"/>
          </a:ln>
        </p:spPr>
        <p:txBody>
          <a:bodyPr/>
          <a:lstStyle/>
          <a:p>
            <a:endParaRPr lang="en-IN"/>
          </a:p>
        </p:txBody>
      </p:sp>
      <p:sp>
        <p:nvSpPr>
          <p:cNvPr id="24" name="Shape 22"/>
          <p:cNvSpPr/>
          <p:nvPr/>
        </p:nvSpPr>
        <p:spPr>
          <a:xfrm>
            <a:off x="762000" y="5886450"/>
            <a:ext cx="457200" cy="457200"/>
          </a:xfrm>
          <a:prstGeom prst="ellipse">
            <a:avLst/>
          </a:prstGeom>
          <a:solidFill>
            <a:srgbClr val="1B4F8F"/>
          </a:solidFill>
          <a:ln/>
        </p:spPr>
        <p:txBody>
          <a:bodyPr/>
          <a:lstStyle/>
          <a:p>
            <a:endParaRPr lang="en-IN"/>
          </a:p>
        </p:txBody>
      </p:sp>
      <p:sp>
        <p:nvSpPr>
          <p:cNvPr id="25" name="Text 23"/>
          <p:cNvSpPr/>
          <p:nvPr/>
        </p:nvSpPr>
        <p:spPr>
          <a:xfrm>
            <a:off x="762000" y="5886450"/>
            <a:ext cx="457200" cy="457200"/>
          </a:xfrm>
          <a:prstGeom prst="rect">
            <a:avLst/>
          </a:prstGeom>
          <a:noFill/>
          <a:ln/>
        </p:spPr>
        <p:txBody>
          <a:bodyPr wrap="none" lIns="0" tIns="0" rIns="0" bIns="0" rtlCol="0" anchor="ctr"/>
          <a:lstStyle/>
          <a:p>
            <a:pPr algn="ctr">
              <a:lnSpc>
                <a:spcPct val="120000"/>
              </a:lnSpc>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6" name="Text 24"/>
          <p:cNvSpPr/>
          <p:nvPr/>
        </p:nvSpPr>
        <p:spPr>
          <a:xfrm>
            <a:off x="1371600" y="5886450"/>
            <a:ext cx="3810000" cy="317500"/>
          </a:xfrm>
          <a:prstGeom prst="rect">
            <a:avLst/>
          </a:prstGeom>
          <a:noFill/>
          <a:ln/>
        </p:spPr>
        <p:txBody>
          <a:bodyPr wrap="none" lIns="0" tIns="0" rIns="0" bIns="0" rtlCol="0" anchor="ctr"/>
          <a:lstStyle/>
          <a:p>
            <a:pPr algn="l">
              <a:lnSpc>
                <a:spcPct val="120000"/>
              </a:lnSpc>
            </a:pPr>
            <a:r>
              <a:rPr lang="en-US" sz="1600" b="1" dirty="0">
                <a:solidFill>
                  <a:srgbClr val="1B4F8F"/>
                </a:solidFill>
                <a:latin typeface="Calibri" pitchFamily="34" charset="0"/>
                <a:ea typeface="Calibri" pitchFamily="34" charset="-122"/>
                <a:cs typeface="Calibri" pitchFamily="34" charset="-120"/>
              </a:rPr>
              <a:t>Export (Python -&gt; CSV)</a:t>
            </a:r>
            <a:endParaRPr lang="en-US" sz="1600" dirty="0"/>
          </a:p>
        </p:txBody>
      </p:sp>
      <p:sp>
        <p:nvSpPr>
          <p:cNvPr id="27" name="Text 25"/>
          <p:cNvSpPr/>
          <p:nvPr/>
        </p:nvSpPr>
        <p:spPr>
          <a:xfrm>
            <a:off x="1371600" y="6229350"/>
            <a:ext cx="5548183" cy="698500"/>
          </a:xfrm>
          <a:prstGeom prst="rect">
            <a:avLst/>
          </a:prstGeom>
          <a:noFill/>
          <a:ln/>
        </p:spPr>
        <p:txBody>
          <a:bodyPr wrap="square" lIns="0" tIns="0" rIns="0" bIns="0" rtlCol="0" anchor="t"/>
          <a:lstStyle/>
          <a:p>
            <a:pPr algn="just">
              <a:lnSpc>
                <a:spcPct val="145000"/>
              </a:lnSpc>
            </a:pPr>
            <a:r>
              <a:rPr lang="en-US" sz="1400" dirty="0">
                <a:solidFill>
                  <a:srgbClr val="2D3748"/>
                </a:solidFill>
                <a:latin typeface="Calibri" pitchFamily="34" charset="0"/>
                <a:ea typeface="Calibri" pitchFamily="34" charset="-122"/>
                <a:cs typeface="Calibri" pitchFamily="34" charset="-120"/>
              </a:rPr>
              <a:t>Export cleaned tables and key results to CSV as interchange layer into the visualization tool.</a:t>
            </a:r>
            <a:endParaRPr lang="en-US" sz="1400" dirty="0"/>
          </a:p>
        </p:txBody>
      </p:sp>
      <p:sp>
        <p:nvSpPr>
          <p:cNvPr id="28" name="Shape 26"/>
          <p:cNvSpPr/>
          <p:nvPr/>
        </p:nvSpPr>
        <p:spPr>
          <a:xfrm>
            <a:off x="990600" y="6394450"/>
            <a:ext cx="0" cy="508000"/>
          </a:xfrm>
          <a:prstGeom prst="straightConnector1">
            <a:avLst/>
          </a:prstGeom>
          <a:noFill/>
          <a:ln w="12700">
            <a:solidFill>
              <a:schemeClr val="accent1">
                <a:lumMod val="75000"/>
              </a:schemeClr>
            </a:solidFill>
            <a:prstDash val="dash"/>
            <a:headEnd type="none"/>
            <a:tailEnd type="none"/>
          </a:ln>
        </p:spPr>
        <p:txBody>
          <a:bodyPr/>
          <a:lstStyle/>
          <a:p>
            <a:endParaRPr lang="en-IN"/>
          </a:p>
        </p:txBody>
      </p:sp>
      <p:sp>
        <p:nvSpPr>
          <p:cNvPr id="29" name="Shape 27"/>
          <p:cNvSpPr/>
          <p:nvPr/>
        </p:nvSpPr>
        <p:spPr>
          <a:xfrm>
            <a:off x="762000" y="6965950"/>
            <a:ext cx="457200" cy="457200"/>
          </a:xfrm>
          <a:prstGeom prst="ellipse">
            <a:avLst/>
          </a:prstGeom>
          <a:solidFill>
            <a:srgbClr val="1B4F8F"/>
          </a:solidFill>
          <a:ln/>
        </p:spPr>
        <p:txBody>
          <a:bodyPr/>
          <a:lstStyle/>
          <a:p>
            <a:endParaRPr lang="en-IN"/>
          </a:p>
        </p:txBody>
      </p:sp>
      <p:sp>
        <p:nvSpPr>
          <p:cNvPr id="30" name="Text 28"/>
          <p:cNvSpPr/>
          <p:nvPr/>
        </p:nvSpPr>
        <p:spPr>
          <a:xfrm>
            <a:off x="762000" y="6965950"/>
            <a:ext cx="457200" cy="457200"/>
          </a:xfrm>
          <a:prstGeom prst="rect">
            <a:avLst/>
          </a:prstGeom>
          <a:noFill/>
          <a:ln/>
        </p:spPr>
        <p:txBody>
          <a:bodyPr wrap="none" lIns="0" tIns="0" rIns="0" bIns="0" rtlCol="0" anchor="ctr"/>
          <a:lstStyle/>
          <a:p>
            <a:pPr algn="ctr">
              <a:lnSpc>
                <a:spcPct val="120000"/>
              </a:lnSpc>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31" name="Text 29"/>
          <p:cNvSpPr/>
          <p:nvPr/>
        </p:nvSpPr>
        <p:spPr>
          <a:xfrm>
            <a:off x="1371600" y="6965950"/>
            <a:ext cx="3810000" cy="317500"/>
          </a:xfrm>
          <a:prstGeom prst="rect">
            <a:avLst/>
          </a:prstGeom>
          <a:noFill/>
          <a:ln/>
        </p:spPr>
        <p:txBody>
          <a:bodyPr wrap="none" lIns="0" tIns="0" rIns="0" bIns="0" rtlCol="0" anchor="ctr"/>
          <a:lstStyle/>
          <a:p>
            <a:pPr algn="l">
              <a:lnSpc>
                <a:spcPct val="120000"/>
              </a:lnSpc>
            </a:pPr>
            <a:r>
              <a:rPr lang="en-US" sz="1600" b="1" dirty="0">
                <a:solidFill>
                  <a:srgbClr val="1B4F8F"/>
                </a:solidFill>
                <a:latin typeface="Calibri" pitchFamily="34" charset="0"/>
                <a:ea typeface="Calibri" pitchFamily="34" charset="-122"/>
                <a:cs typeface="Calibri" pitchFamily="34" charset="-120"/>
              </a:rPr>
              <a:t>Visualize (Power BI)</a:t>
            </a:r>
            <a:endParaRPr lang="en-US" sz="1600" dirty="0"/>
          </a:p>
        </p:txBody>
      </p:sp>
      <p:sp>
        <p:nvSpPr>
          <p:cNvPr id="32" name="Text 30"/>
          <p:cNvSpPr/>
          <p:nvPr/>
        </p:nvSpPr>
        <p:spPr>
          <a:xfrm>
            <a:off x="1371600" y="7308850"/>
            <a:ext cx="5548183" cy="698500"/>
          </a:xfrm>
          <a:prstGeom prst="rect">
            <a:avLst/>
          </a:prstGeom>
          <a:noFill/>
          <a:ln/>
        </p:spPr>
        <p:txBody>
          <a:bodyPr wrap="square" lIns="0" tIns="0" rIns="0" bIns="0" rtlCol="0" anchor="t"/>
          <a:lstStyle/>
          <a:p>
            <a:pPr algn="just">
              <a:lnSpc>
                <a:spcPct val="145000"/>
              </a:lnSpc>
            </a:pPr>
            <a:r>
              <a:rPr lang="en-US" sz="1400" dirty="0">
                <a:solidFill>
                  <a:srgbClr val="2D3748"/>
                </a:solidFill>
                <a:latin typeface="Calibri" pitchFamily="34" charset="0"/>
                <a:ea typeface="Calibri" pitchFamily="34" charset="-122"/>
                <a:cs typeface="Calibri" pitchFamily="34" charset="-120"/>
              </a:rPr>
              <a:t>Build four dashboards: Executive, Customer, Product Performance, and Department &amp; Category Analysis.</a:t>
            </a:r>
            <a:endParaRPr lang="en-US" sz="1400" dirty="0"/>
          </a:p>
        </p:txBody>
      </p:sp>
      <p:sp>
        <p:nvSpPr>
          <p:cNvPr id="33" name="Shape 31"/>
          <p:cNvSpPr/>
          <p:nvPr/>
        </p:nvSpPr>
        <p:spPr>
          <a:xfrm>
            <a:off x="7620000" y="1568450"/>
            <a:ext cx="7874000" cy="6438900"/>
          </a:xfrm>
          <a:prstGeom prst="rect">
            <a:avLst/>
          </a:prstGeom>
          <a:solidFill>
            <a:srgbClr val="EDF2F7"/>
          </a:solidFill>
          <a:ln/>
        </p:spPr>
        <p:txBody>
          <a:bodyPr/>
          <a:lstStyle/>
          <a:p>
            <a:endParaRPr lang="en-IN"/>
          </a:p>
        </p:txBody>
      </p:sp>
      <p:sp>
        <p:nvSpPr>
          <p:cNvPr id="34" name="Text 32"/>
          <p:cNvSpPr/>
          <p:nvPr/>
        </p:nvSpPr>
        <p:spPr>
          <a:xfrm>
            <a:off x="7874000" y="1695450"/>
            <a:ext cx="5080000" cy="355600"/>
          </a:xfrm>
          <a:prstGeom prst="rect">
            <a:avLst/>
          </a:prstGeom>
          <a:noFill/>
          <a:ln/>
        </p:spPr>
        <p:txBody>
          <a:bodyPr wrap="none" lIns="0" tIns="0" rIns="0" bIns="0" rtlCol="0" anchor="ctr"/>
          <a:lstStyle/>
          <a:p>
            <a:pPr algn="l">
              <a:lnSpc>
                <a:spcPct val="120000"/>
              </a:lnSpc>
            </a:pPr>
            <a:r>
              <a:rPr lang="en-US" sz="1800" b="1" dirty="0">
                <a:solidFill>
                  <a:srgbClr val="1B4F8F"/>
                </a:solidFill>
                <a:latin typeface="Calibri" pitchFamily="34" charset="0"/>
                <a:ea typeface="Calibri" pitchFamily="34" charset="-122"/>
                <a:cs typeface="Calibri" pitchFamily="34" charset="-120"/>
              </a:rPr>
              <a:t>Pipeline Outputs</a:t>
            </a:r>
            <a:endParaRPr lang="en-US" sz="1800" dirty="0"/>
          </a:p>
        </p:txBody>
      </p:sp>
      <p:sp>
        <p:nvSpPr>
          <p:cNvPr id="35" name="Text 33"/>
          <p:cNvSpPr/>
          <p:nvPr/>
        </p:nvSpPr>
        <p:spPr>
          <a:xfrm>
            <a:off x="7874000" y="2317750"/>
            <a:ext cx="7366000" cy="5588000"/>
          </a:xfrm>
          <a:prstGeom prst="rect">
            <a:avLst/>
          </a:prstGeom>
          <a:noFill/>
          <a:ln/>
        </p:spPr>
        <p:txBody>
          <a:bodyPr wrap="square" lIns="0" tIns="0" rIns="0" bIns="0" rtlCol="0" anchor="t"/>
          <a:lstStyle/>
          <a:p>
            <a:pPr algn="just">
              <a:lnSpc>
                <a:spcPct val="155000"/>
              </a:lnSpc>
            </a:pPr>
            <a:r>
              <a:rPr lang="en-US" sz="1400" b="1" dirty="0">
                <a:solidFill>
                  <a:srgbClr val="2D3748"/>
                </a:solidFill>
                <a:latin typeface="Calibri" pitchFamily="34" charset="0"/>
                <a:ea typeface="Calibri" pitchFamily="34" charset="-122"/>
                <a:cs typeface="Calibri" pitchFamily="34" charset="-120"/>
              </a:rPr>
              <a:t>SQL Validation Output:</a:t>
            </a:r>
            <a:endParaRPr lang="en-US" sz="1400" dirty="0"/>
          </a:p>
          <a:p>
            <a:pPr algn="just">
              <a:lnSpc>
                <a:spcPct val="155000"/>
              </a:lnSpc>
            </a:pPr>
            <a:r>
              <a:rPr lang="en-US" sz="1400" dirty="0">
                <a:solidFill>
                  <a:srgbClr val="2D3748"/>
                </a:solidFill>
                <a:latin typeface="Calibri" pitchFamily="34" charset="0"/>
                <a:ea typeface="Calibri" pitchFamily="34" charset="-122"/>
                <a:cs typeface="Calibri" pitchFamily="34" charset="-120"/>
              </a:rPr>
              <a:t>Validated dataset integrity across 5 tables. Zero missing values, zero duplicates, full referential integrity confirmed.</a:t>
            </a:r>
            <a:endParaRPr lang="en-US" sz="1400" dirty="0"/>
          </a:p>
          <a:p>
            <a:pPr algn="just">
              <a:lnSpc>
                <a:spcPct val="155000"/>
              </a:lnSpc>
              <a:spcBef>
                <a:spcPts val="1000"/>
              </a:spcBef>
            </a:pPr>
            <a:r>
              <a:rPr lang="en-US" sz="1400" b="1" dirty="0">
                <a:solidFill>
                  <a:srgbClr val="2D3748"/>
                </a:solidFill>
                <a:latin typeface="Calibri" pitchFamily="34" charset="0"/>
                <a:ea typeface="Calibri" pitchFamily="34" charset="-122"/>
                <a:cs typeface="Calibri" pitchFamily="34" charset="-120"/>
              </a:rPr>
              <a:t>Python Analysis Output:</a:t>
            </a:r>
            <a:endParaRPr lang="en-US" sz="1400" dirty="0"/>
          </a:p>
          <a:p>
            <a:pPr algn="just">
              <a:lnSpc>
                <a:spcPct val="155000"/>
              </a:lnSpc>
            </a:pPr>
            <a:r>
              <a:rPr lang="en-US" sz="1400" dirty="0">
                <a:solidFill>
                  <a:srgbClr val="2D3748"/>
                </a:solidFill>
                <a:latin typeface="Calibri" pitchFamily="34" charset="0"/>
                <a:ea typeface="Calibri" pitchFamily="34" charset="-122"/>
                <a:cs typeface="Calibri" pitchFamily="34" charset="-120"/>
              </a:rPr>
              <a:t>master_df (318,051 rows x 15 columns). Answers to all 20 analytical questions with statistical evidence. Two exploratory charts (peak hours, day-of-week volume).</a:t>
            </a:r>
            <a:endParaRPr lang="en-US" sz="1400" dirty="0"/>
          </a:p>
          <a:p>
            <a:pPr algn="just">
              <a:lnSpc>
                <a:spcPct val="155000"/>
              </a:lnSpc>
              <a:spcBef>
                <a:spcPts val="1000"/>
              </a:spcBef>
            </a:pPr>
            <a:r>
              <a:rPr lang="en-US" sz="1400" b="1" dirty="0">
                <a:solidFill>
                  <a:srgbClr val="2D3748"/>
                </a:solidFill>
                <a:latin typeface="Calibri" pitchFamily="34" charset="0"/>
                <a:ea typeface="Calibri" pitchFamily="34" charset="-122"/>
                <a:cs typeface="Calibri" pitchFamily="34" charset="-120"/>
              </a:rPr>
              <a:t>CSV Export Output:</a:t>
            </a:r>
            <a:endParaRPr lang="en-US" sz="1400" dirty="0"/>
          </a:p>
          <a:p>
            <a:pPr algn="just">
              <a:lnSpc>
                <a:spcPct val="155000"/>
              </a:lnSpc>
            </a:pPr>
            <a:r>
              <a:rPr lang="en-US" sz="1400" dirty="0">
                <a:solidFill>
                  <a:srgbClr val="2D3748"/>
                </a:solidFill>
                <a:latin typeface="Calibri" pitchFamily="34" charset="0"/>
                <a:ea typeface="Calibri" pitchFamily="34" charset="-122"/>
                <a:cs typeface="Calibri" pitchFamily="34" charset="-120"/>
              </a:rPr>
              <a:t>Aisles, Departments, Products, Orders, Order Products, Master Dataset, Top Reordered Products, Most Reordered by Department.</a:t>
            </a:r>
            <a:endParaRPr lang="en-US" sz="1400" dirty="0"/>
          </a:p>
          <a:p>
            <a:pPr algn="just">
              <a:lnSpc>
                <a:spcPct val="155000"/>
              </a:lnSpc>
              <a:spcBef>
                <a:spcPts val="1000"/>
              </a:spcBef>
            </a:pPr>
            <a:r>
              <a:rPr lang="en-US" sz="1400" b="1" dirty="0">
                <a:solidFill>
                  <a:srgbClr val="2D3748"/>
                </a:solidFill>
                <a:latin typeface="Calibri" pitchFamily="34" charset="0"/>
                <a:ea typeface="Calibri" pitchFamily="34" charset="-122"/>
                <a:cs typeface="Calibri" pitchFamily="34" charset="-120"/>
              </a:rPr>
              <a:t>Power BI Output:</a:t>
            </a:r>
            <a:endParaRPr lang="en-US" sz="1400" dirty="0"/>
          </a:p>
          <a:p>
            <a:pPr algn="just">
              <a:lnSpc>
                <a:spcPct val="155000"/>
              </a:lnSpc>
            </a:pPr>
            <a:r>
              <a:rPr lang="en-US" sz="1400" dirty="0">
                <a:solidFill>
                  <a:srgbClr val="2D3748"/>
                </a:solidFill>
                <a:latin typeface="Calibri" pitchFamily="34" charset="0"/>
                <a:ea typeface="Calibri" pitchFamily="34" charset="-122"/>
                <a:cs typeface="Calibri" pitchFamily="34" charset="-120"/>
              </a:rPr>
              <a:t>4 interactive dashboards with calculated measures, KPI cards, filters, and cross-visual interactions.</a:t>
            </a:r>
            <a:endParaRPr lang="en-US" sz="1400" dirty="0"/>
          </a:p>
          <a:p>
            <a:pPr algn="just">
              <a:lnSpc>
                <a:spcPct val="155000"/>
              </a:lnSpc>
              <a:spcBef>
                <a:spcPts val="1000"/>
              </a:spcBef>
            </a:pPr>
            <a:r>
              <a:rPr lang="en-US" sz="1400" b="1" dirty="0">
                <a:solidFill>
                  <a:srgbClr val="2D3748"/>
                </a:solidFill>
                <a:latin typeface="Calibri" pitchFamily="34" charset="0"/>
                <a:ea typeface="Calibri" pitchFamily="34" charset="-122"/>
                <a:cs typeface="Calibri" pitchFamily="34" charset="-120"/>
              </a:rPr>
              <a:t>Business Deliverables:</a:t>
            </a:r>
            <a:endParaRPr lang="en-US" sz="1400" dirty="0"/>
          </a:p>
          <a:p>
            <a:pPr algn="just">
              <a:lnSpc>
                <a:spcPct val="155000"/>
              </a:lnSpc>
            </a:pPr>
            <a:r>
              <a:rPr lang="en-US" sz="1400" dirty="0">
                <a:solidFill>
                  <a:srgbClr val="2D3748"/>
                </a:solidFill>
                <a:latin typeface="Calibri" pitchFamily="34" charset="0"/>
                <a:ea typeface="Calibri" pitchFamily="34" charset="-122"/>
                <a:cs typeface="Calibri" pitchFamily="34" charset="-120"/>
              </a:rPr>
              <a:t>Comprehensive insights, 12 recommendations, and expected impact assessment for Marketing, Merchandising, and Operations.</a:t>
            </a:r>
            <a:endParaRPr lang="en-US" sz="1400" dirty="0"/>
          </a:p>
        </p:txBody>
      </p:sp>
      <p:sp>
        <p:nvSpPr>
          <p:cNvPr id="36" name="Shape 34"/>
          <p:cNvSpPr/>
          <p:nvPr/>
        </p:nvSpPr>
        <p:spPr>
          <a:xfrm>
            <a:off x="762000" y="8763000"/>
            <a:ext cx="14732000" cy="25400"/>
          </a:xfrm>
          <a:prstGeom prst="rect">
            <a:avLst/>
          </a:prstGeom>
          <a:solidFill>
            <a:srgbClr val="1B4F8F"/>
          </a:solidFill>
          <a:ln/>
        </p:spPr>
        <p:txBody>
          <a:bodyPr/>
          <a:lstStyle/>
          <a:p>
            <a:endParaRPr lang="en-IN"/>
          </a:p>
        </p:txBody>
      </p:sp>
      <p:sp>
        <p:nvSpPr>
          <p:cNvPr id="37" name="Text 35"/>
          <p:cNvSpPr/>
          <p:nvPr/>
        </p:nvSpPr>
        <p:spPr>
          <a:xfrm>
            <a:off x="14478000" y="8826500"/>
            <a:ext cx="1016000" cy="254000"/>
          </a:xfrm>
          <a:prstGeom prst="rect">
            <a:avLst/>
          </a:prstGeom>
          <a:noFill/>
          <a:ln/>
        </p:spPr>
        <p:txBody>
          <a:bodyPr wrap="none" lIns="0" tIns="0" rIns="0" bIns="0" rtlCol="0" anchor="ctr"/>
          <a:lstStyle/>
          <a:p>
            <a:pPr algn="r">
              <a:lnSpc>
                <a:spcPct val="120000"/>
              </a:lnSpc>
            </a:pPr>
            <a:r>
              <a:rPr lang="en-US" sz="1200" dirty="0">
                <a:solidFill>
                  <a:srgbClr val="718096"/>
                </a:solidFill>
                <a:latin typeface="Calibri" pitchFamily="34" charset="0"/>
                <a:ea typeface="Calibri" pitchFamily="34" charset="-122"/>
                <a:cs typeface="Calibri" pitchFamily="34" charset="-120"/>
              </a:rPr>
              <a:t>11 / 55</a:t>
            </a:r>
            <a:endParaRPr lang="en-US" sz="1200" dirty="0"/>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 y="0"/>
            <a:ext cx="8001001" cy="9144000"/>
          </a:xfrm>
          <a:prstGeom prst="rect">
            <a:avLst/>
          </a:prstGeom>
          <a:solidFill>
            <a:srgbClr val="1B4F8F"/>
          </a:solidFill>
          <a:ln/>
        </p:spPr>
        <p:txBody>
          <a:bodyPr/>
          <a:lstStyle/>
          <a:p>
            <a:endParaRPr lang="en-IN"/>
          </a:p>
        </p:txBody>
      </p:sp>
      <p:sp>
        <p:nvSpPr>
          <p:cNvPr id="3" name="Text 1"/>
          <p:cNvSpPr/>
          <p:nvPr/>
        </p:nvSpPr>
        <p:spPr>
          <a:xfrm>
            <a:off x="762000" y="2540000"/>
            <a:ext cx="6096000" cy="1016000"/>
          </a:xfrm>
          <a:prstGeom prst="rect">
            <a:avLst/>
          </a:prstGeom>
          <a:noFill/>
          <a:ln/>
        </p:spPr>
        <p:txBody>
          <a:bodyPr wrap="none" lIns="0" tIns="0" rIns="0" bIns="0" rtlCol="0" anchor="ctr"/>
          <a:lstStyle/>
          <a:p>
            <a:pPr algn="l">
              <a:lnSpc>
                <a:spcPct val="120000"/>
              </a:lnSpc>
            </a:pPr>
            <a:r>
              <a:rPr lang="en-US" sz="7200" b="1" dirty="0">
                <a:solidFill>
                  <a:srgbClr val="FFFFFF"/>
                </a:solidFill>
                <a:latin typeface="Calibri" pitchFamily="34" charset="0"/>
                <a:ea typeface="Calibri" pitchFamily="34" charset="-122"/>
                <a:cs typeface="Calibri" pitchFamily="34" charset="-120"/>
              </a:rPr>
              <a:t>05</a:t>
            </a:r>
            <a:endParaRPr lang="en-US" sz="7200" dirty="0"/>
          </a:p>
        </p:txBody>
      </p:sp>
      <p:sp>
        <p:nvSpPr>
          <p:cNvPr id="4" name="Text 2"/>
          <p:cNvSpPr/>
          <p:nvPr/>
        </p:nvSpPr>
        <p:spPr>
          <a:xfrm>
            <a:off x="762000" y="3556000"/>
            <a:ext cx="6096000" cy="698500"/>
          </a:xfrm>
          <a:prstGeom prst="rect">
            <a:avLst/>
          </a:prstGeom>
          <a:noFill/>
          <a:ln/>
        </p:spPr>
        <p:txBody>
          <a:bodyPr wrap="none" lIns="0" tIns="0" rIns="0" bIns="0" rtlCol="0" anchor="ctr"/>
          <a:lstStyle/>
          <a:p>
            <a:pPr algn="l">
              <a:lnSpc>
                <a:spcPct val="120000"/>
              </a:lnSpc>
            </a:pPr>
            <a:r>
              <a:rPr lang="en-US" sz="4000" b="1" dirty="0">
                <a:solidFill>
                  <a:srgbClr val="FFFFFF"/>
                </a:solidFill>
                <a:latin typeface="Calibri" pitchFamily="34" charset="0"/>
                <a:ea typeface="Calibri" pitchFamily="34" charset="-122"/>
                <a:cs typeface="Calibri" pitchFamily="34" charset="-120"/>
              </a:rPr>
              <a:t>SQL Validation</a:t>
            </a:r>
            <a:endParaRPr lang="en-US" sz="4000" dirty="0"/>
          </a:p>
        </p:txBody>
      </p:sp>
      <p:sp>
        <p:nvSpPr>
          <p:cNvPr id="5" name="Shape 3"/>
          <p:cNvSpPr/>
          <p:nvPr/>
        </p:nvSpPr>
        <p:spPr>
          <a:xfrm>
            <a:off x="762000" y="4381500"/>
            <a:ext cx="2540000" cy="38100"/>
          </a:xfrm>
          <a:prstGeom prst="rect">
            <a:avLst/>
          </a:prstGeom>
          <a:solidFill>
            <a:srgbClr val="FFFFFF"/>
          </a:solidFill>
          <a:ln/>
        </p:spPr>
        <p:txBody>
          <a:bodyPr/>
          <a:lstStyle/>
          <a:p>
            <a:endParaRPr lang="en-IN"/>
          </a:p>
        </p:txBody>
      </p:sp>
      <p:sp>
        <p:nvSpPr>
          <p:cNvPr id="6" name="Text 4"/>
          <p:cNvSpPr/>
          <p:nvPr/>
        </p:nvSpPr>
        <p:spPr>
          <a:xfrm>
            <a:off x="762000" y="4635500"/>
            <a:ext cx="6096000" cy="1016000"/>
          </a:xfrm>
          <a:prstGeom prst="rect">
            <a:avLst/>
          </a:prstGeom>
          <a:noFill/>
          <a:ln/>
        </p:spPr>
        <p:txBody>
          <a:bodyPr wrap="square" lIns="0" tIns="0" rIns="0" bIns="0" rtlCol="0" anchor="t"/>
          <a:lstStyle/>
          <a:p>
            <a:pPr algn="l">
              <a:lnSpc>
                <a:spcPct val="150000"/>
              </a:lnSpc>
            </a:pPr>
            <a:r>
              <a:rPr lang="en-US" sz="1800" dirty="0">
                <a:solidFill>
                  <a:srgbClr val="FFFFFF"/>
                </a:solidFill>
                <a:latin typeface="Calibri" pitchFamily="34" charset="0"/>
                <a:ea typeface="Calibri" pitchFamily="34" charset="-122"/>
                <a:cs typeface="Calibri" pitchFamily="34" charset="-120"/>
              </a:rPr>
              <a:t>Database Exploration, Data Quality Checks &amp; Relationship Validation</a:t>
            </a:r>
            <a:endParaRPr lang="en-US" sz="1800" dirty="0"/>
          </a:p>
        </p:txBody>
      </p:sp>
      <p:sp>
        <p:nvSpPr>
          <p:cNvPr id="7" name="Text 5"/>
          <p:cNvSpPr/>
          <p:nvPr/>
        </p:nvSpPr>
        <p:spPr>
          <a:xfrm>
            <a:off x="8255000" y="3302000"/>
            <a:ext cx="7239000" cy="1524000"/>
          </a:xfrm>
          <a:prstGeom prst="rect">
            <a:avLst/>
          </a:prstGeom>
          <a:noFill/>
          <a:ln/>
        </p:spPr>
        <p:txBody>
          <a:bodyPr wrap="square" lIns="0" tIns="0" rIns="0" bIns="0" rtlCol="0" anchor="ctr"/>
          <a:lstStyle/>
          <a:p>
            <a:pPr algn="l">
              <a:lnSpc>
                <a:spcPct val="160000"/>
              </a:lnSpc>
            </a:pPr>
            <a:r>
              <a:rPr lang="en-US" sz="1800" dirty="0">
                <a:solidFill>
                  <a:srgbClr val="2D3748"/>
                </a:solidFill>
                <a:latin typeface="Calibri" pitchFamily="34" charset="0"/>
                <a:ea typeface="Calibri" pitchFamily="34" charset="-122"/>
                <a:cs typeface="Calibri" pitchFamily="34" charset="-120"/>
              </a:rPr>
              <a:t>Before any behavioral analysis, the raw dataset was validated directly in MySQL. This stage answers a single question that every later insight depends on: </a:t>
            </a:r>
            <a:r>
              <a:rPr lang="en-US" sz="1800" b="1" dirty="0">
                <a:solidFill>
                  <a:srgbClr val="2D3748"/>
                </a:solidFill>
                <a:latin typeface="Calibri" pitchFamily="34" charset="0"/>
                <a:ea typeface="Calibri" pitchFamily="34" charset="-122"/>
                <a:cs typeface="Calibri" pitchFamily="34" charset="-120"/>
              </a:rPr>
              <a:t>can this data be trusted?</a:t>
            </a:r>
            <a:endParaRPr lang="en-US" sz="1800" dirty="0"/>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62000" y="444500"/>
            <a:ext cx="11430000" cy="444500"/>
          </a:xfrm>
          <a:prstGeom prst="rect">
            <a:avLst/>
          </a:prstGeom>
          <a:noFill/>
          <a:ln/>
        </p:spPr>
        <p:txBody>
          <a:bodyPr wrap="none" lIns="0" tIns="0" rIns="0" bIns="0" rtlCol="0" anchor="ctr"/>
          <a:lstStyle/>
          <a:p>
            <a:pPr algn="l">
              <a:lnSpc>
                <a:spcPct val="130000"/>
              </a:lnSpc>
            </a:pPr>
            <a:r>
              <a:rPr lang="en-US" sz="2400" b="1" dirty="0">
                <a:solidFill>
                  <a:srgbClr val="2D3748"/>
                </a:solidFill>
                <a:latin typeface="Calibri" pitchFamily="34" charset="0"/>
                <a:ea typeface="Calibri" pitchFamily="34" charset="-122"/>
                <a:cs typeface="Calibri" pitchFamily="34" charset="-120"/>
              </a:rPr>
              <a:t>SQL Validation — Database Connection &amp; Exploration</a:t>
            </a:r>
            <a:endParaRPr lang="en-US" sz="2400" dirty="0"/>
          </a:p>
        </p:txBody>
      </p:sp>
      <p:sp>
        <p:nvSpPr>
          <p:cNvPr id="3" name="Shape 1"/>
          <p:cNvSpPr/>
          <p:nvPr/>
        </p:nvSpPr>
        <p:spPr>
          <a:xfrm>
            <a:off x="762000" y="952500"/>
            <a:ext cx="14732000" cy="25400"/>
          </a:xfrm>
          <a:prstGeom prst="rect">
            <a:avLst/>
          </a:prstGeom>
          <a:solidFill>
            <a:srgbClr val="1B4F8F"/>
          </a:solidFill>
          <a:ln/>
        </p:spPr>
        <p:txBody>
          <a:bodyPr/>
          <a:lstStyle/>
          <a:p>
            <a:endParaRPr lang="en-IN"/>
          </a:p>
        </p:txBody>
      </p:sp>
      <p:sp>
        <p:nvSpPr>
          <p:cNvPr id="4" name="Text 2"/>
          <p:cNvSpPr/>
          <p:nvPr/>
        </p:nvSpPr>
        <p:spPr>
          <a:xfrm>
            <a:off x="762000" y="1168400"/>
            <a:ext cx="5080000" cy="317500"/>
          </a:xfrm>
          <a:prstGeom prst="rect">
            <a:avLst/>
          </a:prstGeom>
          <a:noFill/>
          <a:ln/>
        </p:spPr>
        <p:txBody>
          <a:bodyPr wrap="none" lIns="0" tIns="0" rIns="0" bIns="0" rtlCol="0" anchor="ctr"/>
          <a:lstStyle/>
          <a:p>
            <a:pPr algn="l">
              <a:lnSpc>
                <a:spcPct val="120000"/>
              </a:lnSpc>
            </a:pPr>
            <a:r>
              <a:rPr lang="en-US" sz="1600" b="1" dirty="0">
                <a:solidFill>
                  <a:srgbClr val="1B4F8F"/>
                </a:solidFill>
                <a:latin typeface="Calibri" pitchFamily="34" charset="0"/>
                <a:ea typeface="Calibri" pitchFamily="34" charset="-122"/>
                <a:cs typeface="Calibri" pitchFamily="34" charset="-120"/>
              </a:rPr>
              <a:t>Database Connection</a:t>
            </a:r>
            <a:endParaRPr lang="en-US" sz="1600" dirty="0"/>
          </a:p>
        </p:txBody>
      </p:sp>
      <p:sp>
        <p:nvSpPr>
          <p:cNvPr id="5" name="Text 3"/>
          <p:cNvSpPr/>
          <p:nvPr/>
        </p:nvSpPr>
        <p:spPr>
          <a:xfrm>
            <a:off x="762000" y="1549400"/>
            <a:ext cx="7112000" cy="1587500"/>
          </a:xfrm>
          <a:prstGeom prst="rect">
            <a:avLst/>
          </a:prstGeom>
          <a:noFill/>
          <a:ln/>
        </p:spPr>
        <p:txBody>
          <a:bodyPr wrap="square" lIns="0" tIns="0" rIns="0" bIns="0" rtlCol="0" anchor="t"/>
          <a:lstStyle/>
          <a:p>
            <a:pPr algn="just">
              <a:lnSpc>
                <a:spcPct val="150000"/>
              </a:lnSpc>
            </a:pPr>
            <a:r>
              <a:rPr lang="en-US" sz="1500" dirty="0">
                <a:solidFill>
                  <a:srgbClr val="2D3748"/>
                </a:solidFill>
                <a:latin typeface="Calibri" pitchFamily="34" charset="0"/>
                <a:ea typeface="Calibri" pitchFamily="34" charset="-122"/>
                <a:cs typeface="Calibri" pitchFamily="34" charset="-120"/>
              </a:rPr>
              <a:t>Connected to the MySQL database provided for the project. The database contained five interconnected tables. To confirm a successful connection and verify available schemas, the following commands were executed:</a:t>
            </a:r>
            <a:endParaRPr lang="en-US" sz="1500" dirty="0"/>
          </a:p>
          <a:p>
            <a:pPr algn="just">
              <a:lnSpc>
                <a:spcPct val="150000"/>
              </a:lnSpc>
              <a:spcBef>
                <a:spcPts val="600"/>
              </a:spcBef>
            </a:pPr>
            <a:r>
              <a:rPr lang="en-US" sz="1500" b="1" dirty="0">
                <a:solidFill>
                  <a:srgbClr val="1B4F8F"/>
                </a:solidFill>
                <a:latin typeface="Calibri" pitchFamily="34" charset="0"/>
                <a:ea typeface="Calibri" pitchFamily="34" charset="-122"/>
                <a:cs typeface="Calibri" pitchFamily="34" charset="-120"/>
              </a:rPr>
              <a:t>SHOW DATABASES;</a:t>
            </a:r>
            <a:r>
              <a:rPr lang="en-US" sz="1500" dirty="0">
                <a:solidFill>
                  <a:srgbClr val="2D3748"/>
                </a:solidFill>
                <a:latin typeface="Calibri" pitchFamily="34" charset="0"/>
                <a:ea typeface="Calibri" pitchFamily="34" charset="-122"/>
                <a:cs typeface="Calibri" pitchFamily="34" charset="-120"/>
              </a:rPr>
              <a:t> | </a:t>
            </a:r>
            <a:r>
              <a:rPr lang="en-US" sz="1500" b="1" dirty="0">
                <a:solidFill>
                  <a:srgbClr val="1B4F8F"/>
                </a:solidFill>
                <a:latin typeface="Calibri" pitchFamily="34" charset="0"/>
                <a:ea typeface="Calibri" pitchFamily="34" charset="-122"/>
                <a:cs typeface="Calibri" pitchFamily="34" charset="-120"/>
              </a:rPr>
              <a:t>USE project_orders;</a:t>
            </a:r>
            <a:endParaRPr lang="en-US" sz="1500" dirty="0"/>
          </a:p>
        </p:txBody>
      </p:sp>
      <p:sp>
        <p:nvSpPr>
          <p:cNvPr id="6" name="Text 4"/>
          <p:cNvSpPr/>
          <p:nvPr/>
        </p:nvSpPr>
        <p:spPr>
          <a:xfrm>
            <a:off x="8318500" y="1168400"/>
            <a:ext cx="5080000" cy="317500"/>
          </a:xfrm>
          <a:prstGeom prst="rect">
            <a:avLst/>
          </a:prstGeom>
          <a:noFill/>
          <a:ln/>
        </p:spPr>
        <p:txBody>
          <a:bodyPr wrap="none" lIns="0" tIns="0" rIns="0" bIns="0" rtlCol="0" anchor="ctr"/>
          <a:lstStyle/>
          <a:p>
            <a:pPr algn="l">
              <a:lnSpc>
                <a:spcPct val="120000"/>
              </a:lnSpc>
            </a:pPr>
            <a:r>
              <a:rPr lang="en-US" sz="1600" b="1" dirty="0">
                <a:solidFill>
                  <a:srgbClr val="1B4F8F"/>
                </a:solidFill>
                <a:latin typeface="Calibri" pitchFamily="34" charset="0"/>
                <a:ea typeface="Calibri" pitchFamily="34" charset="-122"/>
                <a:cs typeface="Calibri" pitchFamily="34" charset="-120"/>
              </a:rPr>
              <a:t>Database Exploration</a:t>
            </a:r>
            <a:endParaRPr lang="en-US" sz="1600" dirty="0"/>
          </a:p>
        </p:txBody>
      </p:sp>
      <p:sp>
        <p:nvSpPr>
          <p:cNvPr id="7" name="Text 5"/>
          <p:cNvSpPr/>
          <p:nvPr/>
        </p:nvSpPr>
        <p:spPr>
          <a:xfrm>
            <a:off x="8318500" y="1549400"/>
            <a:ext cx="7175500" cy="1397000"/>
          </a:xfrm>
          <a:prstGeom prst="rect">
            <a:avLst/>
          </a:prstGeom>
          <a:noFill/>
          <a:ln/>
        </p:spPr>
        <p:txBody>
          <a:bodyPr wrap="square" lIns="0" tIns="0" rIns="0" bIns="0" rtlCol="0" anchor="t"/>
          <a:lstStyle/>
          <a:p>
            <a:pPr algn="just">
              <a:lnSpc>
                <a:spcPct val="150000"/>
              </a:lnSpc>
            </a:pPr>
            <a:r>
              <a:rPr lang="en-US" sz="1500" dirty="0">
                <a:solidFill>
                  <a:srgbClr val="2D3748"/>
                </a:solidFill>
                <a:latin typeface="Calibri" pitchFamily="34" charset="0"/>
                <a:ea typeface="Calibri" pitchFamily="34" charset="-122"/>
                <a:cs typeface="Calibri" pitchFamily="34" charset="-120"/>
              </a:rPr>
              <a:t>Schema explored using </a:t>
            </a:r>
            <a:r>
              <a:rPr lang="en-US" sz="1500" b="1" dirty="0">
                <a:solidFill>
                  <a:srgbClr val="2D3748"/>
                </a:solidFill>
                <a:latin typeface="Calibri" pitchFamily="34" charset="0"/>
                <a:ea typeface="Calibri" pitchFamily="34" charset="-122"/>
                <a:cs typeface="Calibri" pitchFamily="34" charset="-120"/>
              </a:rPr>
              <a:t>SHOW TABLES</a:t>
            </a:r>
            <a:r>
              <a:rPr lang="en-US" sz="1500" dirty="0">
                <a:solidFill>
                  <a:srgbClr val="2D3748"/>
                </a:solidFill>
                <a:latin typeface="Calibri" pitchFamily="34" charset="0"/>
                <a:ea typeface="Calibri" pitchFamily="34" charset="-122"/>
                <a:cs typeface="Calibri" pitchFamily="34" charset="-120"/>
              </a:rPr>
              <a:t> and </a:t>
            </a:r>
            <a:r>
              <a:rPr lang="en-US" sz="1500" b="1" dirty="0">
                <a:solidFill>
                  <a:srgbClr val="2D3748"/>
                </a:solidFill>
                <a:latin typeface="Calibri" pitchFamily="34" charset="0"/>
                <a:ea typeface="Calibri" pitchFamily="34" charset="-122"/>
                <a:cs typeface="Calibri" pitchFamily="34" charset="-120"/>
              </a:rPr>
              <a:t>DESCRIBE</a:t>
            </a:r>
            <a:r>
              <a:rPr lang="en-US" sz="1500" dirty="0">
                <a:solidFill>
                  <a:srgbClr val="2D3748"/>
                </a:solidFill>
                <a:latin typeface="Calibri" pitchFamily="34" charset="0"/>
                <a:ea typeface="Calibri" pitchFamily="34" charset="-122"/>
                <a:cs typeface="Calibri" pitchFamily="34" charset="-120"/>
              </a:rPr>
              <a:t> to identify structure, primary keys, and data types. Row counts obtained for all tables. Sample records inspected to verify data completeness and correct structure.</a:t>
            </a:r>
            <a:endParaRPr lang="en-US" sz="1500" dirty="0"/>
          </a:p>
        </p:txBody>
      </p:sp>
      <p:sp>
        <p:nvSpPr>
          <p:cNvPr id="8" name="Text 6"/>
          <p:cNvSpPr/>
          <p:nvPr/>
        </p:nvSpPr>
        <p:spPr>
          <a:xfrm>
            <a:off x="810911" y="3408775"/>
            <a:ext cx="5080000" cy="279400"/>
          </a:xfrm>
          <a:prstGeom prst="rect">
            <a:avLst/>
          </a:prstGeom>
          <a:noFill/>
          <a:ln/>
        </p:spPr>
        <p:txBody>
          <a:bodyPr wrap="none" lIns="0" tIns="0" rIns="0" bIns="0" rtlCol="0" anchor="ctr"/>
          <a:lstStyle/>
          <a:p>
            <a:pPr algn="l">
              <a:lnSpc>
                <a:spcPct val="120000"/>
              </a:lnSpc>
            </a:pPr>
            <a:r>
              <a:rPr lang="en-US" sz="1300" b="1" dirty="0">
                <a:solidFill>
                  <a:srgbClr val="718096"/>
                </a:solidFill>
                <a:latin typeface="Calibri" pitchFamily="34" charset="0"/>
                <a:ea typeface="Calibri" pitchFamily="34" charset="-122"/>
                <a:cs typeface="Calibri" pitchFamily="34" charset="-120"/>
              </a:rPr>
              <a:t>SQL EXPLORATION SCREENSHOTS</a:t>
            </a:r>
            <a:endParaRPr lang="en-US" sz="1300" dirty="0"/>
          </a:p>
        </p:txBody>
      </p:sp>
      <p:sp>
        <p:nvSpPr>
          <p:cNvPr id="15" name="Shape 12"/>
          <p:cNvSpPr/>
          <p:nvPr/>
        </p:nvSpPr>
        <p:spPr>
          <a:xfrm>
            <a:off x="762000" y="8763000"/>
            <a:ext cx="14732000" cy="25400"/>
          </a:xfrm>
          <a:prstGeom prst="rect">
            <a:avLst/>
          </a:prstGeom>
          <a:solidFill>
            <a:srgbClr val="1B4F8F"/>
          </a:solidFill>
          <a:ln/>
        </p:spPr>
        <p:txBody>
          <a:bodyPr/>
          <a:lstStyle/>
          <a:p>
            <a:endParaRPr lang="en-IN"/>
          </a:p>
        </p:txBody>
      </p:sp>
      <p:sp>
        <p:nvSpPr>
          <p:cNvPr id="16" name="Text 13"/>
          <p:cNvSpPr/>
          <p:nvPr/>
        </p:nvSpPr>
        <p:spPr>
          <a:xfrm>
            <a:off x="14478000" y="8826500"/>
            <a:ext cx="1016000" cy="254000"/>
          </a:xfrm>
          <a:prstGeom prst="rect">
            <a:avLst/>
          </a:prstGeom>
          <a:noFill/>
          <a:ln/>
        </p:spPr>
        <p:txBody>
          <a:bodyPr wrap="none" lIns="0" tIns="0" rIns="0" bIns="0" rtlCol="0" anchor="ctr"/>
          <a:lstStyle/>
          <a:p>
            <a:pPr algn="r">
              <a:lnSpc>
                <a:spcPct val="120000"/>
              </a:lnSpc>
            </a:pPr>
            <a:r>
              <a:rPr lang="en-US" sz="1200" dirty="0">
                <a:solidFill>
                  <a:srgbClr val="718096"/>
                </a:solidFill>
                <a:latin typeface="Calibri" pitchFamily="34" charset="0"/>
                <a:ea typeface="Calibri" pitchFamily="34" charset="-122"/>
                <a:cs typeface="Calibri" pitchFamily="34" charset="-120"/>
              </a:rPr>
              <a:t>13 / 55</a:t>
            </a:r>
            <a:endParaRPr lang="en-US" sz="1200" dirty="0"/>
          </a:p>
        </p:txBody>
      </p:sp>
      <p:pic>
        <p:nvPicPr>
          <p:cNvPr id="19" name="Picture 18">
            <a:extLst>
              <a:ext uri="{FF2B5EF4-FFF2-40B4-BE49-F238E27FC236}">
                <a16:creationId xmlns:a16="http://schemas.microsoft.com/office/drawing/2014/main" id="{2903144F-6C4A-585E-DE83-504668FF4AB1}"/>
              </a:ext>
            </a:extLst>
          </p:cNvPr>
          <p:cNvPicPr>
            <a:picLocks noChangeAspect="1"/>
          </p:cNvPicPr>
          <p:nvPr/>
        </p:nvPicPr>
        <p:blipFill>
          <a:blip r:embed="rId3"/>
          <a:stretch>
            <a:fillRect/>
          </a:stretch>
        </p:blipFill>
        <p:spPr>
          <a:xfrm>
            <a:off x="810911" y="4324408"/>
            <a:ext cx="2859904" cy="3456633"/>
          </a:xfrm>
          <a:prstGeom prst="rect">
            <a:avLst/>
          </a:prstGeom>
          <a:ln>
            <a:solidFill>
              <a:schemeClr val="tx1"/>
            </a:solidFill>
          </a:ln>
        </p:spPr>
      </p:pic>
      <p:pic>
        <p:nvPicPr>
          <p:cNvPr id="20" name="Picture 19">
            <a:extLst>
              <a:ext uri="{FF2B5EF4-FFF2-40B4-BE49-F238E27FC236}">
                <a16:creationId xmlns:a16="http://schemas.microsoft.com/office/drawing/2014/main" id="{E0A71842-08AC-9127-0CF5-56749AC5618E}"/>
              </a:ext>
            </a:extLst>
          </p:cNvPr>
          <p:cNvPicPr>
            <a:picLocks noChangeAspect="1"/>
          </p:cNvPicPr>
          <p:nvPr/>
        </p:nvPicPr>
        <p:blipFill>
          <a:blip r:embed="rId4"/>
          <a:stretch>
            <a:fillRect/>
          </a:stretch>
        </p:blipFill>
        <p:spPr>
          <a:xfrm>
            <a:off x="3940088" y="4324408"/>
            <a:ext cx="3803823" cy="3456633"/>
          </a:xfrm>
          <a:prstGeom prst="rect">
            <a:avLst/>
          </a:prstGeom>
          <a:ln>
            <a:solidFill>
              <a:schemeClr val="tx1"/>
            </a:solidFill>
          </a:ln>
        </p:spPr>
      </p:pic>
      <p:pic>
        <p:nvPicPr>
          <p:cNvPr id="22" name="Picture 21">
            <a:extLst>
              <a:ext uri="{FF2B5EF4-FFF2-40B4-BE49-F238E27FC236}">
                <a16:creationId xmlns:a16="http://schemas.microsoft.com/office/drawing/2014/main" id="{AA35DAF8-60E7-C369-B11B-2C2A8F969A07}"/>
              </a:ext>
            </a:extLst>
          </p:cNvPr>
          <p:cNvPicPr>
            <a:picLocks noChangeAspect="1"/>
          </p:cNvPicPr>
          <p:nvPr/>
        </p:nvPicPr>
        <p:blipFill>
          <a:blip r:embed="rId5"/>
          <a:stretch>
            <a:fillRect/>
          </a:stretch>
        </p:blipFill>
        <p:spPr>
          <a:xfrm>
            <a:off x="8559113" y="3009900"/>
            <a:ext cx="6885976" cy="5214525"/>
          </a:xfrm>
          <a:prstGeom prst="rect">
            <a:avLst/>
          </a:prstGeom>
          <a:ln>
            <a:solidFill>
              <a:schemeClr val="tx1"/>
            </a:solidFill>
          </a:ln>
        </p:spPr>
      </p:pic>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62000" y="444500"/>
            <a:ext cx="11430000" cy="444500"/>
          </a:xfrm>
          <a:prstGeom prst="rect">
            <a:avLst/>
          </a:prstGeom>
          <a:noFill/>
          <a:ln/>
        </p:spPr>
        <p:txBody>
          <a:bodyPr wrap="none" lIns="0" tIns="0" rIns="0" bIns="0" rtlCol="0" anchor="ctr"/>
          <a:lstStyle/>
          <a:p>
            <a:pPr algn="l">
              <a:lnSpc>
                <a:spcPct val="130000"/>
              </a:lnSpc>
            </a:pPr>
            <a:r>
              <a:rPr lang="en-US" sz="2400" b="1" dirty="0">
                <a:solidFill>
                  <a:srgbClr val="2D3748"/>
                </a:solidFill>
                <a:latin typeface="Calibri" pitchFamily="34" charset="0"/>
                <a:ea typeface="Calibri" pitchFamily="34" charset="-122"/>
                <a:cs typeface="Calibri" pitchFamily="34" charset="-120"/>
              </a:rPr>
              <a:t>SQL Validation — Sample Data Verification</a:t>
            </a:r>
            <a:endParaRPr lang="en-US" sz="2400" dirty="0"/>
          </a:p>
        </p:txBody>
      </p:sp>
      <p:sp>
        <p:nvSpPr>
          <p:cNvPr id="3" name="Shape 1"/>
          <p:cNvSpPr/>
          <p:nvPr/>
        </p:nvSpPr>
        <p:spPr>
          <a:xfrm>
            <a:off x="762000" y="952500"/>
            <a:ext cx="14732000" cy="25400"/>
          </a:xfrm>
          <a:prstGeom prst="rect">
            <a:avLst/>
          </a:prstGeom>
          <a:solidFill>
            <a:srgbClr val="1B4F8F"/>
          </a:solidFill>
          <a:ln/>
        </p:spPr>
        <p:txBody>
          <a:bodyPr/>
          <a:lstStyle/>
          <a:p>
            <a:endParaRPr lang="en-IN"/>
          </a:p>
        </p:txBody>
      </p:sp>
      <p:sp>
        <p:nvSpPr>
          <p:cNvPr id="4" name="Text 2"/>
          <p:cNvSpPr/>
          <p:nvPr/>
        </p:nvSpPr>
        <p:spPr>
          <a:xfrm>
            <a:off x="762000" y="1143000"/>
            <a:ext cx="14732000" cy="1816554"/>
          </a:xfrm>
          <a:prstGeom prst="rect">
            <a:avLst/>
          </a:prstGeom>
          <a:noFill/>
          <a:ln/>
        </p:spPr>
        <p:txBody>
          <a:bodyPr wrap="square" lIns="0" tIns="0" rIns="0" bIns="0" rtlCol="0" anchor="t"/>
          <a:lstStyle/>
          <a:p>
            <a:pPr algn="just">
              <a:lnSpc>
                <a:spcPct val="150000"/>
              </a:lnSpc>
            </a:pPr>
            <a:r>
              <a:rPr lang="en-US" sz="1500" dirty="0">
                <a:solidFill>
                  <a:srgbClr val="2D3748"/>
                </a:solidFill>
                <a:latin typeface="Calibri" pitchFamily="34" charset="0"/>
                <a:ea typeface="Calibri" pitchFamily="34" charset="-122"/>
                <a:cs typeface="Calibri" pitchFamily="34" charset="-120"/>
              </a:rPr>
              <a:t>Sample records from each table were retrieved using </a:t>
            </a:r>
            <a:r>
              <a:rPr lang="en-US" sz="1500" b="1" dirty="0">
                <a:solidFill>
                  <a:srgbClr val="2D3748"/>
                </a:solidFill>
                <a:latin typeface="Calibri" pitchFamily="34" charset="0"/>
                <a:ea typeface="Calibri" pitchFamily="34" charset="-122"/>
                <a:cs typeface="Calibri" pitchFamily="34" charset="-120"/>
              </a:rPr>
              <a:t>SELECT * FROM &lt;table&gt; LIMIT 5</a:t>
            </a:r>
            <a:r>
              <a:rPr lang="en-US" sz="1500" dirty="0">
                <a:solidFill>
                  <a:srgbClr val="2D3748"/>
                </a:solidFill>
                <a:latin typeface="Calibri" pitchFamily="34" charset="0"/>
                <a:ea typeface="Calibri" pitchFamily="34" charset="-122"/>
                <a:cs typeface="Calibri" pitchFamily="34" charset="-120"/>
              </a:rPr>
              <a:t> to verify structure, data format, and relationships. The following tables were explored:</a:t>
            </a:r>
          </a:p>
          <a:p>
            <a:pPr algn="just">
              <a:lnSpc>
                <a:spcPct val="150000"/>
              </a:lnSpc>
            </a:pPr>
            <a:endParaRPr lang="en-US" sz="1500" dirty="0">
              <a:solidFill>
                <a:srgbClr val="2D3748"/>
              </a:solidFill>
              <a:latin typeface="Calibri" pitchFamily="34" charset="0"/>
              <a:ea typeface="Calibri" pitchFamily="34" charset="-122"/>
              <a:cs typeface="Calibri" pitchFamily="34" charset="-120"/>
            </a:endParaRPr>
          </a:p>
          <a:p>
            <a:pPr algn="just">
              <a:lnSpc>
                <a:spcPct val="150000"/>
              </a:lnSpc>
            </a:pPr>
            <a:r>
              <a:rPr lang="en-US" sz="1600" b="1" dirty="0">
                <a:solidFill>
                  <a:srgbClr val="2D3748"/>
                </a:solidFill>
                <a:latin typeface="Calibri" pitchFamily="34" charset="0"/>
                <a:ea typeface="Calibri" pitchFamily="34" charset="-122"/>
                <a:cs typeface="Calibri" pitchFamily="34" charset="-120"/>
              </a:rPr>
              <a:t>Aisles:</a:t>
            </a:r>
            <a:r>
              <a:rPr lang="en-US" sz="1600" dirty="0">
                <a:solidFill>
                  <a:srgbClr val="2D3748"/>
                </a:solidFill>
                <a:latin typeface="Calibri" pitchFamily="34" charset="0"/>
                <a:ea typeface="Calibri" pitchFamily="34" charset="-122"/>
                <a:cs typeface="Calibri" pitchFamily="34" charset="-120"/>
              </a:rPr>
              <a:t> Contains unique aisle identifiers and corresponding aisle names. </a:t>
            </a:r>
            <a:r>
              <a:rPr lang="en-US" sz="1600" b="1" dirty="0">
                <a:solidFill>
                  <a:srgbClr val="2D3748"/>
                </a:solidFill>
                <a:latin typeface="Calibri" pitchFamily="34" charset="0"/>
                <a:ea typeface="Calibri" pitchFamily="34" charset="-122"/>
                <a:cs typeface="Calibri" pitchFamily="34" charset="-120"/>
              </a:rPr>
              <a:t>Departments:</a:t>
            </a:r>
            <a:r>
              <a:rPr lang="en-US" sz="1600" dirty="0">
                <a:solidFill>
                  <a:srgbClr val="2D3748"/>
                </a:solidFill>
                <a:latin typeface="Calibri" pitchFamily="34" charset="0"/>
                <a:ea typeface="Calibri" pitchFamily="34" charset="-122"/>
                <a:cs typeface="Calibri" pitchFamily="34" charset="-120"/>
              </a:rPr>
              <a:t> Contains department identifiers and names. </a:t>
            </a:r>
            <a:r>
              <a:rPr lang="en-US" sz="1600" b="1" dirty="0">
                <a:solidFill>
                  <a:srgbClr val="2D3748"/>
                </a:solidFill>
                <a:latin typeface="Calibri" pitchFamily="34" charset="0"/>
                <a:ea typeface="Calibri" pitchFamily="34" charset="-122"/>
                <a:cs typeface="Calibri" pitchFamily="34" charset="-120"/>
              </a:rPr>
              <a:t>Products:</a:t>
            </a:r>
            <a:r>
              <a:rPr lang="en-US" sz="1600" dirty="0">
                <a:solidFill>
                  <a:srgbClr val="2D3748"/>
                </a:solidFill>
                <a:latin typeface="Calibri" pitchFamily="34" charset="0"/>
                <a:ea typeface="Calibri" pitchFamily="34" charset="-122"/>
                <a:cs typeface="Calibri" pitchFamily="34" charset="-120"/>
              </a:rPr>
              <a:t> Stores product information with associated aisle and department IDs. </a:t>
            </a:r>
            <a:r>
              <a:rPr lang="en-US" sz="1600" b="1" dirty="0">
                <a:solidFill>
                  <a:srgbClr val="2D3748"/>
                </a:solidFill>
                <a:latin typeface="Calibri" pitchFamily="34" charset="0"/>
                <a:ea typeface="Calibri" pitchFamily="34" charset="-122"/>
                <a:cs typeface="Calibri" pitchFamily="34" charset="-120"/>
              </a:rPr>
              <a:t>Orders:</a:t>
            </a:r>
            <a:r>
              <a:rPr lang="en-US" sz="1600" dirty="0">
                <a:solidFill>
                  <a:srgbClr val="2D3748"/>
                </a:solidFill>
                <a:latin typeface="Calibri" pitchFamily="34" charset="0"/>
                <a:ea typeface="Calibri" pitchFamily="34" charset="-122"/>
                <a:cs typeface="Calibri" pitchFamily="34" charset="-120"/>
              </a:rPr>
              <a:t> Contains customer order details (user ID, order sequence, day, hour, days since prior). </a:t>
            </a:r>
            <a:r>
              <a:rPr lang="en-US" sz="1600" b="1" dirty="0" err="1">
                <a:solidFill>
                  <a:srgbClr val="2D3748"/>
                </a:solidFill>
                <a:latin typeface="Calibri" pitchFamily="34" charset="0"/>
                <a:ea typeface="Calibri" pitchFamily="34" charset="-122"/>
                <a:cs typeface="Calibri" pitchFamily="34" charset="-120"/>
              </a:rPr>
              <a:t>Order_Products_Train</a:t>
            </a:r>
            <a:r>
              <a:rPr lang="en-US" sz="1600" b="1" dirty="0">
                <a:solidFill>
                  <a:srgbClr val="2D3748"/>
                </a:solidFill>
                <a:latin typeface="Calibri" pitchFamily="34" charset="0"/>
                <a:ea typeface="Calibri" pitchFamily="34" charset="-122"/>
                <a:cs typeface="Calibri" pitchFamily="34" charset="-120"/>
              </a:rPr>
              <a:t>:</a:t>
            </a:r>
            <a:r>
              <a:rPr lang="en-US" sz="1600" dirty="0">
                <a:solidFill>
                  <a:srgbClr val="2D3748"/>
                </a:solidFill>
                <a:latin typeface="Calibri" pitchFamily="34" charset="0"/>
                <a:ea typeface="Calibri" pitchFamily="34" charset="-122"/>
                <a:cs typeface="Calibri" pitchFamily="34" charset="-120"/>
              </a:rPr>
              <a:t> Order-product relationships with cart sequence and reordered flag.</a:t>
            </a:r>
            <a:endParaRPr lang="en-US" sz="1600" dirty="0"/>
          </a:p>
          <a:p>
            <a:pPr algn="just">
              <a:lnSpc>
                <a:spcPct val="150000"/>
              </a:lnSpc>
            </a:pPr>
            <a:endParaRPr lang="en-US" sz="1500" dirty="0"/>
          </a:p>
        </p:txBody>
      </p:sp>
      <p:sp>
        <p:nvSpPr>
          <p:cNvPr id="6" name="Text 4"/>
          <p:cNvSpPr/>
          <p:nvPr/>
        </p:nvSpPr>
        <p:spPr>
          <a:xfrm>
            <a:off x="1025609" y="3604445"/>
            <a:ext cx="5080000" cy="279400"/>
          </a:xfrm>
          <a:prstGeom prst="rect">
            <a:avLst/>
          </a:prstGeom>
          <a:noFill/>
          <a:ln/>
        </p:spPr>
        <p:txBody>
          <a:bodyPr wrap="none" lIns="0" tIns="0" rIns="0" bIns="0" rtlCol="0" anchor="ctr"/>
          <a:lstStyle/>
          <a:p>
            <a:pPr algn="l">
              <a:lnSpc>
                <a:spcPct val="120000"/>
              </a:lnSpc>
            </a:pPr>
            <a:r>
              <a:rPr lang="en-US" sz="1300" b="1" dirty="0">
                <a:solidFill>
                  <a:srgbClr val="718096"/>
                </a:solidFill>
                <a:latin typeface="Calibri" pitchFamily="34" charset="0"/>
                <a:ea typeface="Calibri" pitchFamily="34" charset="-122"/>
                <a:cs typeface="Calibri" pitchFamily="34" charset="-120"/>
              </a:rPr>
              <a:t>SAMPLE RECORDS FROM FIVE TABLES</a:t>
            </a:r>
            <a:endParaRPr lang="en-US" sz="1300" dirty="0"/>
          </a:p>
        </p:txBody>
      </p:sp>
      <p:sp>
        <p:nvSpPr>
          <p:cNvPr id="9" name="Text 7"/>
          <p:cNvSpPr/>
          <p:nvPr/>
        </p:nvSpPr>
        <p:spPr>
          <a:xfrm>
            <a:off x="762000" y="7470122"/>
            <a:ext cx="14731999" cy="807756"/>
          </a:xfrm>
          <a:prstGeom prst="rect">
            <a:avLst/>
          </a:prstGeom>
          <a:noFill/>
          <a:ln/>
        </p:spPr>
        <p:txBody>
          <a:bodyPr wrap="square" lIns="0" tIns="0" rIns="0" bIns="0" rtlCol="0" anchor="t"/>
          <a:lstStyle/>
          <a:p>
            <a:pPr algn="just">
              <a:lnSpc>
                <a:spcPct val="150000"/>
              </a:lnSpc>
            </a:pPr>
            <a:r>
              <a:rPr lang="en-US" sz="1500" b="1" dirty="0">
                <a:solidFill>
                  <a:srgbClr val="2D3748"/>
                </a:solidFill>
                <a:latin typeface="Calibri" pitchFamily="34" charset="0"/>
                <a:ea typeface="Calibri" pitchFamily="34" charset="-122"/>
                <a:cs typeface="Calibri" pitchFamily="34" charset="-120"/>
              </a:rPr>
              <a:t>Verification Result:</a:t>
            </a:r>
            <a:r>
              <a:rPr lang="en-US" sz="1500" dirty="0">
                <a:solidFill>
                  <a:srgbClr val="2D3748"/>
                </a:solidFill>
                <a:latin typeface="Calibri" pitchFamily="34" charset="0"/>
                <a:ea typeface="Calibri" pitchFamily="34" charset="-122"/>
                <a:cs typeface="Calibri" pitchFamily="34" charset="-120"/>
              </a:rPr>
              <a:t> The sample records confirmed that the database structure matched the provided schema and that all tables contained valid and consistent data. Primary keys were unique, foreign keys aligned correctly, and data types were appropriate for analysis. This verification ensured the dataset was ready for table joins and further analytical processing.</a:t>
            </a:r>
            <a:endParaRPr lang="en-US" sz="1500" dirty="0"/>
          </a:p>
        </p:txBody>
      </p:sp>
      <p:sp>
        <p:nvSpPr>
          <p:cNvPr id="10" name="Shape 8"/>
          <p:cNvSpPr/>
          <p:nvPr/>
        </p:nvSpPr>
        <p:spPr>
          <a:xfrm>
            <a:off x="762000" y="8763000"/>
            <a:ext cx="14732000" cy="25400"/>
          </a:xfrm>
          <a:prstGeom prst="rect">
            <a:avLst/>
          </a:prstGeom>
          <a:solidFill>
            <a:srgbClr val="1B4F8F"/>
          </a:solidFill>
          <a:ln/>
        </p:spPr>
        <p:txBody>
          <a:bodyPr/>
          <a:lstStyle/>
          <a:p>
            <a:endParaRPr lang="en-IN"/>
          </a:p>
        </p:txBody>
      </p:sp>
      <p:sp>
        <p:nvSpPr>
          <p:cNvPr id="11" name="Text 9"/>
          <p:cNvSpPr/>
          <p:nvPr/>
        </p:nvSpPr>
        <p:spPr>
          <a:xfrm>
            <a:off x="14478000" y="8826500"/>
            <a:ext cx="1016000" cy="254000"/>
          </a:xfrm>
          <a:prstGeom prst="rect">
            <a:avLst/>
          </a:prstGeom>
          <a:noFill/>
          <a:ln/>
        </p:spPr>
        <p:txBody>
          <a:bodyPr wrap="none" lIns="0" tIns="0" rIns="0" bIns="0" rtlCol="0" anchor="ctr"/>
          <a:lstStyle/>
          <a:p>
            <a:pPr algn="r">
              <a:lnSpc>
                <a:spcPct val="120000"/>
              </a:lnSpc>
            </a:pPr>
            <a:r>
              <a:rPr lang="en-US" sz="1200" dirty="0">
                <a:solidFill>
                  <a:srgbClr val="718096"/>
                </a:solidFill>
                <a:latin typeface="Calibri" pitchFamily="34" charset="0"/>
                <a:ea typeface="Calibri" pitchFamily="34" charset="-122"/>
                <a:cs typeface="Calibri" pitchFamily="34" charset="-120"/>
              </a:rPr>
              <a:t>14 / 55</a:t>
            </a:r>
            <a:endParaRPr lang="en-US" sz="1200" dirty="0"/>
          </a:p>
        </p:txBody>
      </p:sp>
      <p:graphicFrame>
        <p:nvGraphicFramePr>
          <p:cNvPr id="13" name="Table 0">
            <a:extLst>
              <a:ext uri="{FF2B5EF4-FFF2-40B4-BE49-F238E27FC236}">
                <a16:creationId xmlns:a16="http://schemas.microsoft.com/office/drawing/2014/main" id="{861D643E-8C85-528C-BE28-A90BAF53CE6C}"/>
              </a:ext>
            </a:extLst>
          </p:cNvPr>
          <p:cNvGraphicFramePr>
            <a:graphicFrameLocks noGrp="1"/>
          </p:cNvGraphicFramePr>
          <p:nvPr>
            <p:extLst>
              <p:ext uri="{D42A27DB-BD31-4B8C-83A1-F6EECF244321}">
                <p14:modId xmlns:p14="http://schemas.microsoft.com/office/powerpoint/2010/main" val="3023295688"/>
              </p:ext>
            </p:extLst>
          </p:nvPr>
        </p:nvGraphicFramePr>
        <p:xfrm>
          <a:off x="8439667" y="4174344"/>
          <a:ext cx="7054332" cy="2650900"/>
        </p:xfrm>
        <a:graphic>
          <a:graphicData uri="http://schemas.openxmlformats.org/drawingml/2006/table">
            <a:tbl>
              <a:tblPr/>
              <a:tblGrid>
                <a:gridCol w="1483086">
                  <a:extLst>
                    <a:ext uri="{9D8B030D-6E8A-4147-A177-3AD203B41FA5}">
                      <a16:colId xmlns:a16="http://schemas.microsoft.com/office/drawing/2014/main" val="20000"/>
                    </a:ext>
                  </a:extLst>
                </a:gridCol>
                <a:gridCol w="1572838">
                  <a:extLst>
                    <a:ext uri="{9D8B030D-6E8A-4147-A177-3AD203B41FA5}">
                      <a16:colId xmlns:a16="http://schemas.microsoft.com/office/drawing/2014/main" val="20001"/>
                    </a:ext>
                  </a:extLst>
                </a:gridCol>
                <a:gridCol w="1930266">
                  <a:extLst>
                    <a:ext uri="{9D8B030D-6E8A-4147-A177-3AD203B41FA5}">
                      <a16:colId xmlns:a16="http://schemas.microsoft.com/office/drawing/2014/main" val="20002"/>
                    </a:ext>
                  </a:extLst>
                </a:gridCol>
                <a:gridCol w="2068142">
                  <a:extLst>
                    <a:ext uri="{9D8B030D-6E8A-4147-A177-3AD203B41FA5}">
                      <a16:colId xmlns:a16="http://schemas.microsoft.com/office/drawing/2014/main" val="20003"/>
                    </a:ext>
                  </a:extLst>
                </a:gridCol>
              </a:tblGrid>
              <a:tr h="636216">
                <a:tc>
                  <a:txBody>
                    <a:bodyPr/>
                    <a:lstStyle/>
                    <a:p>
                      <a:pPr algn="ctr"/>
                      <a:r>
                        <a:rPr lang="en-US" sz="1400" b="1" dirty="0">
                          <a:solidFill>
                            <a:srgbClr val="FFFFFF"/>
                          </a:solidFill>
                          <a:latin typeface="Calibri" pitchFamily="34" charset="0"/>
                          <a:ea typeface="Calibri" pitchFamily="34" charset="-122"/>
                          <a:cs typeface="Calibri" pitchFamily="34" charset="-120"/>
                        </a:rPr>
                        <a:t>Table</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B4F8F"/>
                    </a:solidFill>
                  </a:tcPr>
                </a:tc>
                <a:tc>
                  <a:txBody>
                    <a:bodyPr/>
                    <a:lstStyle/>
                    <a:p>
                      <a:pPr algn="ctr"/>
                      <a:r>
                        <a:rPr lang="en-US" sz="1400" b="1" dirty="0">
                          <a:solidFill>
                            <a:srgbClr val="FFFFFF"/>
                          </a:solidFill>
                          <a:latin typeface="Calibri" pitchFamily="34" charset="0"/>
                          <a:ea typeface="Calibri" pitchFamily="34" charset="-122"/>
                          <a:cs typeface="Calibri" pitchFamily="34" charset="-120"/>
                        </a:rPr>
                        <a:t>Row Count</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B4F8F"/>
                    </a:solidFill>
                  </a:tcPr>
                </a:tc>
                <a:tc>
                  <a:txBody>
                    <a:bodyPr/>
                    <a:lstStyle/>
                    <a:p>
                      <a:pPr algn="ctr"/>
                      <a:r>
                        <a:rPr lang="en-US" sz="1400" b="1" dirty="0">
                          <a:solidFill>
                            <a:srgbClr val="FFFFFF"/>
                          </a:solidFill>
                          <a:latin typeface="Calibri" pitchFamily="34" charset="0"/>
                          <a:ea typeface="Calibri" pitchFamily="34" charset="-122"/>
                          <a:cs typeface="Calibri" pitchFamily="34" charset="-120"/>
                        </a:rPr>
                        <a:t>Primary Key</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B4F8F"/>
                    </a:solidFill>
                  </a:tcPr>
                </a:tc>
                <a:tc>
                  <a:txBody>
                    <a:bodyPr/>
                    <a:lstStyle/>
                    <a:p>
                      <a:pPr algn="ctr"/>
                      <a:r>
                        <a:rPr lang="en-US" sz="1400" b="1" dirty="0">
                          <a:solidFill>
                            <a:srgbClr val="FFFFFF"/>
                          </a:solidFill>
                          <a:latin typeface="Calibri" pitchFamily="34" charset="0"/>
                          <a:ea typeface="Calibri" pitchFamily="34" charset="-122"/>
                          <a:cs typeface="Calibri" pitchFamily="34" charset="-120"/>
                        </a:rPr>
                        <a:t>Validation Status</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B4F8F"/>
                    </a:solidFill>
                  </a:tcPr>
                </a:tc>
                <a:extLst>
                  <a:ext uri="{0D108BD9-81ED-4DB2-BD59-A6C34878D82A}">
                    <a16:rowId xmlns:a16="http://schemas.microsoft.com/office/drawing/2014/main" val="10000"/>
                  </a:ext>
                </a:extLst>
              </a:tr>
              <a:tr h="503671">
                <a:tc>
                  <a:txBody>
                    <a:bodyPr/>
                    <a:lstStyle/>
                    <a:p>
                      <a:pPr algn="ctr"/>
                      <a:r>
                        <a:rPr lang="en-US" sz="1400" dirty="0">
                          <a:solidFill>
                            <a:srgbClr val="2D3748"/>
                          </a:solidFill>
                          <a:latin typeface="Calibri" pitchFamily="34" charset="0"/>
                          <a:ea typeface="Calibri" pitchFamily="34" charset="-122"/>
                          <a:cs typeface="Calibri" pitchFamily="34" charset="-120"/>
                        </a:rPr>
                        <a:t>aisles</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134</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aisle_id</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Unique, no nulls</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3671">
                <a:tc>
                  <a:txBody>
                    <a:bodyPr/>
                    <a:lstStyle/>
                    <a:p>
                      <a:pPr algn="ctr"/>
                      <a:r>
                        <a:rPr lang="en-US" sz="1400" dirty="0">
                          <a:solidFill>
                            <a:srgbClr val="2D3748"/>
                          </a:solidFill>
                          <a:latin typeface="Calibri" pitchFamily="34" charset="0"/>
                          <a:ea typeface="Calibri" pitchFamily="34" charset="-122"/>
                          <a:cs typeface="Calibri" pitchFamily="34" charset="-120"/>
                        </a:rPr>
                        <a:t>departments</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21</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department_id</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Unique, no nulls</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extLst>
                  <a:ext uri="{0D108BD9-81ED-4DB2-BD59-A6C34878D82A}">
                    <a16:rowId xmlns:a16="http://schemas.microsoft.com/office/drawing/2014/main" val="10002"/>
                  </a:ext>
                </a:extLst>
              </a:tr>
              <a:tr h="503671">
                <a:tc>
                  <a:txBody>
                    <a:bodyPr/>
                    <a:lstStyle/>
                    <a:p>
                      <a:pPr algn="ctr"/>
                      <a:r>
                        <a:rPr lang="en-US" sz="1400" dirty="0">
                          <a:solidFill>
                            <a:srgbClr val="2D3748"/>
                          </a:solidFill>
                          <a:latin typeface="Calibri" pitchFamily="34" charset="0"/>
                          <a:ea typeface="Calibri" pitchFamily="34" charset="-122"/>
                          <a:cs typeface="Calibri" pitchFamily="34" charset="-120"/>
                        </a:rPr>
                        <a:t>products</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49,355</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product_id</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Unique, no nulls</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3671">
                <a:tc>
                  <a:txBody>
                    <a:bodyPr/>
                    <a:lstStyle/>
                    <a:p>
                      <a:pPr algn="ctr"/>
                      <a:r>
                        <a:rPr lang="en-US" sz="1400" dirty="0">
                          <a:solidFill>
                            <a:srgbClr val="2D3748"/>
                          </a:solidFill>
                          <a:latin typeface="Calibri" pitchFamily="34" charset="0"/>
                          <a:ea typeface="Calibri" pitchFamily="34" charset="-122"/>
                          <a:cs typeface="Calibri" pitchFamily="34" charset="-120"/>
                        </a:rPr>
                        <a:t>orders</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1,048,575</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order_id</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Unique, no nulls</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extLst>
                  <a:ext uri="{0D108BD9-81ED-4DB2-BD59-A6C34878D82A}">
                    <a16:rowId xmlns:a16="http://schemas.microsoft.com/office/drawing/2014/main" val="10004"/>
                  </a:ext>
                </a:extLst>
              </a:tr>
            </a:tbl>
          </a:graphicData>
        </a:graphic>
      </p:graphicFrame>
      <p:sp>
        <p:nvSpPr>
          <p:cNvPr id="16" name="Text 11">
            <a:extLst>
              <a:ext uri="{FF2B5EF4-FFF2-40B4-BE49-F238E27FC236}">
                <a16:creationId xmlns:a16="http://schemas.microsoft.com/office/drawing/2014/main" id="{9ADE52CB-C001-B570-2D15-CBF8D3A49DEE}"/>
              </a:ext>
            </a:extLst>
          </p:cNvPr>
          <p:cNvSpPr/>
          <p:nvPr/>
        </p:nvSpPr>
        <p:spPr>
          <a:xfrm>
            <a:off x="8439667" y="3603394"/>
            <a:ext cx="5080000" cy="317500"/>
          </a:xfrm>
          <a:prstGeom prst="rect">
            <a:avLst/>
          </a:prstGeom>
          <a:noFill/>
          <a:ln/>
        </p:spPr>
        <p:txBody>
          <a:bodyPr wrap="none" lIns="0" tIns="0" rIns="0" bIns="0" rtlCol="0" anchor="ctr"/>
          <a:lstStyle/>
          <a:p>
            <a:pPr algn="l">
              <a:lnSpc>
                <a:spcPct val="120000"/>
              </a:lnSpc>
            </a:pPr>
            <a:r>
              <a:rPr lang="en-US" sz="1600" b="1" dirty="0">
                <a:solidFill>
                  <a:srgbClr val="1B4F8F"/>
                </a:solidFill>
                <a:latin typeface="Calibri" pitchFamily="34" charset="0"/>
                <a:ea typeface="Calibri" pitchFamily="34" charset="-122"/>
                <a:cs typeface="Calibri" pitchFamily="34" charset="-120"/>
              </a:rPr>
              <a:t>Exploration Summary</a:t>
            </a:r>
            <a:endParaRPr lang="en-US" sz="1600" dirty="0"/>
          </a:p>
        </p:txBody>
      </p:sp>
      <p:pic>
        <p:nvPicPr>
          <p:cNvPr id="17" name="Picture 16">
            <a:extLst>
              <a:ext uri="{FF2B5EF4-FFF2-40B4-BE49-F238E27FC236}">
                <a16:creationId xmlns:a16="http://schemas.microsoft.com/office/drawing/2014/main" id="{EBBC34D6-AF3E-0FD4-E40D-68065F24D4B8}"/>
              </a:ext>
            </a:extLst>
          </p:cNvPr>
          <p:cNvPicPr>
            <a:picLocks noChangeAspect="1"/>
          </p:cNvPicPr>
          <p:nvPr/>
        </p:nvPicPr>
        <p:blipFill>
          <a:blip r:embed="rId3"/>
          <a:stretch>
            <a:fillRect/>
          </a:stretch>
        </p:blipFill>
        <p:spPr>
          <a:xfrm>
            <a:off x="762000" y="4174344"/>
            <a:ext cx="6972300" cy="2628248"/>
          </a:xfrm>
          <a:prstGeom prst="rect">
            <a:avLst/>
          </a:prstGeom>
          <a:ln>
            <a:solidFill>
              <a:schemeClr val="tx1"/>
            </a:solidFill>
          </a:ln>
        </p:spPr>
      </p:pic>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62000" y="444500"/>
            <a:ext cx="11430000" cy="444500"/>
          </a:xfrm>
          <a:prstGeom prst="rect">
            <a:avLst/>
          </a:prstGeom>
          <a:noFill/>
          <a:ln/>
        </p:spPr>
        <p:txBody>
          <a:bodyPr wrap="none" lIns="0" tIns="0" rIns="0" bIns="0" rtlCol="0" anchor="ctr"/>
          <a:lstStyle/>
          <a:p>
            <a:pPr algn="l">
              <a:lnSpc>
                <a:spcPct val="130000"/>
              </a:lnSpc>
            </a:pPr>
            <a:r>
              <a:rPr lang="en-US" sz="2400" b="1" dirty="0">
                <a:solidFill>
                  <a:srgbClr val="2D3748"/>
                </a:solidFill>
                <a:latin typeface="Calibri" pitchFamily="34" charset="0"/>
                <a:ea typeface="Calibri" pitchFamily="34" charset="-122"/>
                <a:cs typeface="Calibri" pitchFamily="34" charset="-120"/>
              </a:rPr>
              <a:t>SQL Validation — Missing Value Analysis</a:t>
            </a:r>
            <a:endParaRPr lang="en-US" sz="2400" dirty="0"/>
          </a:p>
        </p:txBody>
      </p:sp>
      <p:sp>
        <p:nvSpPr>
          <p:cNvPr id="3" name="Shape 1"/>
          <p:cNvSpPr/>
          <p:nvPr/>
        </p:nvSpPr>
        <p:spPr>
          <a:xfrm>
            <a:off x="762000" y="952500"/>
            <a:ext cx="14732000" cy="25400"/>
          </a:xfrm>
          <a:prstGeom prst="rect">
            <a:avLst/>
          </a:prstGeom>
          <a:solidFill>
            <a:srgbClr val="1B4F8F"/>
          </a:solidFill>
          <a:ln/>
        </p:spPr>
        <p:txBody>
          <a:bodyPr/>
          <a:lstStyle/>
          <a:p>
            <a:endParaRPr lang="en-IN"/>
          </a:p>
        </p:txBody>
      </p:sp>
      <p:sp>
        <p:nvSpPr>
          <p:cNvPr id="4" name="Shape 2"/>
          <p:cNvSpPr/>
          <p:nvPr/>
        </p:nvSpPr>
        <p:spPr>
          <a:xfrm>
            <a:off x="762000" y="1168400"/>
            <a:ext cx="14732000" cy="889000"/>
          </a:xfrm>
          <a:prstGeom prst="rect">
            <a:avLst/>
          </a:prstGeom>
          <a:solidFill>
            <a:srgbClr val="E8F5E9"/>
          </a:solidFill>
          <a:ln/>
        </p:spPr>
        <p:txBody>
          <a:bodyPr/>
          <a:lstStyle/>
          <a:p>
            <a:endParaRPr lang="en-IN"/>
          </a:p>
        </p:txBody>
      </p:sp>
      <p:sp>
        <p:nvSpPr>
          <p:cNvPr id="5" name="Text 3"/>
          <p:cNvSpPr/>
          <p:nvPr/>
        </p:nvSpPr>
        <p:spPr>
          <a:xfrm>
            <a:off x="1016000" y="1422400"/>
            <a:ext cx="508000" cy="381000"/>
          </a:xfrm>
          <a:prstGeom prst="rect">
            <a:avLst/>
          </a:prstGeom>
          <a:noFill/>
          <a:ln/>
        </p:spPr>
        <p:txBody>
          <a:bodyPr wrap="none" lIns="0" tIns="0" rIns="0" bIns="0" rtlCol="0" anchor="ctr"/>
          <a:lstStyle/>
          <a:p>
            <a:pPr algn="ctr">
              <a:lnSpc>
                <a:spcPct val="120000"/>
              </a:lnSpc>
            </a:pPr>
            <a:r>
              <a:rPr lang="en-US" sz="2200" dirty="0">
                <a:solidFill>
                  <a:srgbClr val="2E7D32"/>
                </a:solidFill>
                <a:latin typeface="Calibri" pitchFamily="34" charset="0"/>
                <a:ea typeface="Calibri" pitchFamily="34" charset="-122"/>
                <a:cs typeface="Calibri" pitchFamily="34" charset="-120"/>
              </a:rPr>
              <a:t>✓</a:t>
            </a:r>
            <a:endParaRPr lang="en-US" sz="2200" dirty="0"/>
          </a:p>
        </p:txBody>
      </p:sp>
      <p:sp>
        <p:nvSpPr>
          <p:cNvPr id="6" name="Text 4"/>
          <p:cNvSpPr/>
          <p:nvPr/>
        </p:nvSpPr>
        <p:spPr>
          <a:xfrm>
            <a:off x="1587500" y="1244600"/>
            <a:ext cx="13906500" cy="698500"/>
          </a:xfrm>
          <a:prstGeom prst="rect">
            <a:avLst/>
          </a:prstGeom>
          <a:noFill/>
          <a:ln/>
        </p:spPr>
        <p:txBody>
          <a:bodyPr wrap="square" lIns="0" tIns="0" rIns="0" bIns="0" rtlCol="0" anchor="ctr"/>
          <a:lstStyle/>
          <a:p>
            <a:pPr algn="just">
              <a:lnSpc>
                <a:spcPct val="140000"/>
              </a:lnSpc>
            </a:pPr>
            <a:r>
              <a:rPr lang="en-US" sz="1600" b="1" dirty="0">
                <a:solidFill>
                  <a:srgbClr val="2D3748"/>
                </a:solidFill>
                <a:latin typeface="Calibri" pitchFamily="34" charset="0"/>
                <a:ea typeface="Calibri" pitchFamily="34" charset="-122"/>
                <a:cs typeface="Calibri" pitchFamily="34" charset="-120"/>
              </a:rPr>
              <a:t>Result: No Missing Values Found.</a:t>
            </a:r>
            <a:r>
              <a:rPr lang="en-US" sz="1600" dirty="0">
                <a:solidFill>
                  <a:srgbClr val="2D3748"/>
                </a:solidFill>
                <a:latin typeface="Calibri" pitchFamily="34" charset="0"/>
                <a:ea typeface="Calibri" pitchFamily="34" charset="-122"/>
                <a:cs typeface="Calibri" pitchFamily="34" charset="-120"/>
              </a:rPr>
              <a:t> Every column across all five tables was scanned using targeted aggregation queries. No missing values were found in the dataset.</a:t>
            </a:r>
            <a:endParaRPr lang="en-US" sz="1600" dirty="0"/>
          </a:p>
        </p:txBody>
      </p:sp>
      <p:sp>
        <p:nvSpPr>
          <p:cNvPr id="7" name="Text 5"/>
          <p:cNvSpPr/>
          <p:nvPr/>
        </p:nvSpPr>
        <p:spPr>
          <a:xfrm>
            <a:off x="762000" y="2286000"/>
            <a:ext cx="7112000" cy="1676400"/>
          </a:xfrm>
          <a:prstGeom prst="rect">
            <a:avLst/>
          </a:prstGeom>
          <a:noFill/>
          <a:ln/>
        </p:spPr>
        <p:txBody>
          <a:bodyPr wrap="square" lIns="0" tIns="0" rIns="0" bIns="0" rtlCol="0" anchor="t"/>
          <a:lstStyle/>
          <a:p>
            <a:pPr algn="l">
              <a:lnSpc>
                <a:spcPct val="145000"/>
              </a:lnSpc>
            </a:pPr>
            <a:r>
              <a:rPr lang="en-US" sz="1400" b="1" dirty="0">
                <a:solidFill>
                  <a:srgbClr val="2D3748"/>
                </a:solidFill>
                <a:latin typeface="Calibri" pitchFamily="34" charset="0"/>
                <a:ea typeface="Calibri" pitchFamily="34" charset="-122"/>
                <a:cs typeface="Calibri" pitchFamily="34" charset="-120"/>
              </a:rPr>
              <a:t>Process:</a:t>
            </a:r>
            <a:endParaRPr lang="en-US" sz="1400" dirty="0"/>
          </a:p>
          <a:p>
            <a:pPr marL="285750" indent="-285750" algn="l">
              <a:lnSpc>
                <a:spcPct val="145000"/>
              </a:lnSpc>
              <a:spcBef>
                <a:spcPts val="400"/>
              </a:spcBef>
              <a:buFont typeface="Wingdings" panose="05000000000000000000" pitchFamily="2" charset="2"/>
              <a:buChar char="Ø"/>
            </a:pPr>
            <a:r>
              <a:rPr lang="en-US" sz="1400" dirty="0">
                <a:solidFill>
                  <a:srgbClr val="2D3748"/>
                </a:solidFill>
                <a:latin typeface="Calibri" pitchFamily="34" charset="0"/>
                <a:ea typeface="Calibri" pitchFamily="34" charset="-122"/>
                <a:cs typeface="Calibri" pitchFamily="34" charset="-120"/>
              </a:rPr>
              <a:t>Checked all columns across all five tables for NULL values</a:t>
            </a:r>
            <a:endParaRPr lang="en-US" sz="1400" dirty="0"/>
          </a:p>
          <a:p>
            <a:pPr marL="285750" indent="-285750" algn="l">
              <a:lnSpc>
                <a:spcPct val="145000"/>
              </a:lnSpc>
              <a:buFont typeface="Wingdings" panose="05000000000000000000" pitchFamily="2" charset="2"/>
              <a:buChar char="Ø"/>
            </a:pPr>
            <a:r>
              <a:rPr lang="en-US" sz="1400" dirty="0">
                <a:solidFill>
                  <a:srgbClr val="2D3748"/>
                </a:solidFill>
                <a:latin typeface="Calibri" pitchFamily="34" charset="0"/>
                <a:ea typeface="Calibri" pitchFamily="34" charset="-122"/>
                <a:cs typeface="Calibri" pitchFamily="34" charset="-120"/>
              </a:rPr>
              <a:t>Used targeted aggregation queries (COUNT(*) vs COUNT(column))</a:t>
            </a:r>
            <a:endParaRPr lang="en-US" sz="1400" dirty="0"/>
          </a:p>
          <a:p>
            <a:pPr marL="285750" indent="-285750" algn="l">
              <a:lnSpc>
                <a:spcPct val="145000"/>
              </a:lnSpc>
              <a:buFont typeface="Wingdings" panose="05000000000000000000" pitchFamily="2" charset="2"/>
              <a:buChar char="Ø"/>
            </a:pPr>
            <a:r>
              <a:rPr lang="en-US" sz="1400" dirty="0">
                <a:solidFill>
                  <a:srgbClr val="2D3748"/>
                </a:solidFill>
                <a:latin typeface="Calibri" pitchFamily="34" charset="0"/>
                <a:ea typeface="Calibri" pitchFamily="34" charset="-122"/>
                <a:cs typeface="Calibri" pitchFamily="34" charset="-120"/>
              </a:rPr>
              <a:t>Verified in both SQL and Python independently</a:t>
            </a:r>
            <a:endParaRPr lang="en-US" sz="1400" dirty="0"/>
          </a:p>
          <a:p>
            <a:pPr marL="285750" indent="-285750" algn="l">
              <a:lnSpc>
                <a:spcPct val="145000"/>
              </a:lnSpc>
              <a:buFont typeface="Wingdings" panose="05000000000000000000" pitchFamily="2" charset="2"/>
              <a:buChar char="Ø"/>
            </a:pPr>
            <a:r>
              <a:rPr lang="en-US" sz="1400" dirty="0">
                <a:solidFill>
                  <a:srgbClr val="2D3748"/>
                </a:solidFill>
                <a:latin typeface="Calibri" pitchFamily="34" charset="0"/>
                <a:ea typeface="Calibri" pitchFamily="34" charset="-122"/>
                <a:cs typeface="Calibri" pitchFamily="34" charset="-120"/>
              </a:rPr>
              <a:t>No additional data cleaning required</a:t>
            </a:r>
            <a:endParaRPr lang="en-US" sz="1400" dirty="0"/>
          </a:p>
        </p:txBody>
      </p:sp>
      <p:sp>
        <p:nvSpPr>
          <p:cNvPr id="8" name="Text 6"/>
          <p:cNvSpPr/>
          <p:nvPr/>
        </p:nvSpPr>
        <p:spPr>
          <a:xfrm>
            <a:off x="8318500" y="2286000"/>
            <a:ext cx="7023100" cy="1676400"/>
          </a:xfrm>
          <a:prstGeom prst="rect">
            <a:avLst/>
          </a:prstGeom>
          <a:noFill/>
          <a:ln/>
        </p:spPr>
        <p:txBody>
          <a:bodyPr wrap="square" lIns="0" tIns="0" rIns="0" bIns="0" rtlCol="0" anchor="t"/>
          <a:lstStyle/>
          <a:p>
            <a:pPr algn="just">
              <a:lnSpc>
                <a:spcPct val="145000"/>
              </a:lnSpc>
            </a:pPr>
            <a:r>
              <a:rPr lang="en-US" sz="1400" b="1" dirty="0">
                <a:solidFill>
                  <a:srgbClr val="2D3748"/>
                </a:solidFill>
                <a:latin typeface="Calibri" pitchFamily="34" charset="0"/>
                <a:ea typeface="Calibri" pitchFamily="34" charset="-122"/>
                <a:cs typeface="Calibri" pitchFamily="34" charset="-120"/>
              </a:rPr>
              <a:t>Implication:</a:t>
            </a:r>
            <a:endParaRPr lang="en-US" sz="1400" dirty="0"/>
          </a:p>
          <a:p>
            <a:pPr algn="just">
              <a:lnSpc>
                <a:spcPct val="145000"/>
              </a:lnSpc>
              <a:spcBef>
                <a:spcPts val="400"/>
              </a:spcBef>
            </a:pPr>
            <a:r>
              <a:rPr lang="en-US" sz="1400" dirty="0">
                <a:solidFill>
                  <a:srgbClr val="2D3748"/>
                </a:solidFill>
                <a:latin typeface="Calibri" pitchFamily="34" charset="0"/>
                <a:ea typeface="Calibri" pitchFamily="34" charset="-122"/>
                <a:cs typeface="Calibri" pitchFamily="34" charset="-120"/>
              </a:rPr>
              <a:t>The dataset is clean and analysis-ready. Since no missing values or duplicate records were found, no additional data cleaning was required before proceeding with SQL and Python analysis. This validates the dataset's reliability for business decision-making.</a:t>
            </a:r>
            <a:endParaRPr lang="en-US" sz="1400" dirty="0"/>
          </a:p>
        </p:txBody>
      </p:sp>
      <p:sp>
        <p:nvSpPr>
          <p:cNvPr id="9" name="Text 7"/>
          <p:cNvSpPr/>
          <p:nvPr/>
        </p:nvSpPr>
        <p:spPr>
          <a:xfrm>
            <a:off x="762000" y="4127707"/>
            <a:ext cx="6350000" cy="279400"/>
          </a:xfrm>
          <a:prstGeom prst="rect">
            <a:avLst/>
          </a:prstGeom>
          <a:noFill/>
          <a:ln/>
        </p:spPr>
        <p:txBody>
          <a:bodyPr wrap="none" lIns="0" tIns="0" rIns="0" bIns="0" rtlCol="0" anchor="ctr"/>
          <a:lstStyle/>
          <a:p>
            <a:pPr algn="l">
              <a:lnSpc>
                <a:spcPct val="120000"/>
              </a:lnSpc>
            </a:pPr>
            <a:r>
              <a:rPr lang="en-US" sz="1300" b="1" dirty="0">
                <a:solidFill>
                  <a:srgbClr val="718096"/>
                </a:solidFill>
                <a:latin typeface="Calibri" pitchFamily="34" charset="0"/>
                <a:ea typeface="Calibri" pitchFamily="34" charset="-122"/>
                <a:cs typeface="Calibri" pitchFamily="34" charset="-120"/>
              </a:rPr>
              <a:t>SQL NULL CHECK QUERIES &amp; RESULTS</a:t>
            </a:r>
            <a:endParaRPr lang="en-US" sz="1300" dirty="0"/>
          </a:p>
        </p:txBody>
      </p:sp>
      <p:sp>
        <p:nvSpPr>
          <p:cNvPr id="12" name="Shape 10"/>
          <p:cNvSpPr/>
          <p:nvPr/>
        </p:nvSpPr>
        <p:spPr>
          <a:xfrm>
            <a:off x="762000" y="8763000"/>
            <a:ext cx="14732000" cy="25400"/>
          </a:xfrm>
          <a:prstGeom prst="rect">
            <a:avLst/>
          </a:prstGeom>
          <a:solidFill>
            <a:srgbClr val="1B4F8F"/>
          </a:solidFill>
          <a:ln/>
        </p:spPr>
        <p:txBody>
          <a:bodyPr/>
          <a:lstStyle/>
          <a:p>
            <a:endParaRPr lang="en-IN"/>
          </a:p>
        </p:txBody>
      </p:sp>
      <p:sp>
        <p:nvSpPr>
          <p:cNvPr id="13" name="Text 11"/>
          <p:cNvSpPr/>
          <p:nvPr/>
        </p:nvSpPr>
        <p:spPr>
          <a:xfrm>
            <a:off x="14478000" y="8826500"/>
            <a:ext cx="1016000" cy="254000"/>
          </a:xfrm>
          <a:prstGeom prst="rect">
            <a:avLst/>
          </a:prstGeom>
          <a:noFill/>
          <a:ln/>
        </p:spPr>
        <p:txBody>
          <a:bodyPr wrap="none" lIns="0" tIns="0" rIns="0" bIns="0" rtlCol="0" anchor="ctr"/>
          <a:lstStyle/>
          <a:p>
            <a:pPr algn="r">
              <a:lnSpc>
                <a:spcPct val="120000"/>
              </a:lnSpc>
            </a:pPr>
            <a:r>
              <a:rPr lang="en-US" sz="1200" dirty="0">
                <a:solidFill>
                  <a:srgbClr val="718096"/>
                </a:solidFill>
                <a:latin typeface="Calibri" pitchFamily="34" charset="0"/>
                <a:ea typeface="Calibri" pitchFamily="34" charset="-122"/>
                <a:cs typeface="Calibri" pitchFamily="34" charset="-120"/>
              </a:rPr>
              <a:t>15 / 55</a:t>
            </a:r>
            <a:endParaRPr lang="en-US" sz="1200" dirty="0"/>
          </a:p>
        </p:txBody>
      </p:sp>
      <p:pic>
        <p:nvPicPr>
          <p:cNvPr id="14" name="Picture 13">
            <a:extLst>
              <a:ext uri="{FF2B5EF4-FFF2-40B4-BE49-F238E27FC236}">
                <a16:creationId xmlns:a16="http://schemas.microsoft.com/office/drawing/2014/main" id="{C146C9DD-0546-4FEA-6C5E-1DD7387C04A6}"/>
              </a:ext>
            </a:extLst>
          </p:cNvPr>
          <p:cNvPicPr>
            <a:picLocks noChangeAspect="1"/>
          </p:cNvPicPr>
          <p:nvPr/>
        </p:nvPicPr>
        <p:blipFill>
          <a:blip r:embed="rId3"/>
          <a:stretch>
            <a:fillRect/>
          </a:stretch>
        </p:blipFill>
        <p:spPr>
          <a:xfrm>
            <a:off x="762000" y="4671322"/>
            <a:ext cx="4443849" cy="3535363"/>
          </a:xfrm>
          <a:prstGeom prst="rect">
            <a:avLst/>
          </a:prstGeom>
          <a:ln>
            <a:noFill/>
          </a:ln>
        </p:spPr>
      </p:pic>
      <p:pic>
        <p:nvPicPr>
          <p:cNvPr id="15" name="Picture 14">
            <a:extLst>
              <a:ext uri="{FF2B5EF4-FFF2-40B4-BE49-F238E27FC236}">
                <a16:creationId xmlns:a16="http://schemas.microsoft.com/office/drawing/2014/main" id="{FF7741FE-C634-B1C2-0B31-C1E4F8CB0F2E}"/>
              </a:ext>
            </a:extLst>
          </p:cNvPr>
          <p:cNvPicPr>
            <a:picLocks noChangeAspect="1"/>
          </p:cNvPicPr>
          <p:nvPr/>
        </p:nvPicPr>
        <p:blipFill>
          <a:blip r:embed="rId4"/>
          <a:stretch>
            <a:fillRect/>
          </a:stretch>
        </p:blipFill>
        <p:spPr>
          <a:xfrm>
            <a:off x="5722928" y="4658758"/>
            <a:ext cx="4692233" cy="3547927"/>
          </a:xfrm>
          <a:prstGeom prst="rect">
            <a:avLst/>
          </a:prstGeom>
          <a:ln>
            <a:noFill/>
          </a:ln>
        </p:spPr>
      </p:pic>
      <p:pic>
        <p:nvPicPr>
          <p:cNvPr id="16" name="Picture 15">
            <a:extLst>
              <a:ext uri="{FF2B5EF4-FFF2-40B4-BE49-F238E27FC236}">
                <a16:creationId xmlns:a16="http://schemas.microsoft.com/office/drawing/2014/main" id="{F2840E50-CEA0-C093-A4B1-BDF152E8A4B9}"/>
              </a:ext>
            </a:extLst>
          </p:cNvPr>
          <p:cNvPicPr>
            <a:picLocks noChangeAspect="1"/>
          </p:cNvPicPr>
          <p:nvPr/>
        </p:nvPicPr>
        <p:blipFill>
          <a:blip r:embed="rId5"/>
          <a:stretch>
            <a:fillRect/>
          </a:stretch>
        </p:blipFill>
        <p:spPr>
          <a:xfrm>
            <a:off x="10932241" y="4279900"/>
            <a:ext cx="4561759" cy="3926785"/>
          </a:xfrm>
          <a:prstGeom prst="rect">
            <a:avLst/>
          </a:prstGeom>
          <a:ln>
            <a:solidFill>
              <a:schemeClr val="tx1"/>
            </a:solidFill>
          </a:ln>
        </p:spPr>
      </p:pic>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62000" y="444500"/>
            <a:ext cx="11430000" cy="444500"/>
          </a:xfrm>
          <a:prstGeom prst="rect">
            <a:avLst/>
          </a:prstGeom>
          <a:noFill/>
          <a:ln/>
        </p:spPr>
        <p:txBody>
          <a:bodyPr wrap="none" lIns="0" tIns="0" rIns="0" bIns="0" rtlCol="0" anchor="ctr"/>
          <a:lstStyle/>
          <a:p>
            <a:pPr algn="l">
              <a:lnSpc>
                <a:spcPct val="130000"/>
              </a:lnSpc>
            </a:pPr>
            <a:r>
              <a:rPr lang="en-US" sz="2400" b="1" dirty="0">
                <a:solidFill>
                  <a:srgbClr val="2D3748"/>
                </a:solidFill>
                <a:latin typeface="Calibri" pitchFamily="34" charset="0"/>
                <a:ea typeface="Calibri" pitchFamily="34" charset="-122"/>
                <a:cs typeface="Calibri" pitchFamily="34" charset="-120"/>
              </a:rPr>
              <a:t>SQL Validation — Duplicate Record Verification</a:t>
            </a:r>
            <a:endParaRPr lang="en-US" sz="2400" dirty="0"/>
          </a:p>
        </p:txBody>
      </p:sp>
      <p:sp>
        <p:nvSpPr>
          <p:cNvPr id="3" name="Shape 1"/>
          <p:cNvSpPr/>
          <p:nvPr/>
        </p:nvSpPr>
        <p:spPr>
          <a:xfrm>
            <a:off x="762000" y="952500"/>
            <a:ext cx="14732000" cy="25400"/>
          </a:xfrm>
          <a:prstGeom prst="rect">
            <a:avLst/>
          </a:prstGeom>
          <a:solidFill>
            <a:srgbClr val="1B4F8F"/>
          </a:solidFill>
          <a:ln/>
        </p:spPr>
        <p:txBody>
          <a:bodyPr/>
          <a:lstStyle/>
          <a:p>
            <a:endParaRPr lang="en-IN"/>
          </a:p>
        </p:txBody>
      </p:sp>
      <p:sp>
        <p:nvSpPr>
          <p:cNvPr id="4" name="Shape 2"/>
          <p:cNvSpPr/>
          <p:nvPr/>
        </p:nvSpPr>
        <p:spPr>
          <a:xfrm>
            <a:off x="762000" y="1168400"/>
            <a:ext cx="14732000" cy="889000"/>
          </a:xfrm>
          <a:prstGeom prst="rect">
            <a:avLst/>
          </a:prstGeom>
          <a:solidFill>
            <a:srgbClr val="E8F5E9"/>
          </a:solidFill>
          <a:ln/>
        </p:spPr>
        <p:txBody>
          <a:bodyPr/>
          <a:lstStyle/>
          <a:p>
            <a:endParaRPr lang="en-IN"/>
          </a:p>
        </p:txBody>
      </p:sp>
      <p:sp>
        <p:nvSpPr>
          <p:cNvPr id="5" name="Text 3"/>
          <p:cNvSpPr/>
          <p:nvPr/>
        </p:nvSpPr>
        <p:spPr>
          <a:xfrm>
            <a:off x="1016000" y="1403350"/>
            <a:ext cx="508000" cy="381000"/>
          </a:xfrm>
          <a:prstGeom prst="rect">
            <a:avLst/>
          </a:prstGeom>
          <a:noFill/>
          <a:ln/>
        </p:spPr>
        <p:txBody>
          <a:bodyPr wrap="none" lIns="0" tIns="0" rIns="0" bIns="0" rtlCol="0" anchor="ctr"/>
          <a:lstStyle/>
          <a:p>
            <a:pPr algn="ctr">
              <a:lnSpc>
                <a:spcPct val="120000"/>
              </a:lnSpc>
            </a:pPr>
            <a:r>
              <a:rPr lang="en-US" sz="2200" dirty="0">
                <a:solidFill>
                  <a:srgbClr val="2E7D32"/>
                </a:solidFill>
                <a:latin typeface="Calibri" pitchFamily="34" charset="0"/>
                <a:ea typeface="Calibri" pitchFamily="34" charset="-122"/>
                <a:cs typeface="Calibri" pitchFamily="34" charset="-120"/>
              </a:rPr>
              <a:t>✓</a:t>
            </a:r>
            <a:endParaRPr lang="en-US" sz="2200" dirty="0"/>
          </a:p>
        </p:txBody>
      </p:sp>
      <p:sp>
        <p:nvSpPr>
          <p:cNvPr id="6" name="Text 4"/>
          <p:cNvSpPr/>
          <p:nvPr/>
        </p:nvSpPr>
        <p:spPr>
          <a:xfrm>
            <a:off x="1587500" y="1244600"/>
            <a:ext cx="13906500" cy="698500"/>
          </a:xfrm>
          <a:prstGeom prst="rect">
            <a:avLst/>
          </a:prstGeom>
          <a:noFill/>
          <a:ln/>
        </p:spPr>
        <p:txBody>
          <a:bodyPr wrap="square" lIns="0" tIns="0" rIns="0" bIns="0" rtlCol="0" anchor="ctr"/>
          <a:lstStyle/>
          <a:p>
            <a:pPr algn="just">
              <a:lnSpc>
                <a:spcPct val="140000"/>
              </a:lnSpc>
            </a:pPr>
            <a:r>
              <a:rPr lang="en-US" sz="1600" b="1" dirty="0">
                <a:solidFill>
                  <a:srgbClr val="2D3748"/>
                </a:solidFill>
                <a:latin typeface="Calibri" pitchFamily="34" charset="0"/>
                <a:ea typeface="Calibri" pitchFamily="34" charset="-122"/>
                <a:cs typeface="Calibri" pitchFamily="34" charset="-120"/>
              </a:rPr>
              <a:t>Result: No Duplicate Records.</a:t>
            </a:r>
            <a:r>
              <a:rPr lang="en-US" sz="1600" dirty="0">
                <a:solidFill>
                  <a:srgbClr val="2D3748"/>
                </a:solidFill>
                <a:latin typeface="Calibri" pitchFamily="34" charset="0"/>
                <a:ea typeface="Calibri" pitchFamily="34" charset="-122"/>
                <a:cs typeface="Calibri" pitchFamily="34" charset="-120"/>
              </a:rPr>
              <a:t> Verified duplicate records using Primary Keys and appropriate key combinations. No duplicate records were identified across any table.</a:t>
            </a:r>
            <a:endParaRPr lang="en-US" sz="1600" dirty="0"/>
          </a:p>
        </p:txBody>
      </p:sp>
      <p:sp>
        <p:nvSpPr>
          <p:cNvPr id="7" name="Text 5"/>
          <p:cNvSpPr/>
          <p:nvPr/>
        </p:nvSpPr>
        <p:spPr>
          <a:xfrm>
            <a:off x="1016000" y="2525842"/>
            <a:ext cx="6505146" cy="1676400"/>
          </a:xfrm>
          <a:prstGeom prst="rect">
            <a:avLst/>
          </a:prstGeom>
          <a:noFill/>
          <a:ln/>
        </p:spPr>
        <p:txBody>
          <a:bodyPr wrap="square" lIns="0" tIns="0" rIns="0" bIns="0" rtlCol="0" anchor="t"/>
          <a:lstStyle/>
          <a:p>
            <a:pPr algn="l">
              <a:lnSpc>
                <a:spcPct val="145000"/>
              </a:lnSpc>
            </a:pPr>
            <a:r>
              <a:rPr lang="en-US" sz="1400" b="1" dirty="0">
                <a:solidFill>
                  <a:srgbClr val="2D3748"/>
                </a:solidFill>
                <a:latin typeface="Calibri" pitchFamily="34" charset="0"/>
                <a:ea typeface="Calibri" pitchFamily="34" charset="-122"/>
                <a:cs typeface="Calibri" pitchFamily="34" charset="-120"/>
              </a:rPr>
              <a:t>Process:</a:t>
            </a:r>
            <a:endParaRPr lang="en-US" sz="1400" dirty="0"/>
          </a:p>
          <a:p>
            <a:pPr marL="285750" indent="-285750" algn="l">
              <a:lnSpc>
                <a:spcPct val="145000"/>
              </a:lnSpc>
              <a:spcBef>
                <a:spcPts val="400"/>
              </a:spcBef>
              <a:buFont typeface="Wingdings" panose="05000000000000000000" pitchFamily="2" charset="2"/>
              <a:buChar char="Ø"/>
            </a:pPr>
            <a:r>
              <a:rPr lang="en-US" sz="1400" dirty="0">
                <a:solidFill>
                  <a:srgbClr val="2D3748"/>
                </a:solidFill>
                <a:latin typeface="Calibri" pitchFamily="34" charset="0"/>
                <a:ea typeface="Calibri" pitchFamily="34" charset="-122"/>
                <a:cs typeface="Calibri" pitchFamily="34" charset="-120"/>
              </a:rPr>
              <a:t>Audit conducted on all five tables</a:t>
            </a:r>
            <a:endParaRPr lang="en-US" sz="1400" dirty="0"/>
          </a:p>
          <a:p>
            <a:pPr marL="285750" indent="-285750" algn="l">
              <a:lnSpc>
                <a:spcPct val="145000"/>
              </a:lnSpc>
              <a:buFont typeface="Wingdings" panose="05000000000000000000" pitchFamily="2" charset="2"/>
              <a:buChar char="Ø"/>
            </a:pPr>
            <a:r>
              <a:rPr lang="en-US" sz="1400" dirty="0">
                <a:solidFill>
                  <a:srgbClr val="2D3748"/>
                </a:solidFill>
                <a:latin typeface="Calibri" pitchFamily="34" charset="0"/>
                <a:ea typeface="Calibri" pitchFamily="34" charset="-122"/>
                <a:cs typeface="Calibri" pitchFamily="34" charset="-120"/>
              </a:rPr>
              <a:t>Primary key constraints verified (no overlaps)</a:t>
            </a:r>
            <a:endParaRPr lang="en-US" sz="1400" dirty="0"/>
          </a:p>
          <a:p>
            <a:pPr marL="285750" indent="-285750" algn="l">
              <a:lnSpc>
                <a:spcPct val="145000"/>
              </a:lnSpc>
              <a:buFont typeface="Wingdings" panose="05000000000000000000" pitchFamily="2" charset="2"/>
              <a:buChar char="Ø"/>
            </a:pPr>
            <a:r>
              <a:rPr lang="en-US" sz="1400" dirty="0">
                <a:solidFill>
                  <a:srgbClr val="2D3748"/>
                </a:solidFill>
                <a:latin typeface="Calibri" pitchFamily="34" charset="0"/>
                <a:ea typeface="Calibri" pitchFamily="34" charset="-122"/>
                <a:cs typeface="Calibri" pitchFamily="34" charset="-120"/>
              </a:rPr>
              <a:t>Composite keys checked where applicable</a:t>
            </a:r>
            <a:endParaRPr lang="en-US" sz="1400" dirty="0"/>
          </a:p>
          <a:p>
            <a:pPr marL="285750" indent="-285750" algn="l">
              <a:lnSpc>
                <a:spcPct val="145000"/>
              </a:lnSpc>
              <a:buFont typeface="Wingdings" panose="05000000000000000000" pitchFamily="2" charset="2"/>
              <a:buChar char="Ø"/>
            </a:pPr>
            <a:r>
              <a:rPr lang="en-US" sz="1400" dirty="0">
                <a:solidFill>
                  <a:srgbClr val="2D3748"/>
                </a:solidFill>
                <a:latin typeface="Calibri" pitchFamily="34" charset="0"/>
                <a:ea typeface="Calibri" pitchFamily="34" charset="-122"/>
                <a:cs typeface="Calibri" pitchFamily="34" charset="-120"/>
              </a:rPr>
              <a:t>Prevents skewed aggregations and duplicate counting</a:t>
            </a:r>
            <a:endParaRPr lang="en-US" sz="1400" dirty="0"/>
          </a:p>
        </p:txBody>
      </p:sp>
      <p:sp>
        <p:nvSpPr>
          <p:cNvPr id="8" name="Text 6"/>
          <p:cNvSpPr/>
          <p:nvPr/>
        </p:nvSpPr>
        <p:spPr>
          <a:xfrm>
            <a:off x="952500" y="5155514"/>
            <a:ext cx="6568646" cy="1676400"/>
          </a:xfrm>
          <a:prstGeom prst="rect">
            <a:avLst/>
          </a:prstGeom>
          <a:noFill/>
          <a:ln/>
        </p:spPr>
        <p:txBody>
          <a:bodyPr wrap="square" lIns="0" tIns="0" rIns="0" bIns="0" rtlCol="0" anchor="t"/>
          <a:lstStyle/>
          <a:p>
            <a:pPr algn="just">
              <a:lnSpc>
                <a:spcPct val="145000"/>
              </a:lnSpc>
            </a:pPr>
            <a:r>
              <a:rPr lang="en-US" sz="1400" b="1" dirty="0">
                <a:solidFill>
                  <a:srgbClr val="2D3748"/>
                </a:solidFill>
                <a:latin typeface="Calibri" pitchFamily="34" charset="0"/>
                <a:ea typeface="Calibri" pitchFamily="34" charset="-122"/>
                <a:cs typeface="Calibri" pitchFamily="34" charset="-120"/>
              </a:rPr>
              <a:t>Implication:</a:t>
            </a:r>
            <a:endParaRPr lang="en-US" sz="1400" dirty="0"/>
          </a:p>
          <a:p>
            <a:pPr algn="just">
              <a:lnSpc>
                <a:spcPct val="145000"/>
              </a:lnSpc>
              <a:spcBef>
                <a:spcPts val="400"/>
              </a:spcBef>
            </a:pPr>
            <a:r>
              <a:rPr lang="en-US" sz="1400" dirty="0">
                <a:solidFill>
                  <a:srgbClr val="2D3748"/>
                </a:solidFill>
                <a:latin typeface="Calibri" pitchFamily="34" charset="0"/>
                <a:ea typeface="Calibri" pitchFamily="34" charset="-122"/>
                <a:cs typeface="Calibri" pitchFamily="34" charset="-120"/>
              </a:rPr>
              <a:t>All validation checks confirmed the dataset is clean, consistent, and suitable for further analysis. The absence of duplicates ensures that aggregation queries produce accurate counts and that business insights are not distorted by redundant data.</a:t>
            </a:r>
            <a:endParaRPr lang="en-US" sz="1400" dirty="0"/>
          </a:p>
        </p:txBody>
      </p:sp>
      <p:sp>
        <p:nvSpPr>
          <p:cNvPr id="9" name="Text 7"/>
          <p:cNvSpPr/>
          <p:nvPr/>
        </p:nvSpPr>
        <p:spPr>
          <a:xfrm>
            <a:off x="8128000" y="2574590"/>
            <a:ext cx="6350000" cy="279400"/>
          </a:xfrm>
          <a:prstGeom prst="rect">
            <a:avLst/>
          </a:prstGeom>
          <a:noFill/>
          <a:ln/>
        </p:spPr>
        <p:txBody>
          <a:bodyPr wrap="none" lIns="0" tIns="0" rIns="0" bIns="0" rtlCol="0" anchor="ctr"/>
          <a:lstStyle/>
          <a:p>
            <a:pPr algn="l">
              <a:lnSpc>
                <a:spcPct val="120000"/>
              </a:lnSpc>
            </a:pPr>
            <a:r>
              <a:rPr lang="en-US" sz="1300" b="1" dirty="0">
                <a:solidFill>
                  <a:srgbClr val="718096"/>
                </a:solidFill>
                <a:latin typeface="Calibri" pitchFamily="34" charset="0"/>
                <a:ea typeface="Calibri" pitchFamily="34" charset="-122"/>
                <a:cs typeface="Calibri" pitchFamily="34" charset="-120"/>
              </a:rPr>
              <a:t>SQL DUPLICATE CHECK QUERIES &amp; RESULTS</a:t>
            </a:r>
            <a:endParaRPr lang="en-US" sz="1300" dirty="0"/>
          </a:p>
        </p:txBody>
      </p:sp>
      <p:sp>
        <p:nvSpPr>
          <p:cNvPr id="12" name="Shape 10"/>
          <p:cNvSpPr/>
          <p:nvPr/>
        </p:nvSpPr>
        <p:spPr>
          <a:xfrm>
            <a:off x="762000" y="8763000"/>
            <a:ext cx="14732000" cy="25400"/>
          </a:xfrm>
          <a:prstGeom prst="rect">
            <a:avLst/>
          </a:prstGeom>
          <a:solidFill>
            <a:srgbClr val="1B4F8F"/>
          </a:solidFill>
          <a:ln/>
        </p:spPr>
        <p:txBody>
          <a:bodyPr/>
          <a:lstStyle/>
          <a:p>
            <a:endParaRPr lang="en-IN"/>
          </a:p>
        </p:txBody>
      </p:sp>
      <p:sp>
        <p:nvSpPr>
          <p:cNvPr id="13" name="Text 11"/>
          <p:cNvSpPr/>
          <p:nvPr/>
        </p:nvSpPr>
        <p:spPr>
          <a:xfrm>
            <a:off x="14478000" y="8826500"/>
            <a:ext cx="1016000" cy="254000"/>
          </a:xfrm>
          <a:prstGeom prst="rect">
            <a:avLst/>
          </a:prstGeom>
          <a:noFill/>
          <a:ln/>
        </p:spPr>
        <p:txBody>
          <a:bodyPr wrap="none" lIns="0" tIns="0" rIns="0" bIns="0" rtlCol="0" anchor="ctr"/>
          <a:lstStyle/>
          <a:p>
            <a:pPr algn="r">
              <a:lnSpc>
                <a:spcPct val="120000"/>
              </a:lnSpc>
            </a:pPr>
            <a:r>
              <a:rPr lang="en-US" sz="1200" dirty="0">
                <a:solidFill>
                  <a:srgbClr val="718096"/>
                </a:solidFill>
                <a:latin typeface="Calibri" pitchFamily="34" charset="0"/>
                <a:ea typeface="Calibri" pitchFamily="34" charset="-122"/>
                <a:cs typeface="Calibri" pitchFamily="34" charset="-120"/>
              </a:rPr>
              <a:t>16 / 55</a:t>
            </a:r>
            <a:endParaRPr lang="en-US" sz="1200" dirty="0"/>
          </a:p>
        </p:txBody>
      </p:sp>
      <p:pic>
        <p:nvPicPr>
          <p:cNvPr id="14" name="Picture 13">
            <a:extLst>
              <a:ext uri="{FF2B5EF4-FFF2-40B4-BE49-F238E27FC236}">
                <a16:creationId xmlns:a16="http://schemas.microsoft.com/office/drawing/2014/main" id="{FD02E75F-8EC6-28E0-C5CA-3E6C78A96871}"/>
              </a:ext>
            </a:extLst>
          </p:cNvPr>
          <p:cNvPicPr>
            <a:picLocks noChangeAspect="1"/>
          </p:cNvPicPr>
          <p:nvPr/>
        </p:nvPicPr>
        <p:blipFill>
          <a:blip r:embed="rId3"/>
          <a:stretch>
            <a:fillRect/>
          </a:stretch>
        </p:blipFill>
        <p:spPr>
          <a:xfrm>
            <a:off x="8318500" y="3122322"/>
            <a:ext cx="7175500" cy="5039698"/>
          </a:xfrm>
          <a:prstGeom prst="rect">
            <a:avLst/>
          </a:prstGeom>
          <a:ln>
            <a:solidFill>
              <a:schemeClr val="tx1"/>
            </a:solidFill>
          </a:ln>
        </p:spPr>
      </p:pic>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62000" y="444500"/>
            <a:ext cx="11430000" cy="444500"/>
          </a:xfrm>
          <a:prstGeom prst="rect">
            <a:avLst/>
          </a:prstGeom>
          <a:noFill/>
          <a:ln/>
        </p:spPr>
        <p:txBody>
          <a:bodyPr wrap="none" lIns="0" tIns="0" rIns="0" bIns="0" rtlCol="0" anchor="ctr"/>
          <a:lstStyle/>
          <a:p>
            <a:pPr algn="l">
              <a:lnSpc>
                <a:spcPct val="130000"/>
              </a:lnSpc>
            </a:pPr>
            <a:r>
              <a:rPr lang="en-US" sz="2400" b="1" dirty="0">
                <a:solidFill>
                  <a:srgbClr val="2D3748"/>
                </a:solidFill>
                <a:latin typeface="Calibri" pitchFamily="34" charset="0"/>
                <a:ea typeface="Calibri" pitchFamily="34" charset="-122"/>
                <a:cs typeface="Calibri" pitchFamily="34" charset="-120"/>
              </a:rPr>
              <a:t>SQL Validation — Table Relationship Validation</a:t>
            </a:r>
            <a:endParaRPr lang="en-US" sz="2400" dirty="0"/>
          </a:p>
        </p:txBody>
      </p:sp>
      <p:sp>
        <p:nvSpPr>
          <p:cNvPr id="3" name="Shape 1"/>
          <p:cNvSpPr/>
          <p:nvPr/>
        </p:nvSpPr>
        <p:spPr>
          <a:xfrm>
            <a:off x="762000" y="952500"/>
            <a:ext cx="14732000" cy="25400"/>
          </a:xfrm>
          <a:prstGeom prst="rect">
            <a:avLst/>
          </a:prstGeom>
          <a:solidFill>
            <a:srgbClr val="1B4F8F"/>
          </a:solidFill>
          <a:ln/>
        </p:spPr>
        <p:txBody>
          <a:bodyPr/>
          <a:lstStyle/>
          <a:p>
            <a:endParaRPr lang="en-IN"/>
          </a:p>
        </p:txBody>
      </p:sp>
      <p:sp>
        <p:nvSpPr>
          <p:cNvPr id="4" name="Text 2"/>
          <p:cNvSpPr/>
          <p:nvPr/>
        </p:nvSpPr>
        <p:spPr>
          <a:xfrm>
            <a:off x="762000" y="1424194"/>
            <a:ext cx="14732000" cy="762000"/>
          </a:xfrm>
          <a:prstGeom prst="rect">
            <a:avLst/>
          </a:prstGeom>
          <a:noFill/>
          <a:ln/>
        </p:spPr>
        <p:txBody>
          <a:bodyPr wrap="square" lIns="0" tIns="0" rIns="0" bIns="0" rtlCol="0" anchor="t"/>
          <a:lstStyle/>
          <a:p>
            <a:pPr algn="just">
              <a:lnSpc>
                <a:spcPct val="150000"/>
              </a:lnSpc>
            </a:pPr>
            <a:r>
              <a:rPr lang="en-US" sz="1500" dirty="0">
                <a:solidFill>
                  <a:srgbClr val="2D3748"/>
                </a:solidFill>
                <a:latin typeface="Calibri" pitchFamily="34" charset="0"/>
                <a:ea typeface="Calibri" pitchFamily="34" charset="-122"/>
                <a:cs typeface="Calibri" pitchFamily="34" charset="-120"/>
              </a:rPr>
              <a:t>SQL JOIN operations were performed to validate relationships among the five tables. Products were linked with aisles and departments; customer orders were connected with purchased products. These joins confirmed database relationships were accurate.</a:t>
            </a:r>
            <a:endParaRPr lang="en-US" sz="1500" dirty="0"/>
          </a:p>
        </p:txBody>
      </p:sp>
      <p:graphicFrame>
        <p:nvGraphicFramePr>
          <p:cNvPr id="18" name="Table 0"/>
          <p:cNvGraphicFramePr>
            <a:graphicFrameLocks noGrp="1"/>
          </p:cNvGraphicFramePr>
          <p:nvPr>
            <p:extLst>
              <p:ext uri="{D42A27DB-BD31-4B8C-83A1-F6EECF244321}">
                <p14:modId xmlns:p14="http://schemas.microsoft.com/office/powerpoint/2010/main" val="4279964246"/>
              </p:ext>
            </p:extLst>
          </p:nvPr>
        </p:nvGraphicFramePr>
        <p:xfrm>
          <a:off x="762000" y="5941369"/>
          <a:ext cx="7111998" cy="2250132"/>
        </p:xfrm>
        <a:graphic>
          <a:graphicData uri="http://schemas.openxmlformats.org/drawingml/2006/table">
            <a:tbl>
              <a:tblPr/>
              <a:tblGrid>
                <a:gridCol w="3200399">
                  <a:extLst>
                    <a:ext uri="{9D8B030D-6E8A-4147-A177-3AD203B41FA5}">
                      <a16:colId xmlns:a16="http://schemas.microsoft.com/office/drawing/2014/main" val="20000"/>
                    </a:ext>
                  </a:extLst>
                </a:gridCol>
                <a:gridCol w="2133599">
                  <a:extLst>
                    <a:ext uri="{9D8B030D-6E8A-4147-A177-3AD203B41FA5}">
                      <a16:colId xmlns:a16="http://schemas.microsoft.com/office/drawing/2014/main" val="20001"/>
                    </a:ext>
                  </a:extLst>
                </a:gridCol>
                <a:gridCol w="1778000">
                  <a:extLst>
                    <a:ext uri="{9D8B030D-6E8A-4147-A177-3AD203B41FA5}">
                      <a16:colId xmlns:a16="http://schemas.microsoft.com/office/drawing/2014/main" val="20002"/>
                    </a:ext>
                  </a:extLst>
                </a:gridCol>
              </a:tblGrid>
              <a:tr h="488124">
                <a:tc>
                  <a:txBody>
                    <a:bodyPr/>
                    <a:lstStyle/>
                    <a:p>
                      <a:pPr algn="ctr"/>
                      <a:r>
                        <a:rPr lang="en-US" sz="1400" b="1" dirty="0">
                          <a:solidFill>
                            <a:srgbClr val="FFFFFF"/>
                          </a:solidFill>
                          <a:latin typeface="Calibri" pitchFamily="34" charset="0"/>
                          <a:ea typeface="Calibri" pitchFamily="34" charset="-122"/>
                          <a:cs typeface="Calibri" pitchFamily="34" charset="-120"/>
                        </a:rPr>
                        <a:t>Relationship</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B4F8F"/>
                    </a:solidFill>
                  </a:tcPr>
                </a:tc>
                <a:tc>
                  <a:txBody>
                    <a:bodyPr/>
                    <a:lstStyle/>
                    <a:p>
                      <a:pPr algn="ctr"/>
                      <a:r>
                        <a:rPr lang="en-US" sz="1400" b="1" dirty="0">
                          <a:solidFill>
                            <a:srgbClr val="FFFFFF"/>
                          </a:solidFill>
                          <a:latin typeface="Calibri" pitchFamily="34" charset="0"/>
                          <a:ea typeface="Calibri" pitchFamily="34" charset="-122"/>
                          <a:cs typeface="Calibri" pitchFamily="34" charset="-120"/>
                        </a:rPr>
                        <a:t>Join Key</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B4F8F"/>
                    </a:solidFill>
                  </a:tcPr>
                </a:tc>
                <a:tc>
                  <a:txBody>
                    <a:bodyPr/>
                    <a:lstStyle/>
                    <a:p>
                      <a:pPr algn="ctr"/>
                      <a:r>
                        <a:rPr lang="en-US" sz="1400" b="1" dirty="0">
                          <a:solidFill>
                            <a:srgbClr val="FFFFFF"/>
                          </a:solidFill>
                          <a:latin typeface="Calibri" pitchFamily="34" charset="0"/>
                          <a:ea typeface="Calibri" pitchFamily="34" charset="-122"/>
                          <a:cs typeface="Calibri" pitchFamily="34" charset="-120"/>
                        </a:rPr>
                        <a:t>Status</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B4F8F"/>
                    </a:solidFill>
                  </a:tcPr>
                </a:tc>
                <a:extLst>
                  <a:ext uri="{0D108BD9-81ED-4DB2-BD59-A6C34878D82A}">
                    <a16:rowId xmlns:a16="http://schemas.microsoft.com/office/drawing/2014/main" val="10000"/>
                  </a:ext>
                </a:extLst>
              </a:tr>
              <a:tr h="440502">
                <a:tc>
                  <a:txBody>
                    <a:bodyPr/>
                    <a:lstStyle/>
                    <a:p>
                      <a:pPr algn="ctr"/>
                      <a:r>
                        <a:rPr lang="en-US" sz="1400" dirty="0">
                          <a:solidFill>
                            <a:srgbClr val="2D3748"/>
                          </a:solidFill>
                          <a:latin typeface="Calibri" pitchFamily="34" charset="0"/>
                          <a:ea typeface="Calibri" pitchFamily="34" charset="-122"/>
                          <a:cs typeface="Calibri" pitchFamily="34" charset="-120"/>
                        </a:rPr>
                        <a:t>Products </a:t>
                      </a:r>
                      <a:r>
                        <a:rPr lang="en-IN" sz="1200" dirty="0"/>
                        <a:t>↔</a:t>
                      </a:r>
                      <a:r>
                        <a:rPr lang="en-US" sz="1400" dirty="0">
                          <a:solidFill>
                            <a:srgbClr val="2D3748"/>
                          </a:solidFill>
                          <a:latin typeface="Calibri" pitchFamily="34" charset="0"/>
                          <a:ea typeface="Calibri" pitchFamily="34" charset="-122"/>
                          <a:cs typeface="Calibri" pitchFamily="34" charset="-120"/>
                        </a:rPr>
                        <a:t> Aisles</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aisle_id</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b="1" dirty="0">
                          <a:solidFill>
                            <a:srgbClr val="2E7D32"/>
                          </a:solidFill>
                          <a:latin typeface="Calibri" pitchFamily="34" charset="0"/>
                          <a:ea typeface="Calibri" pitchFamily="34" charset="-122"/>
                          <a:cs typeface="Calibri" pitchFamily="34" charset="-120"/>
                        </a:rPr>
                        <a:t>Verified</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40502">
                <a:tc>
                  <a:txBody>
                    <a:bodyPr/>
                    <a:lstStyle/>
                    <a:p>
                      <a:pPr algn="ctr"/>
                      <a:r>
                        <a:rPr lang="en-US" sz="1400" dirty="0">
                          <a:solidFill>
                            <a:srgbClr val="2D3748"/>
                          </a:solidFill>
                          <a:latin typeface="Calibri" pitchFamily="34" charset="0"/>
                          <a:ea typeface="Calibri" pitchFamily="34" charset="-122"/>
                          <a:cs typeface="Calibri" pitchFamily="34" charset="-120"/>
                        </a:rPr>
                        <a:t>Products </a:t>
                      </a:r>
                      <a:r>
                        <a:rPr lang="en-IN" sz="1200" dirty="0"/>
                        <a:t>↔</a:t>
                      </a:r>
                      <a:r>
                        <a:rPr lang="en-US" sz="1400" dirty="0">
                          <a:solidFill>
                            <a:srgbClr val="2D3748"/>
                          </a:solidFill>
                          <a:latin typeface="Calibri" pitchFamily="34" charset="0"/>
                          <a:ea typeface="Calibri" pitchFamily="34" charset="-122"/>
                          <a:cs typeface="Calibri" pitchFamily="34" charset="-120"/>
                        </a:rPr>
                        <a:t> Departments</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department_id</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b="1" dirty="0">
                          <a:solidFill>
                            <a:srgbClr val="2E7D32"/>
                          </a:solidFill>
                          <a:latin typeface="Calibri" pitchFamily="34" charset="0"/>
                          <a:ea typeface="Calibri" pitchFamily="34" charset="-122"/>
                          <a:cs typeface="Calibri" pitchFamily="34" charset="-120"/>
                        </a:rPr>
                        <a:t>Verified</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extLst>
                  <a:ext uri="{0D108BD9-81ED-4DB2-BD59-A6C34878D82A}">
                    <a16:rowId xmlns:a16="http://schemas.microsoft.com/office/drawing/2014/main" val="10002"/>
                  </a:ext>
                </a:extLst>
              </a:tr>
              <a:tr h="440502">
                <a:tc>
                  <a:txBody>
                    <a:bodyPr/>
                    <a:lstStyle/>
                    <a:p>
                      <a:pPr algn="ctr"/>
                      <a:r>
                        <a:rPr lang="en-US" sz="1400" dirty="0">
                          <a:solidFill>
                            <a:srgbClr val="2D3748"/>
                          </a:solidFill>
                          <a:latin typeface="Calibri" pitchFamily="34" charset="0"/>
                          <a:ea typeface="Calibri" pitchFamily="34" charset="-122"/>
                          <a:cs typeface="Calibri" pitchFamily="34" charset="-120"/>
                        </a:rPr>
                        <a:t>Orders </a:t>
                      </a:r>
                      <a:r>
                        <a:rPr lang="en-IN" sz="1200" dirty="0"/>
                        <a:t>↔</a:t>
                      </a:r>
                      <a:r>
                        <a:rPr lang="en-US" sz="1400" dirty="0">
                          <a:solidFill>
                            <a:srgbClr val="2D3748"/>
                          </a:solidFill>
                          <a:latin typeface="Calibri" pitchFamily="34" charset="0"/>
                          <a:ea typeface="Calibri" pitchFamily="34" charset="-122"/>
                          <a:cs typeface="Calibri" pitchFamily="34" charset="-120"/>
                        </a:rPr>
                        <a:t> Order_Products_Train</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order_id</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b="1" dirty="0">
                          <a:solidFill>
                            <a:srgbClr val="2E7D32"/>
                          </a:solidFill>
                          <a:latin typeface="Calibri" pitchFamily="34" charset="0"/>
                          <a:ea typeface="Calibri" pitchFamily="34" charset="-122"/>
                          <a:cs typeface="Calibri" pitchFamily="34" charset="-120"/>
                        </a:rPr>
                        <a:t>Verified</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40502">
                <a:tc>
                  <a:txBody>
                    <a:bodyPr/>
                    <a:lstStyle/>
                    <a:p>
                      <a:pPr algn="ctr"/>
                      <a:r>
                        <a:rPr lang="en-US" sz="1400" dirty="0">
                          <a:solidFill>
                            <a:srgbClr val="2D3748"/>
                          </a:solidFill>
                          <a:latin typeface="Calibri" pitchFamily="34" charset="0"/>
                          <a:ea typeface="Calibri" pitchFamily="34" charset="-122"/>
                          <a:cs typeface="Calibri" pitchFamily="34" charset="-120"/>
                        </a:rPr>
                        <a:t>Complete 5-Table Join</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All keys</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b="1" dirty="0">
                          <a:solidFill>
                            <a:srgbClr val="2E7D32"/>
                          </a:solidFill>
                          <a:latin typeface="Calibri" pitchFamily="34" charset="0"/>
                          <a:ea typeface="Calibri" pitchFamily="34" charset="-122"/>
                          <a:cs typeface="Calibri" pitchFamily="34" charset="-120"/>
                        </a:rPr>
                        <a:t>Verified</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extLst>
                  <a:ext uri="{0D108BD9-81ED-4DB2-BD59-A6C34878D82A}">
                    <a16:rowId xmlns:a16="http://schemas.microsoft.com/office/drawing/2014/main" val="10004"/>
                  </a:ext>
                </a:extLst>
              </a:tr>
            </a:tbl>
          </a:graphicData>
        </a:graphic>
      </p:graphicFrame>
      <p:sp>
        <p:nvSpPr>
          <p:cNvPr id="6" name="Text 3"/>
          <p:cNvSpPr/>
          <p:nvPr/>
        </p:nvSpPr>
        <p:spPr>
          <a:xfrm>
            <a:off x="1058562" y="2586376"/>
            <a:ext cx="6921500" cy="2540000"/>
          </a:xfrm>
          <a:prstGeom prst="rect">
            <a:avLst/>
          </a:prstGeom>
          <a:noFill/>
          <a:ln/>
        </p:spPr>
        <p:txBody>
          <a:bodyPr wrap="square" lIns="0" tIns="0" rIns="0" bIns="0" rtlCol="0" anchor="t"/>
          <a:lstStyle/>
          <a:p>
            <a:pPr algn="l">
              <a:lnSpc>
                <a:spcPct val="155000"/>
              </a:lnSpc>
            </a:pPr>
            <a:r>
              <a:rPr lang="en-US" sz="1500" b="1" dirty="0">
                <a:solidFill>
                  <a:srgbClr val="2D3748"/>
                </a:solidFill>
                <a:latin typeface="Calibri" pitchFamily="34" charset="0"/>
                <a:ea typeface="Calibri" pitchFamily="34" charset="-122"/>
                <a:cs typeface="Calibri" pitchFamily="34" charset="-120"/>
              </a:rPr>
              <a:t>Validation Summary:</a:t>
            </a:r>
            <a:endParaRPr lang="en-US" sz="1500" dirty="0"/>
          </a:p>
          <a:p>
            <a:pPr algn="l">
              <a:lnSpc>
                <a:spcPct val="155000"/>
              </a:lnSpc>
              <a:spcBef>
                <a:spcPts val="600"/>
              </a:spcBef>
            </a:pPr>
            <a:r>
              <a:rPr lang="en-US" sz="1500" dirty="0">
                <a:solidFill>
                  <a:srgbClr val="1B4F8F"/>
                </a:solidFill>
                <a:latin typeface="Calibri" pitchFamily="34" charset="0"/>
                <a:ea typeface="Calibri" pitchFamily="34" charset="-122"/>
                <a:cs typeface="Calibri" pitchFamily="34" charset="-120"/>
              </a:rPr>
              <a:t>✓</a:t>
            </a:r>
            <a:r>
              <a:rPr lang="en-US" sz="1500" dirty="0">
                <a:solidFill>
                  <a:srgbClr val="2D3748"/>
                </a:solidFill>
                <a:latin typeface="Calibri" pitchFamily="34" charset="0"/>
                <a:ea typeface="Calibri" pitchFamily="34" charset="-122"/>
                <a:cs typeface="Calibri" pitchFamily="34" charset="-120"/>
              </a:rPr>
              <a:t> All foreign key relationships validated successfully</a:t>
            </a:r>
            <a:endParaRPr lang="en-US" sz="1500" dirty="0"/>
          </a:p>
          <a:p>
            <a:pPr algn="l">
              <a:lnSpc>
                <a:spcPct val="155000"/>
              </a:lnSpc>
            </a:pPr>
            <a:r>
              <a:rPr lang="en-US" sz="1500" dirty="0">
                <a:solidFill>
                  <a:srgbClr val="1B4F8F"/>
                </a:solidFill>
                <a:latin typeface="Calibri" pitchFamily="34" charset="0"/>
                <a:ea typeface="Calibri" pitchFamily="34" charset="-122"/>
                <a:cs typeface="Calibri" pitchFamily="34" charset="-120"/>
              </a:rPr>
              <a:t>✓</a:t>
            </a:r>
            <a:r>
              <a:rPr lang="en-US" sz="1500" dirty="0">
                <a:solidFill>
                  <a:srgbClr val="2D3748"/>
                </a:solidFill>
                <a:latin typeface="Calibri" pitchFamily="34" charset="0"/>
                <a:ea typeface="Calibri" pitchFamily="34" charset="-122"/>
                <a:cs typeface="Calibri" pitchFamily="34" charset="-120"/>
              </a:rPr>
              <a:t> No orphaned records or broken links found</a:t>
            </a:r>
            <a:endParaRPr lang="en-US" sz="1500" dirty="0"/>
          </a:p>
          <a:p>
            <a:pPr algn="l">
              <a:lnSpc>
                <a:spcPct val="155000"/>
              </a:lnSpc>
            </a:pPr>
            <a:r>
              <a:rPr lang="en-US" sz="1500" dirty="0">
                <a:solidFill>
                  <a:srgbClr val="1B4F8F"/>
                </a:solidFill>
                <a:latin typeface="Calibri" pitchFamily="34" charset="0"/>
                <a:ea typeface="Calibri" pitchFamily="34" charset="-122"/>
                <a:cs typeface="Calibri" pitchFamily="34" charset="-120"/>
              </a:rPr>
              <a:t>✓</a:t>
            </a:r>
            <a:r>
              <a:rPr lang="en-US" sz="1500" dirty="0">
                <a:solidFill>
                  <a:srgbClr val="2D3748"/>
                </a:solidFill>
                <a:latin typeface="Calibri" pitchFamily="34" charset="0"/>
                <a:ea typeface="Calibri" pitchFamily="34" charset="-122"/>
                <a:cs typeface="Calibri" pitchFamily="34" charset="-120"/>
              </a:rPr>
              <a:t> Perfect referential integrity for deep-dive analysis</a:t>
            </a:r>
            <a:endParaRPr lang="en-US" sz="1500" dirty="0"/>
          </a:p>
          <a:p>
            <a:pPr algn="l">
              <a:lnSpc>
                <a:spcPct val="155000"/>
              </a:lnSpc>
            </a:pPr>
            <a:r>
              <a:rPr lang="en-US" sz="1500" dirty="0">
                <a:solidFill>
                  <a:srgbClr val="1B4F8F"/>
                </a:solidFill>
                <a:latin typeface="Calibri" pitchFamily="34" charset="0"/>
                <a:ea typeface="Calibri" pitchFamily="34" charset="-122"/>
                <a:cs typeface="Calibri" pitchFamily="34" charset="-120"/>
              </a:rPr>
              <a:t>✓</a:t>
            </a:r>
            <a:r>
              <a:rPr lang="en-US" sz="1500" dirty="0">
                <a:solidFill>
                  <a:srgbClr val="2D3748"/>
                </a:solidFill>
                <a:latin typeface="Calibri" pitchFamily="34" charset="0"/>
                <a:ea typeface="Calibri" pitchFamily="34" charset="-122"/>
                <a:cs typeface="Calibri" pitchFamily="34" charset="-120"/>
              </a:rPr>
              <a:t> Complete database join produces unified analytical view</a:t>
            </a:r>
            <a:endParaRPr lang="en-US" sz="1500" dirty="0"/>
          </a:p>
          <a:p>
            <a:pPr algn="l">
              <a:lnSpc>
                <a:spcPct val="155000"/>
              </a:lnSpc>
            </a:pPr>
            <a:r>
              <a:rPr lang="en-US" sz="1500" dirty="0">
                <a:solidFill>
                  <a:srgbClr val="1B4F8F"/>
                </a:solidFill>
                <a:latin typeface="Calibri" pitchFamily="34" charset="0"/>
                <a:ea typeface="Calibri" pitchFamily="34" charset="-122"/>
                <a:cs typeface="Calibri" pitchFamily="34" charset="-120"/>
              </a:rPr>
              <a:t>✓</a:t>
            </a:r>
            <a:r>
              <a:rPr lang="en-US" sz="1500" dirty="0">
                <a:solidFill>
                  <a:srgbClr val="2D3748"/>
                </a:solidFill>
                <a:latin typeface="Calibri" pitchFamily="34" charset="0"/>
                <a:ea typeface="Calibri" pitchFamily="34" charset="-122"/>
                <a:cs typeface="Calibri" pitchFamily="34" charset="-120"/>
              </a:rPr>
              <a:t> Dataset confirmed clean, consistent, analysis-ready</a:t>
            </a:r>
            <a:endParaRPr lang="en-US" sz="1500" dirty="0"/>
          </a:p>
        </p:txBody>
      </p:sp>
      <p:sp>
        <p:nvSpPr>
          <p:cNvPr id="7" name="Text 4"/>
          <p:cNvSpPr/>
          <p:nvPr/>
        </p:nvSpPr>
        <p:spPr>
          <a:xfrm>
            <a:off x="8382002" y="2592422"/>
            <a:ext cx="6350000" cy="279400"/>
          </a:xfrm>
          <a:prstGeom prst="rect">
            <a:avLst/>
          </a:prstGeom>
          <a:noFill/>
          <a:ln/>
        </p:spPr>
        <p:txBody>
          <a:bodyPr wrap="none" lIns="0" tIns="0" rIns="0" bIns="0" rtlCol="0" anchor="ctr"/>
          <a:lstStyle/>
          <a:p>
            <a:pPr>
              <a:lnSpc>
                <a:spcPct val="120000"/>
              </a:lnSpc>
            </a:pPr>
            <a:r>
              <a:rPr lang="en-US" sz="1300" b="1" dirty="0">
                <a:solidFill>
                  <a:srgbClr val="718096"/>
                </a:solidFill>
                <a:latin typeface="Calibri" pitchFamily="34" charset="0"/>
                <a:ea typeface="Calibri" pitchFamily="34" charset="-122"/>
                <a:cs typeface="Calibri" pitchFamily="34" charset="-120"/>
              </a:rPr>
              <a:t>SAMPLE OF SQL JOIN VALIDATION SCREENSHOTS</a:t>
            </a:r>
            <a:endParaRPr lang="en-US" sz="1300" dirty="0"/>
          </a:p>
        </p:txBody>
      </p:sp>
      <p:sp>
        <p:nvSpPr>
          <p:cNvPr id="10" name="Shape 7"/>
          <p:cNvSpPr/>
          <p:nvPr/>
        </p:nvSpPr>
        <p:spPr>
          <a:xfrm>
            <a:off x="762000" y="8763000"/>
            <a:ext cx="14732000" cy="25400"/>
          </a:xfrm>
          <a:prstGeom prst="rect">
            <a:avLst/>
          </a:prstGeom>
          <a:solidFill>
            <a:srgbClr val="1B4F8F"/>
          </a:solidFill>
          <a:ln/>
        </p:spPr>
        <p:txBody>
          <a:bodyPr/>
          <a:lstStyle/>
          <a:p>
            <a:endParaRPr lang="en-IN"/>
          </a:p>
        </p:txBody>
      </p:sp>
      <p:sp>
        <p:nvSpPr>
          <p:cNvPr id="11" name="Text 8"/>
          <p:cNvSpPr/>
          <p:nvPr/>
        </p:nvSpPr>
        <p:spPr>
          <a:xfrm>
            <a:off x="14478000" y="8826500"/>
            <a:ext cx="1016000" cy="254000"/>
          </a:xfrm>
          <a:prstGeom prst="rect">
            <a:avLst/>
          </a:prstGeom>
          <a:noFill/>
          <a:ln/>
        </p:spPr>
        <p:txBody>
          <a:bodyPr wrap="none" lIns="0" tIns="0" rIns="0" bIns="0" rtlCol="0" anchor="ctr"/>
          <a:lstStyle/>
          <a:p>
            <a:pPr algn="r">
              <a:lnSpc>
                <a:spcPct val="120000"/>
              </a:lnSpc>
            </a:pPr>
            <a:r>
              <a:rPr lang="en-US" sz="1200" dirty="0">
                <a:solidFill>
                  <a:srgbClr val="718096"/>
                </a:solidFill>
                <a:latin typeface="Calibri" pitchFamily="34" charset="0"/>
                <a:ea typeface="Calibri" pitchFamily="34" charset="-122"/>
                <a:cs typeface="Calibri" pitchFamily="34" charset="-120"/>
              </a:rPr>
              <a:t>17 / 55</a:t>
            </a:r>
            <a:endParaRPr lang="en-US" sz="1200" dirty="0"/>
          </a:p>
        </p:txBody>
      </p:sp>
      <p:pic>
        <p:nvPicPr>
          <p:cNvPr id="5" name="Picture 4">
            <a:extLst>
              <a:ext uri="{FF2B5EF4-FFF2-40B4-BE49-F238E27FC236}">
                <a16:creationId xmlns:a16="http://schemas.microsoft.com/office/drawing/2014/main" id="{4468E5DC-E2B7-B8EA-451B-6D2F8DF773FF}"/>
              </a:ext>
            </a:extLst>
          </p:cNvPr>
          <p:cNvPicPr>
            <a:picLocks noChangeAspect="1"/>
          </p:cNvPicPr>
          <p:nvPr/>
        </p:nvPicPr>
        <p:blipFill>
          <a:blip r:embed="rId3"/>
          <a:stretch>
            <a:fillRect/>
          </a:stretch>
        </p:blipFill>
        <p:spPr>
          <a:xfrm>
            <a:off x="8678564" y="3004409"/>
            <a:ext cx="6815436" cy="5187092"/>
          </a:xfrm>
          <a:prstGeom prst="rect">
            <a:avLst/>
          </a:prstGeom>
          <a:ln>
            <a:solidFill>
              <a:schemeClr val="tx1"/>
            </a:solidFill>
          </a:ln>
        </p:spPr>
      </p:pic>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 y="0"/>
            <a:ext cx="8001001" cy="9144000"/>
          </a:xfrm>
          <a:prstGeom prst="rect">
            <a:avLst/>
          </a:prstGeom>
          <a:solidFill>
            <a:srgbClr val="1B4F8F"/>
          </a:solidFill>
          <a:ln/>
        </p:spPr>
        <p:txBody>
          <a:bodyPr/>
          <a:lstStyle/>
          <a:p>
            <a:endParaRPr lang="en-IN"/>
          </a:p>
        </p:txBody>
      </p:sp>
      <p:sp>
        <p:nvSpPr>
          <p:cNvPr id="3" name="Text 1"/>
          <p:cNvSpPr/>
          <p:nvPr/>
        </p:nvSpPr>
        <p:spPr>
          <a:xfrm>
            <a:off x="762000" y="2540000"/>
            <a:ext cx="6096000" cy="1016000"/>
          </a:xfrm>
          <a:prstGeom prst="rect">
            <a:avLst/>
          </a:prstGeom>
          <a:noFill/>
          <a:ln/>
        </p:spPr>
        <p:txBody>
          <a:bodyPr wrap="none" lIns="0" tIns="0" rIns="0" bIns="0" rtlCol="0" anchor="ctr"/>
          <a:lstStyle/>
          <a:p>
            <a:pPr algn="l">
              <a:lnSpc>
                <a:spcPct val="120000"/>
              </a:lnSpc>
            </a:pPr>
            <a:r>
              <a:rPr lang="en-US" sz="7200" b="1" dirty="0">
                <a:solidFill>
                  <a:srgbClr val="FFFFFF"/>
                </a:solidFill>
                <a:latin typeface="Calibri" pitchFamily="34" charset="0"/>
                <a:ea typeface="Calibri" pitchFamily="34" charset="-122"/>
                <a:cs typeface="Calibri" pitchFamily="34" charset="-120"/>
              </a:rPr>
              <a:t>06-08</a:t>
            </a:r>
            <a:endParaRPr lang="en-US" sz="7200" dirty="0"/>
          </a:p>
        </p:txBody>
      </p:sp>
      <p:sp>
        <p:nvSpPr>
          <p:cNvPr id="4" name="Text 2"/>
          <p:cNvSpPr/>
          <p:nvPr/>
        </p:nvSpPr>
        <p:spPr>
          <a:xfrm>
            <a:off x="762000" y="3556000"/>
            <a:ext cx="6096000" cy="698500"/>
          </a:xfrm>
          <a:prstGeom prst="rect">
            <a:avLst/>
          </a:prstGeom>
          <a:noFill/>
          <a:ln/>
        </p:spPr>
        <p:txBody>
          <a:bodyPr wrap="none" lIns="0" tIns="0" rIns="0" bIns="0" rtlCol="0" anchor="ctr"/>
          <a:lstStyle/>
          <a:p>
            <a:pPr algn="l">
              <a:lnSpc>
                <a:spcPct val="120000"/>
              </a:lnSpc>
            </a:pPr>
            <a:r>
              <a:rPr lang="en-US" sz="4000" b="1" dirty="0">
                <a:solidFill>
                  <a:srgbClr val="FFFFFF"/>
                </a:solidFill>
                <a:latin typeface="Calibri" pitchFamily="34" charset="0"/>
                <a:ea typeface="Calibri" pitchFamily="34" charset="-122"/>
                <a:cs typeface="Calibri" pitchFamily="34" charset="-120"/>
              </a:rPr>
              <a:t>Python Data Analysis</a:t>
            </a:r>
            <a:endParaRPr lang="en-US" sz="4000" dirty="0"/>
          </a:p>
        </p:txBody>
      </p:sp>
      <p:sp>
        <p:nvSpPr>
          <p:cNvPr id="5" name="Shape 3"/>
          <p:cNvSpPr/>
          <p:nvPr/>
        </p:nvSpPr>
        <p:spPr>
          <a:xfrm>
            <a:off x="762000" y="4381500"/>
            <a:ext cx="2540000" cy="38100"/>
          </a:xfrm>
          <a:prstGeom prst="rect">
            <a:avLst/>
          </a:prstGeom>
          <a:solidFill>
            <a:srgbClr val="FFFFFF"/>
          </a:solidFill>
          <a:ln/>
        </p:spPr>
        <p:txBody>
          <a:bodyPr/>
          <a:lstStyle/>
          <a:p>
            <a:endParaRPr lang="en-IN"/>
          </a:p>
        </p:txBody>
      </p:sp>
      <p:sp>
        <p:nvSpPr>
          <p:cNvPr id="6" name="Text 4"/>
          <p:cNvSpPr/>
          <p:nvPr/>
        </p:nvSpPr>
        <p:spPr>
          <a:xfrm>
            <a:off x="762000" y="4635500"/>
            <a:ext cx="6096000" cy="1016000"/>
          </a:xfrm>
          <a:prstGeom prst="rect">
            <a:avLst/>
          </a:prstGeom>
          <a:noFill/>
          <a:ln/>
        </p:spPr>
        <p:txBody>
          <a:bodyPr wrap="square" lIns="0" tIns="0" rIns="0" bIns="0" rtlCol="0" anchor="t"/>
          <a:lstStyle/>
          <a:p>
            <a:pPr algn="l">
              <a:lnSpc>
                <a:spcPct val="150000"/>
              </a:lnSpc>
            </a:pPr>
            <a:r>
              <a:rPr lang="en-US" sz="1800" dirty="0">
                <a:solidFill>
                  <a:srgbClr val="FFFFFF"/>
                </a:solidFill>
                <a:latin typeface="Calibri" pitchFamily="34" charset="0"/>
                <a:ea typeface="Calibri" pitchFamily="34" charset="-122"/>
                <a:cs typeface="Calibri" pitchFamily="34" charset="-120"/>
              </a:rPr>
              <a:t>Data Preparation, 20 Analytical Queries, Interpretations &amp; Business Insights</a:t>
            </a:r>
            <a:endParaRPr lang="en-US" sz="1800" dirty="0"/>
          </a:p>
        </p:txBody>
      </p:sp>
      <p:sp>
        <p:nvSpPr>
          <p:cNvPr id="7" name="Text 5"/>
          <p:cNvSpPr/>
          <p:nvPr/>
        </p:nvSpPr>
        <p:spPr>
          <a:xfrm>
            <a:off x="8255000" y="3175000"/>
            <a:ext cx="7239000" cy="1778000"/>
          </a:xfrm>
          <a:prstGeom prst="rect">
            <a:avLst/>
          </a:prstGeom>
          <a:noFill/>
          <a:ln/>
        </p:spPr>
        <p:txBody>
          <a:bodyPr wrap="square" lIns="0" tIns="0" rIns="0" bIns="0" rtlCol="0" anchor="ctr"/>
          <a:lstStyle/>
          <a:p>
            <a:pPr algn="l">
              <a:lnSpc>
                <a:spcPct val="160000"/>
              </a:lnSpc>
            </a:pPr>
            <a:r>
              <a:rPr lang="en-US" sz="1800" dirty="0">
                <a:solidFill>
                  <a:srgbClr val="2D3748"/>
                </a:solidFill>
                <a:latin typeface="Calibri" pitchFamily="34" charset="0"/>
                <a:ea typeface="Calibri" pitchFamily="34" charset="-122"/>
                <a:cs typeface="Calibri" pitchFamily="34" charset="-120"/>
              </a:rPr>
              <a:t>After SQL validation, analysis shifted to </a:t>
            </a:r>
            <a:r>
              <a:rPr lang="en-US" sz="1800" b="1" dirty="0">
                <a:solidFill>
                  <a:srgbClr val="2D3748"/>
                </a:solidFill>
                <a:latin typeface="Calibri" pitchFamily="34" charset="0"/>
                <a:ea typeface="Calibri" pitchFamily="34" charset="-122"/>
                <a:cs typeface="Calibri" pitchFamily="34" charset="-120"/>
              </a:rPr>
              <a:t>Python</a:t>
            </a:r>
            <a:r>
              <a:rPr lang="en-US" sz="1800" dirty="0">
                <a:solidFill>
                  <a:srgbClr val="2D3748"/>
                </a:solidFill>
                <a:latin typeface="Calibri" pitchFamily="34" charset="0"/>
                <a:ea typeface="Calibri" pitchFamily="34" charset="-122"/>
                <a:cs typeface="Calibri" pitchFamily="34" charset="-120"/>
              </a:rPr>
              <a:t> for advanced data manipulation. All </a:t>
            </a:r>
            <a:r>
              <a:rPr lang="en-US" sz="1800" b="1" dirty="0">
                <a:solidFill>
                  <a:srgbClr val="2D3748"/>
                </a:solidFill>
                <a:latin typeface="Calibri" pitchFamily="34" charset="0"/>
                <a:ea typeface="Calibri" pitchFamily="34" charset="-122"/>
                <a:cs typeface="Calibri" pitchFamily="34" charset="-120"/>
              </a:rPr>
              <a:t>20 business questions</a:t>
            </a:r>
            <a:r>
              <a:rPr lang="en-US" sz="1800" dirty="0">
                <a:solidFill>
                  <a:srgbClr val="2D3748"/>
                </a:solidFill>
                <a:latin typeface="Calibri" pitchFamily="34" charset="0"/>
                <a:ea typeface="Calibri" pitchFamily="34" charset="-122"/>
                <a:cs typeface="Calibri" pitchFamily="34" charset="-120"/>
              </a:rPr>
              <a:t> were answered with supporting code, statistical analysis, and actionable business insights.</a:t>
            </a:r>
            <a:endParaRPr lang="en-US" sz="1800" dirty="0"/>
          </a:p>
        </p:txBody>
      </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62000" y="444500"/>
            <a:ext cx="11430000" cy="444500"/>
          </a:xfrm>
          <a:prstGeom prst="rect">
            <a:avLst/>
          </a:prstGeom>
          <a:noFill/>
          <a:ln/>
        </p:spPr>
        <p:txBody>
          <a:bodyPr wrap="none" lIns="0" tIns="0" rIns="0" bIns="0" rtlCol="0" anchor="ctr"/>
          <a:lstStyle/>
          <a:p>
            <a:pPr algn="l">
              <a:lnSpc>
                <a:spcPct val="130000"/>
              </a:lnSpc>
            </a:pPr>
            <a:r>
              <a:rPr lang="en-US" sz="2400" b="1" dirty="0">
                <a:solidFill>
                  <a:srgbClr val="2D3748"/>
                </a:solidFill>
                <a:latin typeface="Calibri" pitchFamily="34" charset="0"/>
                <a:ea typeface="Calibri" pitchFamily="34" charset="-122"/>
                <a:cs typeface="Calibri" pitchFamily="34" charset="-120"/>
              </a:rPr>
              <a:t>Python Data Preparation</a:t>
            </a:r>
            <a:endParaRPr lang="en-US" sz="2400" dirty="0"/>
          </a:p>
        </p:txBody>
      </p:sp>
      <p:sp>
        <p:nvSpPr>
          <p:cNvPr id="3" name="Shape 1"/>
          <p:cNvSpPr/>
          <p:nvPr/>
        </p:nvSpPr>
        <p:spPr>
          <a:xfrm>
            <a:off x="762000" y="952500"/>
            <a:ext cx="14732000" cy="25400"/>
          </a:xfrm>
          <a:prstGeom prst="rect">
            <a:avLst/>
          </a:prstGeom>
          <a:solidFill>
            <a:srgbClr val="1B4F8F"/>
          </a:solidFill>
          <a:ln/>
        </p:spPr>
        <p:txBody>
          <a:bodyPr/>
          <a:lstStyle/>
          <a:p>
            <a:endParaRPr lang="en-IN"/>
          </a:p>
        </p:txBody>
      </p:sp>
      <p:sp>
        <p:nvSpPr>
          <p:cNvPr id="4" name="Text 2"/>
          <p:cNvSpPr/>
          <p:nvPr/>
        </p:nvSpPr>
        <p:spPr>
          <a:xfrm>
            <a:off x="762000" y="1143000"/>
            <a:ext cx="14732000" cy="698500"/>
          </a:xfrm>
          <a:prstGeom prst="rect">
            <a:avLst/>
          </a:prstGeom>
          <a:noFill/>
          <a:ln/>
        </p:spPr>
        <p:txBody>
          <a:bodyPr wrap="square" lIns="0" tIns="0" rIns="0" bIns="0" rtlCol="0" anchor="t"/>
          <a:lstStyle/>
          <a:p>
            <a:pPr algn="l">
              <a:lnSpc>
                <a:spcPct val="150000"/>
              </a:lnSpc>
            </a:pPr>
            <a:r>
              <a:rPr lang="en-US" sz="1500" dirty="0">
                <a:solidFill>
                  <a:srgbClr val="2D3748"/>
                </a:solidFill>
                <a:latin typeface="Calibri" pitchFamily="34" charset="0"/>
                <a:ea typeface="Calibri" pitchFamily="34" charset="-122"/>
                <a:cs typeface="Calibri" pitchFamily="34" charset="-120"/>
              </a:rPr>
              <a:t>After SQL validation, analysis shifted to </a:t>
            </a:r>
            <a:r>
              <a:rPr lang="en-US" sz="1500" b="1" dirty="0">
                <a:solidFill>
                  <a:srgbClr val="2D3748"/>
                </a:solidFill>
                <a:latin typeface="Calibri" pitchFamily="34" charset="0"/>
                <a:ea typeface="Calibri" pitchFamily="34" charset="-122"/>
                <a:cs typeface="Calibri" pitchFamily="34" charset="-120"/>
              </a:rPr>
              <a:t>Python (Google Colab)</a:t>
            </a:r>
            <a:r>
              <a:rPr lang="en-US" sz="1500" dirty="0">
                <a:solidFill>
                  <a:srgbClr val="2D3748"/>
                </a:solidFill>
                <a:latin typeface="Calibri" pitchFamily="34" charset="0"/>
                <a:ea typeface="Calibri" pitchFamily="34" charset="-122"/>
                <a:cs typeface="Calibri" pitchFamily="34" charset="-120"/>
              </a:rPr>
              <a:t> for efficient handling of large datasets and advanced data manipulation. Python provides greater flexibility for processing, aggregation, and analysis compared to SQL.</a:t>
            </a:r>
            <a:endParaRPr lang="en-US" sz="1500" dirty="0"/>
          </a:p>
        </p:txBody>
      </p:sp>
      <p:sp>
        <p:nvSpPr>
          <p:cNvPr id="5" name="Text 3"/>
          <p:cNvSpPr/>
          <p:nvPr/>
        </p:nvSpPr>
        <p:spPr>
          <a:xfrm>
            <a:off x="762000" y="2190068"/>
            <a:ext cx="5080000" cy="317500"/>
          </a:xfrm>
          <a:prstGeom prst="rect">
            <a:avLst/>
          </a:prstGeom>
          <a:noFill/>
          <a:ln/>
        </p:spPr>
        <p:txBody>
          <a:bodyPr wrap="none" lIns="0" tIns="0" rIns="0" bIns="0" rtlCol="0" anchor="ctr"/>
          <a:lstStyle/>
          <a:p>
            <a:pPr algn="l">
              <a:lnSpc>
                <a:spcPct val="120000"/>
              </a:lnSpc>
            </a:pPr>
            <a:r>
              <a:rPr lang="en-US" sz="1600" b="1" dirty="0">
                <a:solidFill>
                  <a:srgbClr val="1B4F8F"/>
                </a:solidFill>
                <a:latin typeface="Calibri" pitchFamily="34" charset="0"/>
                <a:ea typeface="Calibri" pitchFamily="34" charset="-122"/>
                <a:cs typeface="Calibri" pitchFamily="34" charset="-120"/>
              </a:rPr>
              <a:t>Preprocessing Steps Performed</a:t>
            </a:r>
            <a:endParaRPr lang="en-US" sz="1600" dirty="0"/>
          </a:p>
        </p:txBody>
      </p:sp>
      <p:sp>
        <p:nvSpPr>
          <p:cNvPr id="6" name="Text 4"/>
          <p:cNvSpPr/>
          <p:nvPr/>
        </p:nvSpPr>
        <p:spPr>
          <a:xfrm>
            <a:off x="1036721" y="2609168"/>
            <a:ext cx="5398168" cy="2332681"/>
          </a:xfrm>
          <a:prstGeom prst="rect">
            <a:avLst/>
          </a:prstGeom>
          <a:noFill/>
          <a:ln/>
        </p:spPr>
        <p:txBody>
          <a:bodyPr wrap="square" lIns="0" tIns="0" rIns="0" bIns="0" rtlCol="0" anchor="t"/>
          <a:lstStyle/>
          <a:p>
            <a:pPr algn="l">
              <a:lnSpc>
                <a:spcPct val="160000"/>
              </a:lnSpc>
            </a:pPr>
            <a:r>
              <a:rPr lang="en-US" sz="1500" b="1" dirty="0">
                <a:solidFill>
                  <a:srgbClr val="1B4F8F"/>
                </a:solidFill>
                <a:latin typeface="Calibri" pitchFamily="34" charset="0"/>
                <a:ea typeface="Calibri" pitchFamily="34" charset="-122"/>
                <a:cs typeface="Calibri" pitchFamily="34" charset="-120"/>
              </a:rPr>
              <a:t>1.</a:t>
            </a:r>
            <a:r>
              <a:rPr lang="en-US" sz="1500" dirty="0">
                <a:solidFill>
                  <a:srgbClr val="2D3748"/>
                </a:solidFill>
                <a:latin typeface="Calibri" pitchFamily="34" charset="0"/>
                <a:ea typeface="Calibri" pitchFamily="34" charset="-122"/>
                <a:cs typeface="Calibri" pitchFamily="34" charset="-120"/>
              </a:rPr>
              <a:t> Installed required Python libraries</a:t>
            </a:r>
            <a:endParaRPr lang="en-US" sz="1500" dirty="0"/>
          </a:p>
          <a:p>
            <a:pPr algn="l">
              <a:lnSpc>
                <a:spcPct val="160000"/>
              </a:lnSpc>
            </a:pPr>
            <a:r>
              <a:rPr lang="en-US" sz="1500" b="1" dirty="0">
                <a:solidFill>
                  <a:srgbClr val="1B4F8F"/>
                </a:solidFill>
                <a:latin typeface="Calibri" pitchFamily="34" charset="0"/>
                <a:ea typeface="Calibri" pitchFamily="34" charset="-122"/>
                <a:cs typeface="Calibri" pitchFamily="34" charset="-120"/>
              </a:rPr>
              <a:t>2.</a:t>
            </a:r>
            <a:r>
              <a:rPr lang="en-US" sz="1500" dirty="0">
                <a:solidFill>
                  <a:srgbClr val="2D3748"/>
                </a:solidFill>
                <a:latin typeface="Calibri" pitchFamily="34" charset="0"/>
                <a:ea typeface="Calibri" pitchFamily="34" charset="-122"/>
                <a:cs typeface="Calibri" pitchFamily="34" charset="-120"/>
              </a:rPr>
              <a:t> Imported Pandas, NumPy, SQLAlchemy</a:t>
            </a:r>
            <a:endParaRPr lang="en-US" sz="1500" dirty="0"/>
          </a:p>
          <a:p>
            <a:pPr algn="l">
              <a:lnSpc>
                <a:spcPct val="160000"/>
              </a:lnSpc>
            </a:pPr>
            <a:r>
              <a:rPr lang="en-US" sz="1500" b="1" dirty="0">
                <a:solidFill>
                  <a:srgbClr val="1B4F8F"/>
                </a:solidFill>
                <a:latin typeface="Calibri" pitchFamily="34" charset="0"/>
                <a:ea typeface="Calibri" pitchFamily="34" charset="-122"/>
                <a:cs typeface="Calibri" pitchFamily="34" charset="-120"/>
              </a:rPr>
              <a:t>3.</a:t>
            </a:r>
            <a:r>
              <a:rPr lang="en-US" sz="1500" dirty="0">
                <a:solidFill>
                  <a:srgbClr val="2D3748"/>
                </a:solidFill>
                <a:latin typeface="Calibri" pitchFamily="34" charset="0"/>
                <a:ea typeface="Calibri" pitchFamily="34" charset="-122"/>
                <a:cs typeface="Calibri" pitchFamily="34" charset="-120"/>
              </a:rPr>
              <a:t> Established MySQL database connection</a:t>
            </a:r>
            <a:endParaRPr lang="en-US" sz="1500" dirty="0"/>
          </a:p>
          <a:p>
            <a:pPr algn="l">
              <a:lnSpc>
                <a:spcPct val="160000"/>
              </a:lnSpc>
            </a:pPr>
            <a:r>
              <a:rPr lang="en-US" sz="1500" b="1" dirty="0">
                <a:solidFill>
                  <a:srgbClr val="1B4F8F"/>
                </a:solidFill>
                <a:latin typeface="Calibri" pitchFamily="34" charset="0"/>
                <a:ea typeface="Calibri" pitchFamily="34" charset="-122"/>
                <a:cs typeface="Calibri" pitchFamily="34" charset="-120"/>
              </a:rPr>
              <a:t>4.</a:t>
            </a:r>
            <a:r>
              <a:rPr lang="en-US" sz="1500" dirty="0">
                <a:solidFill>
                  <a:srgbClr val="2D3748"/>
                </a:solidFill>
                <a:latin typeface="Calibri" pitchFamily="34" charset="0"/>
                <a:ea typeface="Calibri" pitchFamily="34" charset="-122"/>
                <a:cs typeface="Calibri" pitchFamily="34" charset="-120"/>
              </a:rPr>
              <a:t> Imported all five tables into DataFrames</a:t>
            </a:r>
            <a:endParaRPr lang="en-US" sz="1500" dirty="0"/>
          </a:p>
          <a:p>
            <a:pPr algn="l">
              <a:lnSpc>
                <a:spcPct val="160000"/>
              </a:lnSpc>
            </a:pPr>
            <a:r>
              <a:rPr lang="en-US" sz="1500" b="1" dirty="0">
                <a:solidFill>
                  <a:srgbClr val="1B4F8F"/>
                </a:solidFill>
                <a:latin typeface="Calibri" pitchFamily="34" charset="0"/>
                <a:ea typeface="Calibri" pitchFamily="34" charset="-122"/>
                <a:cs typeface="Calibri" pitchFamily="34" charset="-120"/>
              </a:rPr>
              <a:t>5.</a:t>
            </a:r>
            <a:r>
              <a:rPr lang="en-US" sz="1500" dirty="0">
                <a:solidFill>
                  <a:srgbClr val="2D3748"/>
                </a:solidFill>
                <a:latin typeface="Calibri" pitchFamily="34" charset="0"/>
                <a:ea typeface="Calibri" pitchFamily="34" charset="-122"/>
                <a:cs typeface="Calibri" pitchFamily="34" charset="-120"/>
              </a:rPr>
              <a:t> Verified dimensions of each table</a:t>
            </a:r>
            <a:endParaRPr lang="en-US" sz="1500" dirty="0"/>
          </a:p>
          <a:p>
            <a:pPr algn="l">
              <a:lnSpc>
                <a:spcPct val="160000"/>
              </a:lnSpc>
            </a:pPr>
            <a:r>
              <a:rPr lang="en-US" sz="1500" b="1" dirty="0">
                <a:solidFill>
                  <a:srgbClr val="1B4F8F"/>
                </a:solidFill>
                <a:latin typeface="Calibri" pitchFamily="34" charset="0"/>
                <a:ea typeface="Calibri" pitchFamily="34" charset="-122"/>
                <a:cs typeface="Calibri" pitchFamily="34" charset="-120"/>
              </a:rPr>
              <a:t>6.</a:t>
            </a:r>
            <a:r>
              <a:rPr lang="en-US" sz="1500" dirty="0">
                <a:solidFill>
                  <a:srgbClr val="2D3748"/>
                </a:solidFill>
                <a:latin typeface="Calibri" pitchFamily="34" charset="0"/>
                <a:ea typeface="Calibri" pitchFamily="34" charset="-122"/>
                <a:cs typeface="Calibri" pitchFamily="34" charset="-120"/>
              </a:rPr>
              <a:t> Verified column names and data types</a:t>
            </a:r>
            <a:endParaRPr lang="en-US" sz="1500" dirty="0"/>
          </a:p>
        </p:txBody>
      </p:sp>
      <p:sp>
        <p:nvSpPr>
          <p:cNvPr id="7" name="Text 5"/>
          <p:cNvSpPr/>
          <p:nvPr/>
        </p:nvSpPr>
        <p:spPr>
          <a:xfrm>
            <a:off x="8318500" y="2609168"/>
            <a:ext cx="5398168" cy="2332681"/>
          </a:xfrm>
          <a:prstGeom prst="rect">
            <a:avLst/>
          </a:prstGeom>
          <a:noFill/>
          <a:ln/>
        </p:spPr>
        <p:txBody>
          <a:bodyPr wrap="square" lIns="0" tIns="0" rIns="0" bIns="0" rtlCol="0" anchor="t"/>
          <a:lstStyle/>
          <a:p>
            <a:pPr algn="l">
              <a:lnSpc>
                <a:spcPct val="160000"/>
              </a:lnSpc>
            </a:pPr>
            <a:r>
              <a:rPr lang="en-US" sz="1500" b="1" dirty="0">
                <a:solidFill>
                  <a:srgbClr val="1B4F8F"/>
                </a:solidFill>
                <a:latin typeface="Calibri" pitchFamily="34" charset="0"/>
                <a:ea typeface="Calibri" pitchFamily="34" charset="-122"/>
                <a:cs typeface="Calibri" pitchFamily="34" charset="-120"/>
              </a:rPr>
              <a:t>7.</a:t>
            </a:r>
            <a:r>
              <a:rPr lang="en-US" sz="1500" dirty="0">
                <a:solidFill>
                  <a:srgbClr val="2D3748"/>
                </a:solidFill>
                <a:latin typeface="Calibri" pitchFamily="34" charset="0"/>
                <a:ea typeface="Calibri" pitchFamily="34" charset="-122"/>
                <a:cs typeface="Calibri" pitchFamily="34" charset="-120"/>
              </a:rPr>
              <a:t> Checked for missing values (independent verification)</a:t>
            </a:r>
            <a:endParaRPr lang="en-US" sz="1500" dirty="0"/>
          </a:p>
          <a:p>
            <a:pPr algn="l">
              <a:lnSpc>
                <a:spcPct val="160000"/>
              </a:lnSpc>
            </a:pPr>
            <a:r>
              <a:rPr lang="en-US" sz="1500" b="1" dirty="0">
                <a:solidFill>
                  <a:srgbClr val="1B4F8F"/>
                </a:solidFill>
                <a:latin typeface="Calibri" pitchFamily="34" charset="0"/>
                <a:ea typeface="Calibri" pitchFamily="34" charset="-122"/>
                <a:cs typeface="Calibri" pitchFamily="34" charset="-120"/>
              </a:rPr>
              <a:t>8.</a:t>
            </a:r>
            <a:r>
              <a:rPr lang="en-US" sz="1500" dirty="0">
                <a:solidFill>
                  <a:srgbClr val="2D3748"/>
                </a:solidFill>
                <a:latin typeface="Calibri" pitchFamily="34" charset="0"/>
                <a:ea typeface="Calibri" pitchFamily="34" charset="-122"/>
                <a:cs typeface="Calibri" pitchFamily="34" charset="-120"/>
              </a:rPr>
              <a:t> Checked for duplicate records</a:t>
            </a:r>
            <a:endParaRPr lang="en-US" sz="1500" dirty="0"/>
          </a:p>
          <a:p>
            <a:pPr algn="l">
              <a:lnSpc>
                <a:spcPct val="160000"/>
              </a:lnSpc>
            </a:pPr>
            <a:r>
              <a:rPr lang="en-US" sz="1500" b="1" dirty="0">
                <a:solidFill>
                  <a:srgbClr val="1B4F8F"/>
                </a:solidFill>
                <a:latin typeface="Calibri" pitchFamily="34" charset="0"/>
                <a:ea typeface="Calibri" pitchFamily="34" charset="-122"/>
                <a:cs typeface="Calibri" pitchFamily="34" charset="-120"/>
              </a:rPr>
              <a:t>9.</a:t>
            </a:r>
            <a:r>
              <a:rPr lang="en-US" sz="1500" dirty="0">
                <a:solidFill>
                  <a:srgbClr val="2D3748"/>
                </a:solidFill>
                <a:latin typeface="Calibri" pitchFamily="34" charset="0"/>
                <a:ea typeface="Calibri" pitchFamily="34" charset="-122"/>
                <a:cs typeface="Calibri" pitchFamily="34" charset="-120"/>
              </a:rPr>
              <a:t> Merged five tables into single master dataset</a:t>
            </a:r>
            <a:endParaRPr lang="en-US" sz="1500" dirty="0"/>
          </a:p>
          <a:p>
            <a:pPr algn="l">
              <a:lnSpc>
                <a:spcPct val="160000"/>
              </a:lnSpc>
            </a:pPr>
            <a:r>
              <a:rPr lang="en-US" sz="1500" b="1" dirty="0">
                <a:solidFill>
                  <a:srgbClr val="1B4F8F"/>
                </a:solidFill>
                <a:latin typeface="Calibri" pitchFamily="34" charset="0"/>
                <a:ea typeface="Calibri" pitchFamily="34" charset="-122"/>
                <a:cs typeface="Calibri" pitchFamily="34" charset="-120"/>
              </a:rPr>
              <a:t>10.</a:t>
            </a:r>
            <a:r>
              <a:rPr lang="en-US" sz="1500" dirty="0">
                <a:solidFill>
                  <a:srgbClr val="2D3748"/>
                </a:solidFill>
                <a:latin typeface="Calibri" pitchFamily="34" charset="0"/>
                <a:ea typeface="Calibri" pitchFamily="34" charset="-122"/>
                <a:cs typeface="Calibri" pitchFamily="34" charset="-120"/>
              </a:rPr>
              <a:t> Used primary/foreign keys for joins</a:t>
            </a:r>
            <a:endParaRPr lang="en-US" sz="1500" dirty="0"/>
          </a:p>
          <a:p>
            <a:pPr algn="l">
              <a:lnSpc>
                <a:spcPct val="160000"/>
              </a:lnSpc>
            </a:pPr>
            <a:r>
              <a:rPr lang="en-US" sz="1500" b="1" dirty="0">
                <a:solidFill>
                  <a:srgbClr val="1B4F8F"/>
                </a:solidFill>
                <a:latin typeface="Calibri" pitchFamily="34" charset="0"/>
                <a:ea typeface="Calibri" pitchFamily="34" charset="-122"/>
                <a:cs typeface="Calibri" pitchFamily="34" charset="-120"/>
              </a:rPr>
              <a:t>11.</a:t>
            </a:r>
            <a:r>
              <a:rPr lang="en-US" sz="1500" dirty="0">
                <a:solidFill>
                  <a:srgbClr val="2D3748"/>
                </a:solidFill>
                <a:latin typeface="Calibri" pitchFamily="34" charset="0"/>
                <a:ea typeface="Calibri" pitchFamily="34" charset="-122"/>
                <a:cs typeface="Calibri" pitchFamily="34" charset="-120"/>
              </a:rPr>
              <a:t> Confirmed merged dataset suitability</a:t>
            </a:r>
            <a:endParaRPr lang="en-US" sz="1500" dirty="0"/>
          </a:p>
          <a:p>
            <a:pPr algn="l">
              <a:lnSpc>
                <a:spcPct val="160000"/>
              </a:lnSpc>
            </a:pPr>
            <a:r>
              <a:rPr lang="en-US" sz="1500" b="1" dirty="0">
                <a:solidFill>
                  <a:srgbClr val="1B4F8F"/>
                </a:solidFill>
                <a:latin typeface="Calibri" pitchFamily="34" charset="0"/>
                <a:ea typeface="Calibri" pitchFamily="34" charset="-122"/>
                <a:cs typeface="Calibri" pitchFamily="34" charset="-120"/>
              </a:rPr>
              <a:t>12.</a:t>
            </a:r>
            <a:r>
              <a:rPr lang="en-US" sz="1500" dirty="0">
                <a:solidFill>
                  <a:srgbClr val="2D3748"/>
                </a:solidFill>
                <a:latin typeface="Calibri" pitchFamily="34" charset="0"/>
                <a:ea typeface="Calibri" pitchFamily="34" charset="-122"/>
                <a:cs typeface="Calibri" pitchFamily="34" charset="-120"/>
              </a:rPr>
              <a:t> Filtered to eval_set = "train"</a:t>
            </a:r>
            <a:endParaRPr lang="en-US" sz="1500" dirty="0"/>
          </a:p>
        </p:txBody>
      </p:sp>
      <p:sp>
        <p:nvSpPr>
          <p:cNvPr id="8" name="Shape 6"/>
          <p:cNvSpPr/>
          <p:nvPr/>
        </p:nvSpPr>
        <p:spPr>
          <a:xfrm>
            <a:off x="762000" y="5505108"/>
            <a:ext cx="14732000" cy="2591824"/>
          </a:xfrm>
          <a:prstGeom prst="rect">
            <a:avLst/>
          </a:prstGeom>
          <a:solidFill>
            <a:srgbClr val="EDF2F7"/>
          </a:solidFill>
          <a:ln/>
        </p:spPr>
        <p:txBody>
          <a:bodyPr/>
          <a:lstStyle/>
          <a:p>
            <a:endParaRPr lang="en-IN"/>
          </a:p>
        </p:txBody>
      </p:sp>
      <p:sp>
        <p:nvSpPr>
          <p:cNvPr id="10" name="Text 8"/>
          <p:cNvSpPr/>
          <p:nvPr/>
        </p:nvSpPr>
        <p:spPr>
          <a:xfrm>
            <a:off x="1036721" y="5673120"/>
            <a:ext cx="5349446" cy="2423812"/>
          </a:xfrm>
          <a:prstGeom prst="rect">
            <a:avLst/>
          </a:prstGeom>
          <a:noFill/>
          <a:ln/>
        </p:spPr>
        <p:txBody>
          <a:bodyPr wrap="square" lIns="0" tIns="0" rIns="0" bIns="0" rtlCol="0" anchor="t"/>
          <a:lstStyle/>
          <a:p>
            <a:r>
              <a:rPr lang="en-US" sz="1400" b="1" dirty="0">
                <a:solidFill>
                  <a:srgbClr val="718096"/>
                </a:solidFill>
                <a:latin typeface="Calibri" pitchFamily="34" charset="0"/>
                <a:ea typeface="Calibri" pitchFamily="34" charset="-122"/>
                <a:cs typeface="Calibri" pitchFamily="34" charset="-120"/>
              </a:rPr>
              <a:t>SAMPLE OF OPERATION LIKE MERGE </a:t>
            </a:r>
            <a:endParaRPr lang="en-US" sz="1400" dirty="0"/>
          </a:p>
          <a:p>
            <a:endParaRPr lang="en-IN" sz="1200" dirty="0">
              <a:solidFill>
                <a:schemeClr val="accent1">
                  <a:lumMod val="75000"/>
                </a:schemeClr>
              </a:solidFill>
            </a:endParaRPr>
          </a:p>
          <a:p>
            <a:endParaRPr lang="en-IN" sz="1400" spc="80" dirty="0"/>
          </a:p>
          <a:p>
            <a:r>
              <a:rPr lang="en-IN" sz="1400" spc="80" dirty="0" err="1"/>
              <a:t>orders_train</a:t>
            </a:r>
            <a:r>
              <a:rPr lang="en-IN" sz="1400" spc="80" dirty="0"/>
              <a:t> = orders[orders["</a:t>
            </a:r>
            <a:r>
              <a:rPr lang="en-IN" sz="1400" spc="80" dirty="0" err="1"/>
              <a:t>eval_set</a:t>
            </a:r>
            <a:r>
              <a:rPr lang="en-IN" sz="1400" spc="80" dirty="0"/>
              <a:t>"] == "train"].copy()</a:t>
            </a:r>
          </a:p>
          <a:p>
            <a:r>
              <a:rPr lang="en-IN" sz="1400" spc="80" dirty="0" err="1"/>
              <a:t>master_df</a:t>
            </a:r>
            <a:r>
              <a:rPr lang="en-IN" sz="1400" spc="80" dirty="0"/>
              <a:t> = (</a:t>
            </a:r>
          </a:p>
          <a:p>
            <a:r>
              <a:rPr lang="en-IN" sz="1400" spc="80" dirty="0"/>
              <a:t>    </a:t>
            </a:r>
            <a:r>
              <a:rPr lang="en-IN" sz="1400" spc="80" dirty="0" err="1"/>
              <a:t>order_products</a:t>
            </a:r>
            <a:endParaRPr lang="en-IN" sz="1400" spc="80" dirty="0"/>
          </a:p>
          <a:p>
            <a:r>
              <a:rPr lang="en-IN" sz="1400" spc="80" dirty="0"/>
              <a:t>    .merge(</a:t>
            </a:r>
            <a:r>
              <a:rPr lang="en-IN" sz="1400" spc="80" dirty="0" err="1"/>
              <a:t>orders_train</a:t>
            </a:r>
            <a:r>
              <a:rPr lang="en-IN" sz="1400" spc="80" dirty="0"/>
              <a:t>, on="</a:t>
            </a:r>
            <a:r>
              <a:rPr lang="en-IN" sz="1400" spc="80" dirty="0" err="1"/>
              <a:t>order_id</a:t>
            </a:r>
            <a:r>
              <a:rPr lang="en-IN" sz="1400" spc="80" dirty="0"/>
              <a:t>", how="inner")</a:t>
            </a:r>
          </a:p>
          <a:p>
            <a:r>
              <a:rPr lang="en-IN" sz="1400" spc="80" dirty="0"/>
              <a:t>    .merge(products, on="</a:t>
            </a:r>
            <a:r>
              <a:rPr lang="en-IN" sz="1400" spc="80" dirty="0" err="1"/>
              <a:t>product_id</a:t>
            </a:r>
            <a:r>
              <a:rPr lang="en-IN" sz="1400" spc="80" dirty="0"/>
              <a:t>", how="left")</a:t>
            </a:r>
          </a:p>
          <a:p>
            <a:r>
              <a:rPr lang="en-IN" sz="1400" spc="80" dirty="0"/>
              <a:t>    .merge(aisles, on="</a:t>
            </a:r>
            <a:r>
              <a:rPr lang="en-IN" sz="1400" spc="80" dirty="0" err="1"/>
              <a:t>aisle_id</a:t>
            </a:r>
            <a:r>
              <a:rPr lang="en-IN" sz="1400" spc="80" dirty="0"/>
              <a:t>", how="left")</a:t>
            </a:r>
          </a:p>
          <a:p>
            <a:r>
              <a:rPr lang="en-IN" sz="1400" spc="80" dirty="0"/>
              <a:t>    .merge(departments, on="</a:t>
            </a:r>
            <a:r>
              <a:rPr lang="en-IN" sz="1400" spc="80" dirty="0" err="1"/>
              <a:t>department_id</a:t>
            </a:r>
            <a:r>
              <a:rPr lang="en-IN" sz="1400" spc="80" dirty="0"/>
              <a:t>", how="left"))</a:t>
            </a:r>
          </a:p>
        </p:txBody>
      </p:sp>
      <p:sp>
        <p:nvSpPr>
          <p:cNvPr id="11" name="Text 9"/>
          <p:cNvSpPr/>
          <p:nvPr/>
        </p:nvSpPr>
        <p:spPr>
          <a:xfrm>
            <a:off x="8318500" y="5907019"/>
            <a:ext cx="6035174" cy="1472642"/>
          </a:xfrm>
          <a:prstGeom prst="rect">
            <a:avLst/>
          </a:prstGeom>
          <a:noFill/>
          <a:ln/>
        </p:spPr>
        <p:txBody>
          <a:bodyPr wrap="square" lIns="0" tIns="0" rIns="0" bIns="0" rtlCol="0" anchor="t"/>
          <a:lstStyle/>
          <a:p>
            <a:pPr algn="just">
              <a:lnSpc>
                <a:spcPct val="150000"/>
              </a:lnSpc>
            </a:pPr>
            <a:r>
              <a:rPr lang="en-US" sz="1500" b="1" dirty="0">
                <a:solidFill>
                  <a:srgbClr val="2D3748"/>
                </a:solidFill>
                <a:latin typeface="Calibri" pitchFamily="34" charset="0"/>
                <a:ea typeface="Calibri" pitchFamily="34" charset="-122"/>
                <a:cs typeface="Calibri" pitchFamily="34" charset="-120"/>
              </a:rPr>
              <a:t>Result:</a:t>
            </a:r>
            <a:r>
              <a:rPr lang="en-US" sz="1500" dirty="0">
                <a:solidFill>
                  <a:srgbClr val="2D3748"/>
                </a:solidFill>
                <a:latin typeface="Calibri" pitchFamily="34" charset="0"/>
                <a:ea typeface="Calibri" pitchFamily="34" charset="-122"/>
                <a:cs typeface="Calibri" pitchFamily="34" charset="-120"/>
              </a:rPr>
              <a:t> The merged dataset (master_df) contains </a:t>
            </a:r>
            <a:r>
              <a:rPr lang="en-US" sz="1500" b="1" dirty="0">
                <a:solidFill>
                  <a:srgbClr val="2D3748"/>
                </a:solidFill>
                <a:latin typeface="Calibri" pitchFamily="34" charset="0"/>
                <a:ea typeface="Calibri" pitchFamily="34" charset="-122"/>
                <a:cs typeface="Calibri" pitchFamily="34" charset="-120"/>
              </a:rPr>
              <a:t>318,051 order-product line items</a:t>
            </a:r>
            <a:r>
              <a:rPr lang="en-US" sz="1500" dirty="0">
                <a:solidFill>
                  <a:srgbClr val="2D3748"/>
                </a:solidFill>
                <a:latin typeface="Calibri" pitchFamily="34" charset="0"/>
                <a:ea typeface="Calibri" pitchFamily="34" charset="-122"/>
                <a:cs typeface="Calibri" pitchFamily="34" charset="-120"/>
              </a:rPr>
              <a:t> across </a:t>
            </a:r>
            <a:r>
              <a:rPr lang="en-US" sz="1500" b="1" dirty="0">
                <a:solidFill>
                  <a:srgbClr val="2D3748"/>
                </a:solidFill>
                <a:latin typeface="Calibri" pitchFamily="34" charset="0"/>
                <a:ea typeface="Calibri" pitchFamily="34" charset="-122"/>
                <a:cs typeface="Calibri" pitchFamily="34" charset="-120"/>
              </a:rPr>
              <a:t>15 columns</a:t>
            </a:r>
            <a:r>
              <a:rPr lang="en-US" sz="1500" dirty="0">
                <a:solidFill>
                  <a:srgbClr val="2D3748"/>
                </a:solidFill>
                <a:latin typeface="Calibri" pitchFamily="34" charset="0"/>
                <a:ea typeface="Calibri" pitchFamily="34" charset="-122"/>
                <a:cs typeface="Calibri" pitchFamily="34" charset="-120"/>
              </a:rPr>
              <a:t>, combining customer, product, aisle, department, and order timing data into a unified analytical base table ready for all 20 business questions.</a:t>
            </a:r>
            <a:endParaRPr lang="en-US" sz="1500" dirty="0"/>
          </a:p>
        </p:txBody>
      </p:sp>
      <p:sp>
        <p:nvSpPr>
          <p:cNvPr id="12" name="Shape 10"/>
          <p:cNvSpPr/>
          <p:nvPr/>
        </p:nvSpPr>
        <p:spPr>
          <a:xfrm>
            <a:off x="762000" y="8763000"/>
            <a:ext cx="14732000" cy="25400"/>
          </a:xfrm>
          <a:prstGeom prst="rect">
            <a:avLst/>
          </a:prstGeom>
          <a:solidFill>
            <a:srgbClr val="1B4F8F"/>
          </a:solidFill>
          <a:ln/>
        </p:spPr>
        <p:txBody>
          <a:bodyPr/>
          <a:lstStyle/>
          <a:p>
            <a:endParaRPr lang="en-IN"/>
          </a:p>
        </p:txBody>
      </p:sp>
      <p:sp>
        <p:nvSpPr>
          <p:cNvPr id="13" name="Text 11"/>
          <p:cNvSpPr/>
          <p:nvPr/>
        </p:nvSpPr>
        <p:spPr>
          <a:xfrm>
            <a:off x="14478000" y="8826500"/>
            <a:ext cx="1016000" cy="254000"/>
          </a:xfrm>
          <a:prstGeom prst="rect">
            <a:avLst/>
          </a:prstGeom>
          <a:noFill/>
          <a:ln/>
        </p:spPr>
        <p:txBody>
          <a:bodyPr wrap="none" lIns="0" tIns="0" rIns="0" bIns="0" rtlCol="0" anchor="ctr"/>
          <a:lstStyle/>
          <a:p>
            <a:pPr algn="r">
              <a:lnSpc>
                <a:spcPct val="120000"/>
              </a:lnSpc>
            </a:pPr>
            <a:r>
              <a:rPr lang="en-US" sz="1200" dirty="0">
                <a:solidFill>
                  <a:srgbClr val="718096"/>
                </a:solidFill>
                <a:latin typeface="Calibri" pitchFamily="34" charset="0"/>
                <a:ea typeface="Calibri" pitchFamily="34" charset="-122"/>
                <a:cs typeface="Calibri" pitchFamily="34" charset="-120"/>
              </a:rPr>
              <a:t>19 / 55</a:t>
            </a:r>
            <a:endParaRPr lang="en-US" sz="1200" dirty="0"/>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62000" y="444500"/>
            <a:ext cx="12700000" cy="444500"/>
          </a:xfrm>
          <a:prstGeom prst="rect">
            <a:avLst/>
          </a:prstGeom>
          <a:noFill/>
          <a:ln/>
        </p:spPr>
        <p:txBody>
          <a:bodyPr wrap="none" lIns="0" tIns="0" rIns="0" bIns="0" rtlCol="0" anchor="ctr"/>
          <a:lstStyle/>
          <a:p>
            <a:pPr algn="l">
              <a:lnSpc>
                <a:spcPct val="130000"/>
              </a:lnSpc>
            </a:pPr>
            <a:r>
              <a:rPr lang="en-US" sz="2400" b="1" dirty="0">
                <a:solidFill>
                  <a:srgbClr val="2D3748"/>
                </a:solidFill>
                <a:latin typeface="Calibri" pitchFamily="34" charset="0"/>
                <a:ea typeface="Calibri" pitchFamily="34" charset="-122"/>
                <a:cs typeface="Calibri" pitchFamily="34" charset="-120"/>
              </a:rPr>
              <a:t>Query 1 — Top 10 Aisles with Highest Number of Products</a:t>
            </a:r>
            <a:endParaRPr lang="en-US" sz="2400" dirty="0"/>
          </a:p>
        </p:txBody>
      </p:sp>
      <p:sp>
        <p:nvSpPr>
          <p:cNvPr id="3" name="Shape 1"/>
          <p:cNvSpPr/>
          <p:nvPr/>
        </p:nvSpPr>
        <p:spPr>
          <a:xfrm>
            <a:off x="762000" y="952500"/>
            <a:ext cx="14732000" cy="25400"/>
          </a:xfrm>
          <a:prstGeom prst="rect">
            <a:avLst/>
          </a:prstGeom>
          <a:solidFill>
            <a:srgbClr val="1B4F8F"/>
          </a:solidFill>
          <a:ln/>
        </p:spPr>
        <p:txBody>
          <a:bodyPr/>
          <a:lstStyle/>
          <a:p>
            <a:endParaRPr lang="en-IN"/>
          </a:p>
        </p:txBody>
      </p:sp>
      <p:sp>
        <p:nvSpPr>
          <p:cNvPr id="4" name="Text 2"/>
          <p:cNvSpPr/>
          <p:nvPr/>
        </p:nvSpPr>
        <p:spPr>
          <a:xfrm>
            <a:off x="762000" y="1079500"/>
            <a:ext cx="14732000" cy="279400"/>
          </a:xfrm>
          <a:prstGeom prst="rect">
            <a:avLst/>
          </a:prstGeom>
          <a:noFill/>
          <a:ln/>
        </p:spPr>
        <p:txBody>
          <a:bodyPr wrap="none" lIns="0" tIns="0" rIns="0" bIns="0" rtlCol="0" anchor="ctr"/>
          <a:lstStyle/>
          <a:p>
            <a:pPr algn="l">
              <a:lnSpc>
                <a:spcPct val="120000"/>
              </a:lnSpc>
            </a:pPr>
            <a:r>
              <a:rPr lang="en-US" sz="1300" dirty="0">
                <a:solidFill>
                  <a:srgbClr val="718096"/>
                </a:solidFill>
                <a:latin typeface="Calibri" pitchFamily="34" charset="0"/>
                <a:ea typeface="Calibri" pitchFamily="34" charset="-122"/>
                <a:cs typeface="Calibri" pitchFamily="34" charset="-120"/>
              </a:rPr>
              <a:t>Objective: Identify aisles with most products | Catalogue &amp; Assortment Objective</a:t>
            </a:r>
            <a:endParaRPr lang="en-US" sz="1300" dirty="0"/>
          </a:p>
        </p:txBody>
      </p:sp>
      <p:graphicFrame>
        <p:nvGraphicFramePr>
          <p:cNvPr id="21" name="Table 0"/>
          <p:cNvGraphicFramePr>
            <a:graphicFrameLocks noGrp="1"/>
          </p:cNvGraphicFramePr>
          <p:nvPr>
            <p:extLst>
              <p:ext uri="{D42A27DB-BD31-4B8C-83A1-F6EECF244321}">
                <p14:modId xmlns:p14="http://schemas.microsoft.com/office/powerpoint/2010/main" val="3110810969"/>
              </p:ext>
            </p:extLst>
          </p:nvPr>
        </p:nvGraphicFramePr>
        <p:xfrm>
          <a:off x="8940800" y="2086811"/>
          <a:ext cx="6553201" cy="3556000"/>
        </p:xfrm>
        <a:graphic>
          <a:graphicData uri="http://schemas.openxmlformats.org/drawingml/2006/table">
            <a:tbl>
              <a:tblPr/>
              <a:tblGrid>
                <a:gridCol w="882162">
                  <a:extLst>
                    <a:ext uri="{9D8B030D-6E8A-4147-A177-3AD203B41FA5}">
                      <a16:colId xmlns:a16="http://schemas.microsoft.com/office/drawing/2014/main" val="20000"/>
                    </a:ext>
                  </a:extLst>
                </a:gridCol>
                <a:gridCol w="3377419">
                  <a:extLst>
                    <a:ext uri="{9D8B030D-6E8A-4147-A177-3AD203B41FA5}">
                      <a16:colId xmlns:a16="http://schemas.microsoft.com/office/drawing/2014/main" val="20001"/>
                    </a:ext>
                  </a:extLst>
                </a:gridCol>
                <a:gridCol w="2293620">
                  <a:extLst>
                    <a:ext uri="{9D8B030D-6E8A-4147-A177-3AD203B41FA5}">
                      <a16:colId xmlns:a16="http://schemas.microsoft.com/office/drawing/2014/main" val="20002"/>
                    </a:ext>
                  </a:extLst>
                </a:gridCol>
              </a:tblGrid>
              <a:tr h="320040">
                <a:tc>
                  <a:txBody>
                    <a:bodyPr/>
                    <a:lstStyle/>
                    <a:p>
                      <a:pPr algn="ctr"/>
                      <a:r>
                        <a:rPr lang="en-US" sz="1400" b="1" dirty="0">
                          <a:solidFill>
                            <a:srgbClr val="FFFFFF"/>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B4F8F"/>
                    </a:solidFill>
                  </a:tcPr>
                </a:tc>
                <a:tc>
                  <a:txBody>
                    <a:bodyPr/>
                    <a:lstStyle/>
                    <a:p>
                      <a:pPr algn="ctr"/>
                      <a:r>
                        <a:rPr lang="en-US" sz="1400" b="1" dirty="0">
                          <a:solidFill>
                            <a:srgbClr val="FFFFFF"/>
                          </a:solidFill>
                          <a:latin typeface="Calibri" pitchFamily="34" charset="0"/>
                          <a:ea typeface="Calibri" pitchFamily="34" charset="-122"/>
                          <a:cs typeface="Calibri" pitchFamily="34" charset="-120"/>
                        </a:rPr>
                        <a:t>Aisle</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B4F8F"/>
                    </a:solidFill>
                  </a:tcPr>
                </a:tc>
                <a:tc>
                  <a:txBody>
                    <a:bodyPr/>
                    <a:lstStyle/>
                    <a:p>
                      <a:pPr algn="ctr"/>
                      <a:r>
                        <a:rPr lang="en-US" sz="1400" b="1" dirty="0">
                          <a:solidFill>
                            <a:srgbClr val="FFFFFF"/>
                          </a:solidFill>
                          <a:latin typeface="Calibri" pitchFamily="34" charset="0"/>
                          <a:ea typeface="Calibri" pitchFamily="34" charset="-122"/>
                          <a:cs typeface="Calibri" pitchFamily="34" charset="-120"/>
                        </a:rPr>
                        <a:t>Total Products</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B4F8F"/>
                    </a:solidFill>
                  </a:tcPr>
                </a:tc>
                <a:extLst>
                  <a:ext uri="{0D108BD9-81ED-4DB2-BD59-A6C34878D82A}">
                    <a16:rowId xmlns:a16="http://schemas.microsoft.com/office/drawing/2014/main" val="10000"/>
                  </a:ext>
                </a:extLst>
              </a:tr>
              <a:tr h="323596">
                <a:tc>
                  <a:txBody>
                    <a:bodyPr/>
                    <a:lstStyle/>
                    <a:p>
                      <a:pPr algn="ctr"/>
                      <a:r>
                        <a:rPr lang="en-US" sz="1400" dirty="0">
                          <a:solidFill>
                            <a:srgbClr val="2D3748"/>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missing</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1,254</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3596">
                <a:tc>
                  <a:txBody>
                    <a:bodyPr/>
                    <a:lstStyle/>
                    <a:p>
                      <a:pPr algn="ctr"/>
                      <a:r>
                        <a:rPr lang="en-US" sz="1400" dirty="0">
                          <a:solidFill>
                            <a:srgbClr val="2D3748"/>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candy chocolate</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1,235</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extLst>
                  <a:ext uri="{0D108BD9-81ED-4DB2-BD59-A6C34878D82A}">
                    <a16:rowId xmlns:a16="http://schemas.microsoft.com/office/drawing/2014/main" val="10002"/>
                  </a:ext>
                </a:extLst>
              </a:tr>
              <a:tr h="323596">
                <a:tc>
                  <a:txBody>
                    <a:bodyPr/>
                    <a:lstStyle/>
                    <a:p>
                      <a:pPr algn="ctr"/>
                      <a:r>
                        <a:rPr lang="en-US" sz="1400" dirty="0">
                          <a:solidFill>
                            <a:srgbClr val="2D3748"/>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ice cream ice</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1,084</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3596">
                <a:tc>
                  <a:txBody>
                    <a:bodyPr/>
                    <a:lstStyle/>
                    <a:p>
                      <a:pPr algn="ctr"/>
                      <a:r>
                        <a:rPr lang="en-US" sz="1400" dirty="0">
                          <a:solidFill>
                            <a:srgbClr val="2D3748"/>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vitamins supplements</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1,030</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extLst>
                  <a:ext uri="{0D108BD9-81ED-4DB2-BD59-A6C34878D82A}">
                    <a16:rowId xmlns:a16="http://schemas.microsoft.com/office/drawing/2014/main" val="10004"/>
                  </a:ext>
                </a:extLst>
              </a:tr>
              <a:tr h="323596">
                <a:tc>
                  <a:txBody>
                    <a:bodyPr/>
                    <a:lstStyle/>
                    <a:p>
                      <a:pPr algn="ctr"/>
                      <a:r>
                        <a:rPr lang="en-US" sz="1400" dirty="0">
                          <a:solidFill>
                            <a:srgbClr val="2D3748"/>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yogurt</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1,023</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23596">
                <a:tc>
                  <a:txBody>
                    <a:bodyPr/>
                    <a:lstStyle/>
                    <a:p>
                      <a:pPr algn="ctr"/>
                      <a:r>
                        <a:rPr lang="en-US" sz="1400" dirty="0">
                          <a:solidFill>
                            <a:srgbClr val="2D3748"/>
                          </a:solidFill>
                          <a:latin typeface="Calibri" pitchFamily="34" charset="0"/>
                          <a:ea typeface="Calibri" pitchFamily="34" charset="-122"/>
                          <a:cs typeface="Calibri" pitchFamily="34" charset="-120"/>
                        </a:rPr>
                        <a:t>6</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chips pretzels</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980</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extLst>
                  <a:ext uri="{0D108BD9-81ED-4DB2-BD59-A6C34878D82A}">
                    <a16:rowId xmlns:a16="http://schemas.microsoft.com/office/drawing/2014/main" val="10006"/>
                  </a:ext>
                </a:extLst>
              </a:tr>
              <a:tr h="323596">
                <a:tc>
                  <a:txBody>
                    <a:bodyPr/>
                    <a:lstStyle/>
                    <a:p>
                      <a:pPr algn="ctr"/>
                      <a:r>
                        <a:rPr lang="en-US" sz="1400" dirty="0">
                          <a:solidFill>
                            <a:srgbClr val="2D3748"/>
                          </a:solidFill>
                          <a:latin typeface="Calibri" pitchFamily="34" charset="0"/>
                          <a:ea typeface="Calibri" pitchFamily="34" charset="-122"/>
                          <a:cs typeface="Calibri" pitchFamily="34" charset="-120"/>
                        </a:rPr>
                        <a:t>7</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packaged cheese</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888</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23596">
                <a:tc>
                  <a:txBody>
                    <a:bodyPr/>
                    <a:lstStyle/>
                    <a:p>
                      <a:pPr algn="ctr"/>
                      <a:r>
                        <a:rPr lang="en-US" sz="1400" dirty="0">
                          <a:solidFill>
                            <a:srgbClr val="2D3748"/>
                          </a:solidFill>
                          <a:latin typeface="Calibri" pitchFamily="34" charset="0"/>
                          <a:ea typeface="Calibri" pitchFamily="34" charset="-122"/>
                          <a:cs typeface="Calibri" pitchFamily="34" charset="-120"/>
                        </a:rPr>
                        <a:t>8</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tea</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887</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extLst>
                  <a:ext uri="{0D108BD9-81ED-4DB2-BD59-A6C34878D82A}">
                    <a16:rowId xmlns:a16="http://schemas.microsoft.com/office/drawing/2014/main" val="10008"/>
                  </a:ext>
                </a:extLst>
              </a:tr>
              <a:tr h="323596">
                <a:tc>
                  <a:txBody>
                    <a:bodyPr/>
                    <a:lstStyle/>
                    <a:p>
                      <a:pPr algn="ctr"/>
                      <a:r>
                        <a:rPr lang="en-US" sz="1400" dirty="0">
                          <a:solidFill>
                            <a:srgbClr val="2D3748"/>
                          </a:solidFill>
                          <a:latin typeface="Calibri" pitchFamily="34" charset="0"/>
                          <a:ea typeface="Calibri" pitchFamily="34" charset="-122"/>
                          <a:cs typeface="Calibri" pitchFamily="34" charset="-120"/>
                        </a:rPr>
                        <a:t>9</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frozen meals</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880</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23596">
                <a:tc>
                  <a:txBody>
                    <a:bodyPr/>
                    <a:lstStyle/>
                    <a:p>
                      <a:pPr algn="ctr"/>
                      <a:r>
                        <a:rPr lang="en-US" sz="1400" dirty="0">
                          <a:solidFill>
                            <a:srgbClr val="2D3748"/>
                          </a:solidFill>
                          <a:latin typeface="Calibri" pitchFamily="34" charset="0"/>
                          <a:ea typeface="Calibri" pitchFamily="34" charset="-122"/>
                          <a:cs typeface="Calibri" pitchFamily="34" charset="-120"/>
                        </a:rPr>
                        <a:t>10</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cookies cakes</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869</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extLst>
                  <a:ext uri="{0D108BD9-81ED-4DB2-BD59-A6C34878D82A}">
                    <a16:rowId xmlns:a16="http://schemas.microsoft.com/office/drawing/2014/main" val="10010"/>
                  </a:ext>
                </a:extLst>
              </a:tr>
            </a:tbl>
          </a:graphicData>
        </a:graphic>
      </p:graphicFrame>
      <p:sp>
        <p:nvSpPr>
          <p:cNvPr id="6" name="Shape 3"/>
          <p:cNvSpPr/>
          <p:nvPr/>
        </p:nvSpPr>
        <p:spPr>
          <a:xfrm>
            <a:off x="756653" y="2035668"/>
            <a:ext cx="6553201" cy="2454779"/>
          </a:xfrm>
          <a:prstGeom prst="rect">
            <a:avLst/>
          </a:prstGeom>
          <a:solidFill>
            <a:srgbClr val="EDF2F7"/>
          </a:solidFill>
          <a:ln/>
        </p:spPr>
        <p:txBody>
          <a:bodyPr/>
          <a:lstStyle/>
          <a:p>
            <a:endParaRPr lang="en-IN" dirty="0"/>
          </a:p>
        </p:txBody>
      </p:sp>
      <p:sp>
        <p:nvSpPr>
          <p:cNvPr id="8" name="Text 5"/>
          <p:cNvSpPr/>
          <p:nvPr/>
        </p:nvSpPr>
        <p:spPr>
          <a:xfrm>
            <a:off x="909053" y="2390270"/>
            <a:ext cx="6184233" cy="2032335"/>
          </a:xfrm>
          <a:prstGeom prst="rect">
            <a:avLst/>
          </a:prstGeom>
          <a:noFill/>
          <a:ln/>
        </p:spPr>
        <p:txBody>
          <a:bodyPr wrap="square" lIns="0" tIns="0" rIns="0" bIns="0" rtlCol="0" anchor="t"/>
          <a:lstStyle/>
          <a:p>
            <a:pPr>
              <a:lnSpc>
                <a:spcPts val="2000"/>
              </a:lnSpc>
            </a:pPr>
            <a:r>
              <a:rPr lang="en-US" sz="1400" spc="80" dirty="0">
                <a:solidFill>
                  <a:srgbClr val="2D3748"/>
                </a:solidFill>
                <a:latin typeface="Calibri" pitchFamily="34" charset="0"/>
                <a:ea typeface="Calibri" pitchFamily="34" charset="-122"/>
                <a:cs typeface="Calibri" pitchFamily="34" charset="-120"/>
              </a:rPr>
              <a:t>q1_top_aisles = (</a:t>
            </a:r>
            <a:endParaRPr lang="en-US" sz="1400" spc="80" dirty="0"/>
          </a:p>
          <a:p>
            <a:pPr algn="l">
              <a:lnSpc>
                <a:spcPts val="2000"/>
              </a:lnSpc>
            </a:pPr>
            <a:r>
              <a:rPr lang="en-US" sz="1400" spc="80" dirty="0">
                <a:solidFill>
                  <a:srgbClr val="2D3748"/>
                </a:solidFill>
                <a:latin typeface="Calibri" pitchFamily="34" charset="0"/>
                <a:ea typeface="Calibri" pitchFamily="34" charset="-122"/>
                <a:cs typeface="Calibri" pitchFamily="34" charset="-120"/>
              </a:rPr>
              <a:t>  products.merge(aisles, on="aisle_id")</a:t>
            </a:r>
            <a:endParaRPr lang="en-US" sz="1400" spc="80" dirty="0"/>
          </a:p>
          <a:p>
            <a:pPr algn="l">
              <a:lnSpc>
                <a:spcPts val="2000"/>
              </a:lnSpc>
            </a:pPr>
            <a:r>
              <a:rPr lang="en-US" sz="1400" spc="80" dirty="0">
                <a:solidFill>
                  <a:srgbClr val="2D3748"/>
                </a:solidFill>
                <a:latin typeface="Calibri" pitchFamily="34" charset="0"/>
                <a:ea typeface="Calibri" pitchFamily="34" charset="-122"/>
                <a:cs typeface="Calibri" pitchFamily="34" charset="-120"/>
              </a:rPr>
              <a:t>  .groupby("aisle", as_index=False)</a:t>
            </a:r>
            <a:endParaRPr lang="en-US" sz="1400" spc="80" dirty="0"/>
          </a:p>
          <a:p>
            <a:pPr algn="l">
              <a:lnSpc>
                <a:spcPts val="2000"/>
              </a:lnSpc>
            </a:pPr>
            <a:r>
              <a:rPr lang="en-US" sz="1400" spc="80" dirty="0">
                <a:solidFill>
                  <a:srgbClr val="2D3748"/>
                </a:solidFill>
                <a:latin typeface="Calibri" pitchFamily="34" charset="0"/>
                <a:ea typeface="Calibri" pitchFamily="34" charset="-122"/>
                <a:cs typeface="Calibri" pitchFamily="34" charset="-120"/>
              </a:rPr>
              <a:t>  .agg(total_products=("product_id","count"))</a:t>
            </a:r>
            <a:endParaRPr lang="en-US" sz="1400" spc="80" dirty="0"/>
          </a:p>
          <a:p>
            <a:pPr>
              <a:lnSpc>
                <a:spcPts val="2000"/>
              </a:lnSpc>
            </a:pPr>
            <a:r>
              <a:rPr lang="en-US" sz="1400" spc="80" dirty="0">
                <a:solidFill>
                  <a:srgbClr val="2D3748"/>
                </a:solidFill>
                <a:latin typeface="Calibri" pitchFamily="34" charset="0"/>
                <a:ea typeface="Calibri" pitchFamily="34" charset="-122"/>
                <a:cs typeface="Calibri" pitchFamily="34" charset="-120"/>
              </a:rPr>
              <a:t>  .sort_values("total_products", ascending=False))</a:t>
            </a:r>
          </a:p>
          <a:p>
            <a:pPr>
              <a:lnSpc>
                <a:spcPts val="2000"/>
              </a:lnSpc>
            </a:pPr>
            <a:br>
              <a:rPr lang="en-US" sz="1400" spc="80" dirty="0">
                <a:solidFill>
                  <a:srgbClr val="2D3748"/>
                </a:solidFill>
                <a:latin typeface="Calibri" pitchFamily="34" charset="0"/>
                <a:ea typeface="Calibri" pitchFamily="34" charset="-122"/>
                <a:cs typeface="Calibri" pitchFamily="34" charset="-120"/>
              </a:rPr>
            </a:br>
            <a:r>
              <a:rPr lang="en-IN" sz="1400" spc="80" dirty="0"/>
              <a:t>#  Verify what "missing" actually means</a:t>
            </a:r>
          </a:p>
          <a:p>
            <a:pPr>
              <a:lnSpc>
                <a:spcPts val="2000"/>
              </a:lnSpc>
            </a:pPr>
            <a:r>
              <a:rPr lang="en-IN" sz="1400" spc="80" dirty="0"/>
              <a:t>    aisles[aisles["aisle"] == "missing"]</a:t>
            </a:r>
          </a:p>
          <a:p>
            <a:pPr algn="l">
              <a:lnSpc>
                <a:spcPts val="2000"/>
              </a:lnSpc>
            </a:pPr>
            <a:endParaRPr lang="en-US" sz="1400" dirty="0">
              <a:solidFill>
                <a:srgbClr val="2D3748"/>
              </a:solidFill>
              <a:latin typeface="Calibri" pitchFamily="34" charset="0"/>
              <a:ea typeface="Calibri" pitchFamily="34" charset="-122"/>
              <a:cs typeface="Calibri" pitchFamily="34" charset="-120"/>
            </a:endParaRPr>
          </a:p>
        </p:txBody>
      </p:sp>
      <p:sp>
        <p:nvSpPr>
          <p:cNvPr id="9" name="Shape 6"/>
          <p:cNvSpPr/>
          <p:nvPr/>
        </p:nvSpPr>
        <p:spPr>
          <a:xfrm>
            <a:off x="756653" y="4490448"/>
            <a:ext cx="6553201" cy="762000"/>
          </a:xfrm>
          <a:prstGeom prst="rect">
            <a:avLst/>
          </a:prstGeom>
          <a:solidFill>
            <a:srgbClr val="FFF3E0"/>
          </a:solidFill>
          <a:ln/>
        </p:spPr>
        <p:txBody>
          <a:bodyPr/>
          <a:lstStyle/>
          <a:p>
            <a:endParaRPr lang="en-IN"/>
          </a:p>
        </p:txBody>
      </p:sp>
      <p:sp>
        <p:nvSpPr>
          <p:cNvPr id="10" name="Text 7"/>
          <p:cNvSpPr/>
          <p:nvPr/>
        </p:nvSpPr>
        <p:spPr>
          <a:xfrm>
            <a:off x="909054" y="4579348"/>
            <a:ext cx="6184232" cy="609600"/>
          </a:xfrm>
          <a:prstGeom prst="rect">
            <a:avLst/>
          </a:prstGeom>
          <a:noFill/>
          <a:ln/>
        </p:spPr>
        <p:txBody>
          <a:bodyPr wrap="square" lIns="0" tIns="0" rIns="0" bIns="0" rtlCol="0" anchor="ctr"/>
          <a:lstStyle/>
          <a:p>
            <a:pPr algn="just">
              <a:lnSpc>
                <a:spcPct val="140000"/>
              </a:lnSpc>
            </a:pPr>
            <a:r>
              <a:rPr lang="en-US" sz="1400" b="1" dirty="0">
                <a:solidFill>
                  <a:srgbClr val="2D3748"/>
                </a:solidFill>
                <a:latin typeface="Calibri" pitchFamily="34" charset="0"/>
                <a:ea typeface="Calibri" pitchFamily="34" charset="-122"/>
                <a:cs typeface="Calibri" pitchFamily="34" charset="-120"/>
              </a:rPr>
              <a:t>Note:</a:t>
            </a:r>
            <a:r>
              <a:rPr lang="en-US" sz="1400" dirty="0">
                <a:solidFill>
                  <a:srgbClr val="2D3748"/>
                </a:solidFill>
                <a:latin typeface="Calibri" pitchFamily="34" charset="0"/>
                <a:ea typeface="Calibri" pitchFamily="34" charset="-122"/>
                <a:cs typeface="Calibri" pitchFamily="34" charset="-120"/>
              </a:rPr>
              <a:t> "missing" (aisle_id=100) is an actual aisle name, not incomplete data. Verified separately.</a:t>
            </a:r>
            <a:endParaRPr lang="en-US" sz="1400" dirty="0"/>
          </a:p>
        </p:txBody>
      </p:sp>
      <p:sp>
        <p:nvSpPr>
          <p:cNvPr id="12" name="Text 9"/>
          <p:cNvSpPr/>
          <p:nvPr/>
        </p:nvSpPr>
        <p:spPr>
          <a:xfrm>
            <a:off x="812800" y="5293893"/>
            <a:ext cx="6502401" cy="1610559"/>
          </a:xfrm>
          <a:prstGeom prst="rect">
            <a:avLst/>
          </a:prstGeom>
          <a:noFill/>
          <a:ln/>
        </p:spPr>
        <p:txBody>
          <a:bodyPr wrap="square" lIns="0" tIns="0" rIns="0" bIns="0" rtlCol="0" anchor="t"/>
          <a:lstStyle/>
          <a:p>
            <a:pPr algn="just">
              <a:lnSpc>
                <a:spcPct val="145000"/>
              </a:lnSpc>
            </a:pPr>
            <a:r>
              <a:rPr lang="en-US" sz="1500" b="1" dirty="0">
                <a:solidFill>
                  <a:srgbClr val="1B4F8F"/>
                </a:solidFill>
                <a:latin typeface="Calibri" pitchFamily="34" charset="0"/>
                <a:ea typeface="Calibri" pitchFamily="34" charset="-122"/>
                <a:cs typeface="Calibri" pitchFamily="34" charset="-120"/>
              </a:rPr>
              <a:t>Interpretation </a:t>
            </a:r>
          </a:p>
          <a:p>
            <a:pPr algn="just">
              <a:lnSpc>
                <a:spcPct val="145000"/>
              </a:lnSpc>
            </a:pPr>
            <a:r>
              <a:rPr lang="en-US" sz="1500" dirty="0">
                <a:solidFill>
                  <a:srgbClr val="2D3748"/>
                </a:solidFill>
                <a:latin typeface="Calibri" pitchFamily="34" charset="0"/>
                <a:ea typeface="Calibri" pitchFamily="34" charset="-122"/>
                <a:cs typeface="Calibri" pitchFamily="34" charset="-120"/>
              </a:rPr>
              <a:t>The "missing" aisle contains the most products (1,254). Candy Chocolate, Ice Cream, Vitamins &amp; Supplements, and Yogurt also have large variety. Distribution indicates certain aisles have significantly broader assortment.</a:t>
            </a:r>
            <a:endParaRPr lang="en-US" sz="1500" dirty="0"/>
          </a:p>
        </p:txBody>
      </p:sp>
      <p:sp>
        <p:nvSpPr>
          <p:cNvPr id="13" name="Shape 10"/>
          <p:cNvSpPr/>
          <p:nvPr/>
        </p:nvSpPr>
        <p:spPr>
          <a:xfrm>
            <a:off x="842879" y="7277100"/>
            <a:ext cx="14651122" cy="1016000"/>
          </a:xfrm>
          <a:prstGeom prst="rect">
            <a:avLst/>
          </a:prstGeom>
          <a:solidFill>
            <a:srgbClr val="EDF2F7"/>
          </a:solidFill>
          <a:ln/>
        </p:spPr>
        <p:txBody>
          <a:bodyPr/>
          <a:lstStyle/>
          <a:p>
            <a:endParaRPr lang="en-IN"/>
          </a:p>
        </p:txBody>
      </p:sp>
      <p:sp>
        <p:nvSpPr>
          <p:cNvPr id="15" name="Text 12"/>
          <p:cNvSpPr/>
          <p:nvPr/>
        </p:nvSpPr>
        <p:spPr>
          <a:xfrm>
            <a:off x="1041400" y="7378700"/>
            <a:ext cx="14287500" cy="825500"/>
          </a:xfrm>
          <a:prstGeom prst="rect">
            <a:avLst/>
          </a:prstGeom>
          <a:noFill/>
          <a:ln/>
        </p:spPr>
        <p:txBody>
          <a:bodyPr wrap="square" lIns="0" tIns="0" rIns="0" bIns="0" rtlCol="0" anchor="ctr"/>
          <a:lstStyle/>
          <a:p>
            <a:pPr algn="l">
              <a:lnSpc>
                <a:spcPct val="150000"/>
              </a:lnSpc>
            </a:pPr>
            <a:r>
              <a:rPr lang="en-US" sz="1500" b="1" dirty="0">
                <a:solidFill>
                  <a:srgbClr val="2D3748"/>
                </a:solidFill>
                <a:latin typeface="Calibri" pitchFamily="34" charset="0"/>
                <a:ea typeface="Calibri" pitchFamily="34" charset="-122"/>
                <a:cs typeface="Calibri" pitchFamily="34" charset="-120"/>
              </a:rPr>
              <a:t>Business Insight:</a:t>
            </a:r>
            <a:r>
              <a:rPr lang="en-US" sz="1500" dirty="0">
                <a:solidFill>
                  <a:srgbClr val="2D3748"/>
                </a:solidFill>
                <a:latin typeface="Calibri" pitchFamily="34" charset="0"/>
                <a:ea typeface="Calibri" pitchFamily="34" charset="-122"/>
                <a:cs typeface="Calibri" pitchFamily="34" charset="-120"/>
              </a:rPr>
              <a:t> Aisles with larger product assortment require improved inventory planning, shelf management, and category organization. High-product aisles should receive greater attention during inventory replenishment and promotional planning.</a:t>
            </a:r>
            <a:endParaRPr lang="en-US" sz="1500" dirty="0"/>
          </a:p>
        </p:txBody>
      </p:sp>
      <p:sp>
        <p:nvSpPr>
          <p:cNvPr id="16" name="Shape 13"/>
          <p:cNvSpPr/>
          <p:nvPr/>
        </p:nvSpPr>
        <p:spPr>
          <a:xfrm>
            <a:off x="762000" y="8763000"/>
            <a:ext cx="14732000" cy="25400"/>
          </a:xfrm>
          <a:prstGeom prst="rect">
            <a:avLst/>
          </a:prstGeom>
          <a:solidFill>
            <a:srgbClr val="1B4F8F"/>
          </a:solidFill>
          <a:ln/>
        </p:spPr>
        <p:txBody>
          <a:bodyPr/>
          <a:lstStyle/>
          <a:p>
            <a:endParaRPr lang="en-IN"/>
          </a:p>
        </p:txBody>
      </p:sp>
      <p:sp>
        <p:nvSpPr>
          <p:cNvPr id="17" name="Text 14"/>
          <p:cNvSpPr/>
          <p:nvPr/>
        </p:nvSpPr>
        <p:spPr>
          <a:xfrm>
            <a:off x="14478000" y="8826500"/>
            <a:ext cx="1016000" cy="254000"/>
          </a:xfrm>
          <a:prstGeom prst="rect">
            <a:avLst/>
          </a:prstGeom>
          <a:noFill/>
          <a:ln/>
        </p:spPr>
        <p:txBody>
          <a:bodyPr wrap="none" lIns="0" tIns="0" rIns="0" bIns="0" rtlCol="0" anchor="ctr"/>
          <a:lstStyle/>
          <a:p>
            <a:pPr algn="r">
              <a:lnSpc>
                <a:spcPct val="120000"/>
              </a:lnSpc>
            </a:pPr>
            <a:r>
              <a:rPr lang="en-US" sz="1200" dirty="0">
                <a:solidFill>
                  <a:srgbClr val="718096"/>
                </a:solidFill>
                <a:latin typeface="Calibri" pitchFamily="34" charset="0"/>
                <a:ea typeface="Calibri" pitchFamily="34" charset="-122"/>
                <a:cs typeface="Calibri" pitchFamily="34" charset="-120"/>
              </a:rPr>
              <a:t>20 / 55</a:t>
            </a:r>
            <a:endParaRPr lang="en-US" sz="1200" dirty="0"/>
          </a:p>
        </p:txBody>
      </p:sp>
      <p:sp>
        <p:nvSpPr>
          <p:cNvPr id="18" name="TextBox 17">
            <a:extLst>
              <a:ext uri="{FF2B5EF4-FFF2-40B4-BE49-F238E27FC236}">
                <a16:creationId xmlns:a16="http://schemas.microsoft.com/office/drawing/2014/main" id="{74566F80-C8DE-DCE7-9E0F-184C5681AC05}"/>
              </a:ext>
            </a:extLst>
          </p:cNvPr>
          <p:cNvSpPr txBox="1"/>
          <p:nvPr/>
        </p:nvSpPr>
        <p:spPr>
          <a:xfrm>
            <a:off x="812800" y="2086811"/>
            <a:ext cx="1851526" cy="307777"/>
          </a:xfrm>
          <a:prstGeom prst="rect">
            <a:avLst/>
          </a:prstGeom>
          <a:noFill/>
        </p:spPr>
        <p:txBody>
          <a:bodyPr wrap="square">
            <a:spAutoFit/>
          </a:bodyPr>
          <a:lstStyle/>
          <a:p>
            <a:r>
              <a:rPr lang="en-US" sz="1400" b="1" dirty="0">
                <a:solidFill>
                  <a:srgbClr val="718096"/>
                </a:solidFill>
                <a:latin typeface="Calibri" pitchFamily="34" charset="0"/>
                <a:ea typeface="Calibri" pitchFamily="34" charset="-122"/>
                <a:cs typeface="Calibri" pitchFamily="34" charset="-120"/>
              </a:rPr>
              <a:t>PYTHON CODE</a:t>
            </a:r>
            <a:endParaRPr lang="en-IN" sz="1400" dirty="0"/>
          </a:p>
        </p:txBody>
      </p:sp>
      <p:sp>
        <p:nvSpPr>
          <p:cNvPr id="20" name="Shape 11">
            <a:extLst>
              <a:ext uri="{FF2B5EF4-FFF2-40B4-BE49-F238E27FC236}">
                <a16:creationId xmlns:a16="http://schemas.microsoft.com/office/drawing/2014/main" id="{EF47F309-F2FC-255D-03F6-3952EE65BDCF}"/>
              </a:ext>
            </a:extLst>
          </p:cNvPr>
          <p:cNvSpPr/>
          <p:nvPr/>
        </p:nvSpPr>
        <p:spPr>
          <a:xfrm>
            <a:off x="842879" y="7277100"/>
            <a:ext cx="50800" cy="1016000"/>
          </a:xfrm>
          <a:prstGeom prst="rect">
            <a:avLst/>
          </a:prstGeom>
          <a:solidFill>
            <a:srgbClr val="1B4F8F"/>
          </a:solidFill>
          <a:ln/>
        </p:spPr>
        <p:txBody>
          <a:bodyPr/>
          <a:lstStyle/>
          <a:p>
            <a:endParaRPr lang="en-IN"/>
          </a:p>
        </p:txBody>
      </p:sp>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60" name="Shape 3">
            <a:extLst>
              <a:ext uri="{FF2B5EF4-FFF2-40B4-BE49-F238E27FC236}">
                <a16:creationId xmlns:a16="http://schemas.microsoft.com/office/drawing/2014/main" id="{43B7FC9C-A542-6ED2-0F52-11A828E03BF9}"/>
              </a:ext>
            </a:extLst>
          </p:cNvPr>
          <p:cNvSpPr/>
          <p:nvPr/>
        </p:nvSpPr>
        <p:spPr>
          <a:xfrm>
            <a:off x="8946148" y="3310190"/>
            <a:ext cx="6547852" cy="1942258"/>
          </a:xfrm>
          <a:prstGeom prst="rect">
            <a:avLst/>
          </a:prstGeom>
          <a:solidFill>
            <a:srgbClr val="EDF2F7"/>
          </a:solidFill>
          <a:ln/>
        </p:spPr>
        <p:txBody>
          <a:bodyPr/>
          <a:lstStyle/>
          <a:p>
            <a:endParaRPr lang="en-IN"/>
          </a:p>
        </p:txBody>
      </p:sp>
      <p:sp>
        <p:nvSpPr>
          <p:cNvPr id="42" name="Shape 3">
            <a:extLst>
              <a:ext uri="{FF2B5EF4-FFF2-40B4-BE49-F238E27FC236}">
                <a16:creationId xmlns:a16="http://schemas.microsoft.com/office/drawing/2014/main" id="{4CD9F96F-197C-A614-4872-F404F839CAB9}"/>
              </a:ext>
            </a:extLst>
          </p:cNvPr>
          <p:cNvSpPr/>
          <p:nvPr/>
        </p:nvSpPr>
        <p:spPr>
          <a:xfrm>
            <a:off x="756653" y="2035668"/>
            <a:ext cx="6553201" cy="3216780"/>
          </a:xfrm>
          <a:prstGeom prst="rect">
            <a:avLst/>
          </a:prstGeom>
          <a:solidFill>
            <a:srgbClr val="EDF2F7"/>
          </a:solidFill>
          <a:ln/>
        </p:spPr>
        <p:txBody>
          <a:bodyPr/>
          <a:lstStyle/>
          <a:p>
            <a:endParaRPr lang="en-IN" dirty="0"/>
          </a:p>
        </p:txBody>
      </p:sp>
      <p:sp>
        <p:nvSpPr>
          <p:cNvPr id="2" name="Text 0"/>
          <p:cNvSpPr/>
          <p:nvPr/>
        </p:nvSpPr>
        <p:spPr>
          <a:xfrm>
            <a:off x="762000" y="444500"/>
            <a:ext cx="11430000" cy="444500"/>
          </a:xfrm>
          <a:prstGeom prst="rect">
            <a:avLst/>
          </a:prstGeom>
          <a:noFill/>
          <a:ln/>
        </p:spPr>
        <p:txBody>
          <a:bodyPr wrap="none" lIns="0" tIns="0" rIns="0" bIns="0" rtlCol="0" anchor="ctr"/>
          <a:lstStyle/>
          <a:p>
            <a:pPr algn="l">
              <a:lnSpc>
                <a:spcPct val="130000"/>
              </a:lnSpc>
            </a:pPr>
            <a:r>
              <a:rPr lang="en-US" sz="2400" b="1" dirty="0">
                <a:solidFill>
                  <a:srgbClr val="2D3748"/>
                </a:solidFill>
                <a:latin typeface="Calibri" pitchFamily="34" charset="0"/>
                <a:ea typeface="Calibri" pitchFamily="34" charset="-122"/>
                <a:cs typeface="Calibri" pitchFamily="34" charset="-120"/>
              </a:rPr>
              <a:t>Query 2 — Total Number of Unique Departments</a:t>
            </a:r>
            <a:endParaRPr lang="en-US" sz="2400" dirty="0"/>
          </a:p>
        </p:txBody>
      </p:sp>
      <p:sp>
        <p:nvSpPr>
          <p:cNvPr id="3" name="Shape 1"/>
          <p:cNvSpPr/>
          <p:nvPr/>
        </p:nvSpPr>
        <p:spPr>
          <a:xfrm>
            <a:off x="762000" y="952500"/>
            <a:ext cx="14732000" cy="25400"/>
          </a:xfrm>
          <a:prstGeom prst="rect">
            <a:avLst/>
          </a:prstGeom>
          <a:solidFill>
            <a:srgbClr val="1B4F8F"/>
          </a:solidFill>
          <a:ln/>
        </p:spPr>
        <p:txBody>
          <a:bodyPr/>
          <a:lstStyle/>
          <a:p>
            <a:endParaRPr lang="en-IN"/>
          </a:p>
        </p:txBody>
      </p:sp>
      <p:sp>
        <p:nvSpPr>
          <p:cNvPr id="4" name="Text 2"/>
          <p:cNvSpPr/>
          <p:nvPr/>
        </p:nvSpPr>
        <p:spPr>
          <a:xfrm>
            <a:off x="762000" y="1079500"/>
            <a:ext cx="14732000" cy="279400"/>
          </a:xfrm>
          <a:prstGeom prst="rect">
            <a:avLst/>
          </a:prstGeom>
          <a:noFill/>
          <a:ln/>
        </p:spPr>
        <p:txBody>
          <a:bodyPr wrap="none" lIns="0" tIns="0" rIns="0" bIns="0" rtlCol="0" anchor="ctr"/>
          <a:lstStyle/>
          <a:p>
            <a:pPr algn="l">
              <a:lnSpc>
                <a:spcPct val="120000"/>
              </a:lnSpc>
            </a:pPr>
            <a:r>
              <a:rPr lang="en-US" sz="1300" dirty="0">
                <a:solidFill>
                  <a:srgbClr val="718096"/>
                </a:solidFill>
                <a:latin typeface="Calibri" pitchFamily="34" charset="0"/>
                <a:ea typeface="Calibri" pitchFamily="34" charset="-122"/>
                <a:cs typeface="Calibri" pitchFamily="34" charset="-120"/>
              </a:rPr>
              <a:t>Objective: Determine total unique departments | Catalogue &amp; Assortment Objective</a:t>
            </a:r>
            <a:endParaRPr lang="en-US" sz="1300" dirty="0"/>
          </a:p>
        </p:txBody>
      </p:sp>
      <p:sp>
        <p:nvSpPr>
          <p:cNvPr id="6" name="Text 4"/>
          <p:cNvSpPr/>
          <p:nvPr/>
        </p:nvSpPr>
        <p:spPr>
          <a:xfrm>
            <a:off x="9969500" y="3662952"/>
            <a:ext cx="4445000" cy="825500"/>
          </a:xfrm>
          <a:prstGeom prst="rect">
            <a:avLst/>
          </a:prstGeom>
          <a:noFill/>
          <a:ln/>
        </p:spPr>
        <p:txBody>
          <a:bodyPr wrap="none" lIns="0" tIns="0" rIns="0" bIns="0" rtlCol="0" anchor="ctr"/>
          <a:lstStyle/>
          <a:p>
            <a:pPr algn="ctr">
              <a:lnSpc>
                <a:spcPct val="120000"/>
              </a:lnSpc>
            </a:pPr>
            <a:r>
              <a:rPr lang="en-US" sz="5600" b="1" dirty="0">
                <a:solidFill>
                  <a:srgbClr val="1B4F8F"/>
                </a:solidFill>
                <a:latin typeface="Calibri" pitchFamily="34" charset="0"/>
                <a:ea typeface="Calibri" pitchFamily="34" charset="-122"/>
                <a:cs typeface="Calibri" pitchFamily="34" charset="-120"/>
              </a:rPr>
              <a:t>21</a:t>
            </a:r>
            <a:endParaRPr lang="en-US" sz="5600" dirty="0"/>
          </a:p>
        </p:txBody>
      </p:sp>
      <p:sp>
        <p:nvSpPr>
          <p:cNvPr id="7" name="Text 5"/>
          <p:cNvSpPr/>
          <p:nvPr/>
        </p:nvSpPr>
        <p:spPr>
          <a:xfrm>
            <a:off x="9969500" y="4551952"/>
            <a:ext cx="4445000" cy="381000"/>
          </a:xfrm>
          <a:prstGeom prst="rect">
            <a:avLst/>
          </a:prstGeom>
          <a:noFill/>
          <a:ln/>
        </p:spPr>
        <p:txBody>
          <a:bodyPr wrap="none" lIns="0" tIns="0" rIns="0" bIns="0" rtlCol="0" anchor="ctr"/>
          <a:lstStyle/>
          <a:p>
            <a:pPr algn="ctr">
              <a:lnSpc>
                <a:spcPct val="120000"/>
              </a:lnSpc>
            </a:pPr>
            <a:r>
              <a:rPr lang="en-US" sz="1600" dirty="0">
                <a:solidFill>
                  <a:srgbClr val="718096"/>
                </a:solidFill>
                <a:latin typeface="Calibri" pitchFamily="34" charset="0"/>
                <a:ea typeface="Calibri" pitchFamily="34" charset="-122"/>
                <a:cs typeface="Calibri" pitchFamily="34" charset="-120"/>
              </a:rPr>
              <a:t>Unique Departments</a:t>
            </a:r>
            <a:endParaRPr lang="en-US" sz="1600" dirty="0"/>
          </a:p>
        </p:txBody>
      </p:sp>
      <p:sp>
        <p:nvSpPr>
          <p:cNvPr id="17" name="Shape 15"/>
          <p:cNvSpPr/>
          <p:nvPr/>
        </p:nvSpPr>
        <p:spPr>
          <a:xfrm>
            <a:off x="762000" y="8763000"/>
            <a:ext cx="14732000" cy="25400"/>
          </a:xfrm>
          <a:prstGeom prst="rect">
            <a:avLst/>
          </a:prstGeom>
          <a:solidFill>
            <a:srgbClr val="1B4F8F"/>
          </a:solidFill>
          <a:ln/>
        </p:spPr>
        <p:txBody>
          <a:bodyPr/>
          <a:lstStyle/>
          <a:p>
            <a:endParaRPr lang="en-IN"/>
          </a:p>
        </p:txBody>
      </p:sp>
      <p:sp>
        <p:nvSpPr>
          <p:cNvPr id="18" name="Text 16"/>
          <p:cNvSpPr/>
          <p:nvPr/>
        </p:nvSpPr>
        <p:spPr>
          <a:xfrm>
            <a:off x="14478000" y="8826500"/>
            <a:ext cx="1016000" cy="254000"/>
          </a:xfrm>
          <a:prstGeom prst="rect">
            <a:avLst/>
          </a:prstGeom>
          <a:noFill/>
          <a:ln/>
        </p:spPr>
        <p:txBody>
          <a:bodyPr wrap="none" lIns="0" tIns="0" rIns="0" bIns="0" rtlCol="0" anchor="ctr"/>
          <a:lstStyle/>
          <a:p>
            <a:pPr algn="r">
              <a:lnSpc>
                <a:spcPct val="120000"/>
              </a:lnSpc>
            </a:pPr>
            <a:r>
              <a:rPr lang="en-US" sz="1200" dirty="0">
                <a:solidFill>
                  <a:srgbClr val="718096"/>
                </a:solidFill>
                <a:latin typeface="Calibri" pitchFamily="34" charset="0"/>
                <a:ea typeface="Calibri" pitchFamily="34" charset="-122"/>
                <a:cs typeface="Calibri" pitchFamily="34" charset="-120"/>
              </a:rPr>
              <a:t>21 / 55</a:t>
            </a:r>
            <a:endParaRPr lang="en-US" sz="1200" dirty="0"/>
          </a:p>
        </p:txBody>
      </p:sp>
      <p:sp>
        <p:nvSpPr>
          <p:cNvPr id="20" name="TextBox 19">
            <a:extLst>
              <a:ext uri="{FF2B5EF4-FFF2-40B4-BE49-F238E27FC236}">
                <a16:creationId xmlns:a16="http://schemas.microsoft.com/office/drawing/2014/main" id="{F14FFEE0-E87E-E7B5-25CF-99D898864E8B}"/>
              </a:ext>
            </a:extLst>
          </p:cNvPr>
          <p:cNvSpPr txBox="1"/>
          <p:nvPr/>
        </p:nvSpPr>
        <p:spPr>
          <a:xfrm>
            <a:off x="8577497" y="5581990"/>
            <a:ext cx="6751403" cy="1127040"/>
          </a:xfrm>
          <a:prstGeom prst="rect">
            <a:avLst/>
          </a:prstGeom>
          <a:noFill/>
        </p:spPr>
        <p:txBody>
          <a:bodyPr wrap="square">
            <a:spAutoFit/>
          </a:bodyPr>
          <a:lstStyle/>
          <a:p>
            <a:pPr algn="just">
              <a:lnSpc>
                <a:spcPct val="155000"/>
              </a:lnSpc>
            </a:pPr>
            <a:r>
              <a:rPr lang="en-US" sz="1500" b="1" dirty="0">
                <a:solidFill>
                  <a:srgbClr val="2D3748"/>
                </a:solidFill>
                <a:latin typeface="Calibri" pitchFamily="34" charset="0"/>
                <a:ea typeface="Calibri" pitchFamily="34" charset="-122"/>
                <a:cs typeface="Calibri" pitchFamily="34" charset="-120"/>
              </a:rPr>
              <a:t>All 21 Departments:</a:t>
            </a:r>
            <a:r>
              <a:rPr lang="en-US" sz="1500" dirty="0">
                <a:solidFill>
                  <a:srgbClr val="2D3748"/>
                </a:solidFill>
                <a:latin typeface="Calibri" pitchFamily="34" charset="0"/>
                <a:ea typeface="Calibri" pitchFamily="34" charset="-122"/>
                <a:cs typeface="Calibri" pitchFamily="34" charset="-120"/>
              </a:rPr>
              <a:t> produce, dairy eggs, snacks, beverages, frozen, pantry, household, bakery, canned goods, dry goods pasta, deli, personal care, meat seafood, breakfast, international, missing, babies, alcohol, pets, other, bulk</a:t>
            </a:r>
            <a:endParaRPr lang="en-US" sz="1500" dirty="0"/>
          </a:p>
        </p:txBody>
      </p:sp>
      <p:sp>
        <p:nvSpPr>
          <p:cNvPr id="34" name="Text 9">
            <a:extLst>
              <a:ext uri="{FF2B5EF4-FFF2-40B4-BE49-F238E27FC236}">
                <a16:creationId xmlns:a16="http://schemas.microsoft.com/office/drawing/2014/main" id="{9631A690-BBBC-F91D-6E63-45560BFC5C92}"/>
              </a:ext>
            </a:extLst>
          </p:cNvPr>
          <p:cNvSpPr/>
          <p:nvPr/>
        </p:nvSpPr>
        <p:spPr>
          <a:xfrm>
            <a:off x="812800" y="5293893"/>
            <a:ext cx="6502401" cy="1610559"/>
          </a:xfrm>
          <a:prstGeom prst="rect">
            <a:avLst/>
          </a:prstGeom>
          <a:noFill/>
          <a:ln/>
        </p:spPr>
        <p:txBody>
          <a:bodyPr wrap="square" lIns="0" tIns="0" rIns="0" bIns="0" rtlCol="0" anchor="t"/>
          <a:lstStyle/>
          <a:p>
            <a:pPr algn="just">
              <a:lnSpc>
                <a:spcPct val="145000"/>
              </a:lnSpc>
            </a:pPr>
            <a:r>
              <a:rPr lang="en-US" sz="1500" b="1" dirty="0">
                <a:solidFill>
                  <a:srgbClr val="1B4F8F"/>
                </a:solidFill>
                <a:latin typeface="Calibri" pitchFamily="34" charset="0"/>
                <a:ea typeface="Calibri" pitchFamily="34" charset="-122"/>
                <a:cs typeface="Calibri" pitchFamily="34" charset="-120"/>
              </a:rPr>
              <a:t>Interpretation </a:t>
            </a:r>
          </a:p>
          <a:p>
            <a:pPr algn="just">
              <a:lnSpc>
                <a:spcPct val="155000"/>
              </a:lnSpc>
            </a:pPr>
            <a:r>
              <a:rPr lang="en-US" sz="1500" dirty="0">
                <a:solidFill>
                  <a:srgbClr val="2D3748"/>
                </a:solidFill>
                <a:latin typeface="Calibri" pitchFamily="34" charset="0"/>
                <a:ea typeface="Calibri" pitchFamily="34" charset="-122"/>
                <a:cs typeface="Calibri" pitchFamily="34" charset="-120"/>
              </a:rPr>
              <a:t>The dataset contains </a:t>
            </a:r>
            <a:r>
              <a:rPr lang="en-US" sz="1500" b="1" dirty="0">
                <a:solidFill>
                  <a:srgbClr val="2D3748"/>
                </a:solidFill>
                <a:latin typeface="Calibri" pitchFamily="34" charset="0"/>
                <a:ea typeface="Calibri" pitchFamily="34" charset="-122"/>
                <a:cs typeface="Calibri" pitchFamily="34" charset="-120"/>
              </a:rPr>
              <a:t>21 unique departments</a:t>
            </a:r>
            <a:r>
              <a:rPr lang="en-US" sz="1500" dirty="0">
                <a:solidFill>
                  <a:srgbClr val="2D3748"/>
                </a:solidFill>
                <a:latin typeface="Calibri" pitchFamily="34" charset="0"/>
                <a:ea typeface="Calibri" pitchFamily="34" charset="-122"/>
                <a:cs typeface="Calibri" pitchFamily="34" charset="-120"/>
              </a:rPr>
              <a:t>, representing major product categories. Each department groups products with similar characteristics, making inventory organization and performance analysis easier. This confirms the store offers a wide variety of categories.</a:t>
            </a:r>
          </a:p>
        </p:txBody>
      </p:sp>
      <p:sp>
        <p:nvSpPr>
          <p:cNvPr id="36" name="Shape 10">
            <a:extLst>
              <a:ext uri="{FF2B5EF4-FFF2-40B4-BE49-F238E27FC236}">
                <a16:creationId xmlns:a16="http://schemas.microsoft.com/office/drawing/2014/main" id="{00C40BCE-D57E-23AC-11F3-230DCD8F9245}"/>
              </a:ext>
            </a:extLst>
          </p:cNvPr>
          <p:cNvSpPr/>
          <p:nvPr/>
        </p:nvSpPr>
        <p:spPr>
          <a:xfrm>
            <a:off x="842879" y="7277100"/>
            <a:ext cx="14651122" cy="1016000"/>
          </a:xfrm>
          <a:prstGeom prst="rect">
            <a:avLst/>
          </a:prstGeom>
          <a:solidFill>
            <a:srgbClr val="EDF2F7"/>
          </a:solidFill>
          <a:ln/>
        </p:spPr>
        <p:txBody>
          <a:bodyPr/>
          <a:lstStyle/>
          <a:p>
            <a:endParaRPr lang="en-IN"/>
          </a:p>
        </p:txBody>
      </p:sp>
      <p:sp>
        <p:nvSpPr>
          <p:cNvPr id="40" name="Text 12">
            <a:extLst>
              <a:ext uri="{FF2B5EF4-FFF2-40B4-BE49-F238E27FC236}">
                <a16:creationId xmlns:a16="http://schemas.microsoft.com/office/drawing/2014/main" id="{BD6C3E1B-ECA4-9FEF-8B9E-E690D90982A3}"/>
              </a:ext>
            </a:extLst>
          </p:cNvPr>
          <p:cNvSpPr/>
          <p:nvPr/>
        </p:nvSpPr>
        <p:spPr>
          <a:xfrm>
            <a:off x="1041400" y="7378700"/>
            <a:ext cx="14287500" cy="825500"/>
          </a:xfrm>
          <a:prstGeom prst="rect">
            <a:avLst/>
          </a:prstGeom>
          <a:noFill/>
          <a:ln/>
        </p:spPr>
        <p:txBody>
          <a:bodyPr wrap="square" lIns="0" tIns="0" rIns="0" bIns="0" rtlCol="0" anchor="ctr"/>
          <a:lstStyle/>
          <a:p>
            <a:pPr>
              <a:lnSpc>
                <a:spcPct val="150000"/>
              </a:lnSpc>
            </a:pPr>
            <a:r>
              <a:rPr lang="en-US" sz="1500" b="1" dirty="0">
                <a:solidFill>
                  <a:srgbClr val="2D3748"/>
                </a:solidFill>
                <a:latin typeface="Calibri" pitchFamily="34" charset="0"/>
                <a:ea typeface="Calibri" pitchFamily="34" charset="-122"/>
                <a:cs typeface="Calibri" pitchFamily="34" charset="-120"/>
              </a:rPr>
              <a:t>Business Insight:</a:t>
            </a:r>
            <a:r>
              <a:rPr lang="en-US" sz="1500" dirty="0">
                <a:solidFill>
                  <a:srgbClr val="2D3748"/>
                </a:solidFill>
                <a:latin typeface="Calibri" pitchFamily="34" charset="0"/>
                <a:ea typeface="Calibri" pitchFamily="34" charset="-122"/>
                <a:cs typeface="Calibri" pitchFamily="34" charset="-120"/>
              </a:rPr>
              <a:t> The presence of 21 departments indicates a diverse product portfolio. Department-level analysis can help management identify high-performing and low-performing categories, optimize inventory allocation, and design targeted marketing strategies for different customer segments.</a:t>
            </a:r>
            <a:endParaRPr lang="en-US" sz="1500" dirty="0"/>
          </a:p>
        </p:txBody>
      </p:sp>
      <p:sp>
        <p:nvSpPr>
          <p:cNvPr id="54" name="TextBox 53">
            <a:extLst>
              <a:ext uri="{FF2B5EF4-FFF2-40B4-BE49-F238E27FC236}">
                <a16:creationId xmlns:a16="http://schemas.microsoft.com/office/drawing/2014/main" id="{73DE81C6-7610-B648-AABB-6136967AD137}"/>
              </a:ext>
            </a:extLst>
          </p:cNvPr>
          <p:cNvSpPr txBox="1"/>
          <p:nvPr/>
        </p:nvSpPr>
        <p:spPr>
          <a:xfrm>
            <a:off x="812800" y="2086811"/>
            <a:ext cx="1851526" cy="307777"/>
          </a:xfrm>
          <a:prstGeom prst="rect">
            <a:avLst/>
          </a:prstGeom>
          <a:noFill/>
        </p:spPr>
        <p:txBody>
          <a:bodyPr wrap="square">
            <a:spAutoFit/>
          </a:bodyPr>
          <a:lstStyle/>
          <a:p>
            <a:r>
              <a:rPr lang="en-US" sz="1400" b="1" dirty="0">
                <a:solidFill>
                  <a:srgbClr val="718096"/>
                </a:solidFill>
                <a:latin typeface="Calibri" pitchFamily="34" charset="0"/>
                <a:ea typeface="Calibri" pitchFamily="34" charset="-122"/>
                <a:cs typeface="Calibri" pitchFamily="34" charset="-120"/>
              </a:rPr>
              <a:t>PYTHON CODE</a:t>
            </a:r>
            <a:endParaRPr lang="en-IN" sz="1400" dirty="0"/>
          </a:p>
        </p:txBody>
      </p:sp>
      <p:sp>
        <p:nvSpPr>
          <p:cNvPr id="56" name="Text 5">
            <a:extLst>
              <a:ext uri="{FF2B5EF4-FFF2-40B4-BE49-F238E27FC236}">
                <a16:creationId xmlns:a16="http://schemas.microsoft.com/office/drawing/2014/main" id="{C7359F60-F900-1BDA-F18D-1A40C3FEC528}"/>
              </a:ext>
            </a:extLst>
          </p:cNvPr>
          <p:cNvSpPr/>
          <p:nvPr/>
        </p:nvSpPr>
        <p:spPr>
          <a:xfrm>
            <a:off x="909053" y="2390270"/>
            <a:ext cx="6184233" cy="2032335"/>
          </a:xfrm>
          <a:prstGeom prst="rect">
            <a:avLst/>
          </a:prstGeom>
          <a:noFill/>
          <a:ln/>
        </p:spPr>
        <p:txBody>
          <a:bodyPr wrap="square" lIns="0" tIns="0" rIns="0" bIns="0" rtlCol="0" anchor="t"/>
          <a:lstStyle/>
          <a:p>
            <a:pPr>
              <a:lnSpc>
                <a:spcPct val="150000"/>
              </a:lnSpc>
            </a:pPr>
            <a:r>
              <a:rPr lang="en-US" sz="1400" spc="80" dirty="0">
                <a:solidFill>
                  <a:srgbClr val="2D3748"/>
                </a:solidFill>
                <a:latin typeface="Calibri" pitchFamily="34" charset="0"/>
                <a:ea typeface="Calibri" pitchFamily="34" charset="-122"/>
                <a:cs typeface="Calibri" pitchFamily="34" charset="-120"/>
              </a:rPr>
              <a:t>q2_department_count = departments["department"].</a:t>
            </a:r>
            <a:r>
              <a:rPr lang="en-US" sz="1400" spc="80" dirty="0" err="1">
                <a:solidFill>
                  <a:srgbClr val="2D3748"/>
                </a:solidFill>
                <a:latin typeface="Calibri" pitchFamily="34" charset="0"/>
                <a:ea typeface="Calibri" pitchFamily="34" charset="-122"/>
                <a:cs typeface="Calibri" pitchFamily="34" charset="-120"/>
              </a:rPr>
              <a:t>nunique</a:t>
            </a:r>
            <a:r>
              <a:rPr lang="en-US" sz="1400" spc="80" dirty="0">
                <a:solidFill>
                  <a:srgbClr val="2D3748"/>
                </a:solidFill>
                <a:latin typeface="Calibri" pitchFamily="34" charset="0"/>
                <a:ea typeface="Calibri" pitchFamily="34" charset="-122"/>
                <a:cs typeface="Calibri" pitchFamily="34" charset="-120"/>
              </a:rPr>
              <a:t>()</a:t>
            </a:r>
            <a:endParaRPr lang="en-US" sz="1400" spc="80" dirty="0"/>
          </a:p>
          <a:p>
            <a:pPr>
              <a:lnSpc>
                <a:spcPct val="150000"/>
              </a:lnSpc>
            </a:pPr>
            <a:r>
              <a:rPr lang="en-US" sz="1400" spc="80" dirty="0">
                <a:solidFill>
                  <a:srgbClr val="2D3748"/>
                </a:solidFill>
                <a:latin typeface="Calibri" pitchFamily="34" charset="0"/>
                <a:ea typeface="Calibri" pitchFamily="34" charset="-122"/>
                <a:cs typeface="Calibri" pitchFamily="34" charset="-120"/>
              </a:rPr>
              <a:t>print(</a:t>
            </a:r>
            <a:r>
              <a:rPr lang="en-US" sz="1400" spc="80" dirty="0" err="1">
                <a:solidFill>
                  <a:srgbClr val="2D3748"/>
                </a:solidFill>
                <a:latin typeface="Calibri" pitchFamily="34" charset="0"/>
                <a:ea typeface="Calibri" pitchFamily="34" charset="-122"/>
                <a:cs typeface="Calibri" pitchFamily="34" charset="-120"/>
              </a:rPr>
              <a:t>f"Total</a:t>
            </a:r>
            <a:r>
              <a:rPr lang="en-US" sz="1400" spc="80" dirty="0">
                <a:solidFill>
                  <a:srgbClr val="2D3748"/>
                </a:solidFill>
                <a:latin typeface="Calibri" pitchFamily="34" charset="0"/>
                <a:ea typeface="Calibri" pitchFamily="34" charset="-122"/>
                <a:cs typeface="Calibri" pitchFamily="34" charset="-120"/>
              </a:rPr>
              <a:t> Unique Departments: {q2_department_count}")</a:t>
            </a:r>
          </a:p>
          <a:p>
            <a:pPr>
              <a:lnSpc>
                <a:spcPct val="150000"/>
              </a:lnSpc>
            </a:pPr>
            <a:endParaRPr lang="en-US" sz="1400" spc="80" dirty="0"/>
          </a:p>
          <a:p>
            <a:pPr>
              <a:lnSpc>
                <a:spcPct val="150000"/>
              </a:lnSpc>
            </a:pPr>
            <a:r>
              <a:rPr lang="en-US" sz="1400" spc="80" dirty="0">
                <a:solidFill>
                  <a:srgbClr val="1B4F8F"/>
                </a:solidFill>
                <a:latin typeface="Calibri" pitchFamily="34" charset="0"/>
                <a:ea typeface="Calibri" pitchFamily="34" charset="-122"/>
                <a:cs typeface="Calibri" pitchFamily="34" charset="-120"/>
              </a:rPr>
              <a:t># Output: Total Unique Departments: 21</a:t>
            </a:r>
            <a:endParaRPr lang="en-US" sz="1400" spc="80" dirty="0"/>
          </a:p>
          <a:p>
            <a:pPr algn="l">
              <a:lnSpc>
                <a:spcPts val="2000"/>
              </a:lnSpc>
            </a:pPr>
            <a:endParaRPr lang="en-US" sz="1400" dirty="0">
              <a:solidFill>
                <a:srgbClr val="2D3748"/>
              </a:solidFill>
              <a:latin typeface="Calibri" pitchFamily="34" charset="0"/>
              <a:ea typeface="Calibri" pitchFamily="34" charset="-122"/>
              <a:cs typeface="Calibri" pitchFamily="34" charset="-120"/>
            </a:endParaRPr>
          </a:p>
        </p:txBody>
      </p:sp>
      <p:sp>
        <p:nvSpPr>
          <p:cNvPr id="58" name="Shape 11">
            <a:extLst>
              <a:ext uri="{FF2B5EF4-FFF2-40B4-BE49-F238E27FC236}">
                <a16:creationId xmlns:a16="http://schemas.microsoft.com/office/drawing/2014/main" id="{DEA6E215-2287-4C0D-66CF-421F4641CCCC}"/>
              </a:ext>
            </a:extLst>
          </p:cNvPr>
          <p:cNvSpPr/>
          <p:nvPr/>
        </p:nvSpPr>
        <p:spPr>
          <a:xfrm>
            <a:off x="842879" y="7277100"/>
            <a:ext cx="50800" cy="1016000"/>
          </a:xfrm>
          <a:prstGeom prst="rect">
            <a:avLst/>
          </a:prstGeom>
          <a:solidFill>
            <a:srgbClr val="1B4F8F"/>
          </a:solidFill>
          <a:ln/>
        </p:spPr>
        <p:txBody>
          <a:bodyPr/>
          <a:lstStyle/>
          <a:p>
            <a:endParaRPr lang="en-IN"/>
          </a:p>
        </p:txBody>
      </p:sp>
    </p:spTree>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62000" y="444500"/>
            <a:ext cx="12700000" cy="444500"/>
          </a:xfrm>
          <a:prstGeom prst="rect">
            <a:avLst/>
          </a:prstGeom>
          <a:noFill/>
          <a:ln/>
        </p:spPr>
        <p:txBody>
          <a:bodyPr wrap="none" lIns="0" tIns="0" rIns="0" bIns="0" rtlCol="0" anchor="ctr"/>
          <a:lstStyle/>
          <a:p>
            <a:pPr algn="l">
              <a:lnSpc>
                <a:spcPct val="130000"/>
              </a:lnSpc>
            </a:pPr>
            <a:r>
              <a:rPr lang="en-US" sz="2400" b="1" dirty="0">
                <a:solidFill>
                  <a:srgbClr val="2D3748"/>
                </a:solidFill>
                <a:latin typeface="Calibri" pitchFamily="34" charset="0"/>
                <a:ea typeface="Calibri" pitchFamily="34" charset="-122"/>
                <a:cs typeface="Calibri" pitchFamily="34" charset="-120"/>
              </a:rPr>
              <a:t>Query 3 — Distribution of Products Across Departments</a:t>
            </a:r>
            <a:endParaRPr lang="en-US" sz="2400" dirty="0"/>
          </a:p>
        </p:txBody>
      </p:sp>
      <p:sp>
        <p:nvSpPr>
          <p:cNvPr id="3" name="Shape 1"/>
          <p:cNvSpPr/>
          <p:nvPr/>
        </p:nvSpPr>
        <p:spPr>
          <a:xfrm>
            <a:off x="762000" y="952500"/>
            <a:ext cx="14732000" cy="25400"/>
          </a:xfrm>
          <a:prstGeom prst="rect">
            <a:avLst/>
          </a:prstGeom>
          <a:solidFill>
            <a:srgbClr val="1B4F8F"/>
          </a:solidFill>
          <a:ln/>
        </p:spPr>
        <p:txBody>
          <a:bodyPr/>
          <a:lstStyle/>
          <a:p>
            <a:endParaRPr lang="en-IN"/>
          </a:p>
        </p:txBody>
      </p:sp>
      <p:sp>
        <p:nvSpPr>
          <p:cNvPr id="4" name="Text 2"/>
          <p:cNvSpPr/>
          <p:nvPr/>
        </p:nvSpPr>
        <p:spPr>
          <a:xfrm>
            <a:off x="762000" y="1079500"/>
            <a:ext cx="14732000" cy="279400"/>
          </a:xfrm>
          <a:prstGeom prst="rect">
            <a:avLst/>
          </a:prstGeom>
          <a:noFill/>
          <a:ln/>
        </p:spPr>
        <p:txBody>
          <a:bodyPr wrap="none" lIns="0" tIns="0" rIns="0" bIns="0" rtlCol="0" anchor="ctr"/>
          <a:lstStyle/>
          <a:p>
            <a:pPr algn="l">
              <a:lnSpc>
                <a:spcPct val="120000"/>
              </a:lnSpc>
            </a:pPr>
            <a:r>
              <a:rPr lang="en-US" sz="1300" dirty="0">
                <a:solidFill>
                  <a:srgbClr val="718096"/>
                </a:solidFill>
                <a:latin typeface="Calibri" pitchFamily="34" charset="0"/>
                <a:ea typeface="Calibri" pitchFamily="34" charset="-122"/>
                <a:cs typeface="Calibri" pitchFamily="34" charset="-120"/>
              </a:rPr>
              <a:t>Objective: Analyze product distribution across departments | Catalogue &amp; Assortment Objective</a:t>
            </a:r>
            <a:endParaRPr lang="en-US" sz="1300" dirty="0"/>
          </a:p>
        </p:txBody>
      </p:sp>
      <p:graphicFrame>
        <p:nvGraphicFramePr>
          <p:cNvPr id="23" name="Table 0"/>
          <p:cNvGraphicFramePr>
            <a:graphicFrameLocks noGrp="1"/>
          </p:cNvGraphicFramePr>
          <p:nvPr>
            <p:extLst>
              <p:ext uri="{D42A27DB-BD31-4B8C-83A1-F6EECF244321}">
                <p14:modId xmlns:p14="http://schemas.microsoft.com/office/powerpoint/2010/main" val="1090370023"/>
              </p:ext>
            </p:extLst>
          </p:nvPr>
        </p:nvGraphicFramePr>
        <p:xfrm>
          <a:off x="8382000" y="2228182"/>
          <a:ext cx="7112000" cy="3937000"/>
        </p:xfrm>
        <a:graphic>
          <a:graphicData uri="http://schemas.openxmlformats.org/drawingml/2006/table">
            <a:tbl>
              <a:tblPr/>
              <a:tblGrid>
                <a:gridCol w="711200">
                  <a:extLst>
                    <a:ext uri="{9D8B030D-6E8A-4147-A177-3AD203B41FA5}">
                      <a16:colId xmlns:a16="http://schemas.microsoft.com/office/drawing/2014/main" val="20000"/>
                    </a:ext>
                  </a:extLst>
                </a:gridCol>
                <a:gridCol w="3911600">
                  <a:extLst>
                    <a:ext uri="{9D8B030D-6E8A-4147-A177-3AD203B41FA5}">
                      <a16:colId xmlns:a16="http://schemas.microsoft.com/office/drawing/2014/main" val="20001"/>
                    </a:ext>
                  </a:extLst>
                </a:gridCol>
                <a:gridCol w="2489200">
                  <a:extLst>
                    <a:ext uri="{9D8B030D-6E8A-4147-A177-3AD203B41FA5}">
                      <a16:colId xmlns:a16="http://schemas.microsoft.com/office/drawing/2014/main" val="20002"/>
                    </a:ext>
                  </a:extLst>
                </a:gridCol>
              </a:tblGrid>
              <a:tr h="334645">
                <a:tc>
                  <a:txBody>
                    <a:bodyPr/>
                    <a:lstStyle/>
                    <a:p>
                      <a:pPr algn="ctr"/>
                      <a:r>
                        <a:rPr lang="en-US" sz="1400" b="1" dirty="0">
                          <a:solidFill>
                            <a:srgbClr val="FFFFFF"/>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B4F8F"/>
                    </a:solidFill>
                  </a:tcPr>
                </a:tc>
                <a:tc>
                  <a:txBody>
                    <a:bodyPr/>
                    <a:lstStyle/>
                    <a:p>
                      <a:pPr algn="ctr"/>
                      <a:r>
                        <a:rPr lang="en-US" sz="1400" b="1" dirty="0">
                          <a:solidFill>
                            <a:srgbClr val="FFFFFF"/>
                          </a:solidFill>
                          <a:latin typeface="Calibri" pitchFamily="34" charset="0"/>
                          <a:ea typeface="Calibri" pitchFamily="34" charset="-122"/>
                          <a:cs typeface="Calibri" pitchFamily="34" charset="-120"/>
                        </a:rPr>
                        <a:t>Department</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B4F8F"/>
                    </a:solidFill>
                  </a:tcPr>
                </a:tc>
                <a:tc>
                  <a:txBody>
                    <a:bodyPr/>
                    <a:lstStyle/>
                    <a:p>
                      <a:pPr algn="ctr"/>
                      <a:r>
                        <a:rPr lang="en-US" sz="1400" b="1" dirty="0">
                          <a:solidFill>
                            <a:srgbClr val="FFFFFF"/>
                          </a:solidFill>
                          <a:latin typeface="Calibri" pitchFamily="34" charset="0"/>
                          <a:ea typeface="Calibri" pitchFamily="34" charset="-122"/>
                          <a:cs typeface="Calibri" pitchFamily="34" charset="-120"/>
                        </a:rPr>
                        <a:t>Total Products</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B4F8F"/>
                    </a:solidFill>
                  </a:tcPr>
                </a:tc>
                <a:extLst>
                  <a:ext uri="{0D108BD9-81ED-4DB2-BD59-A6C34878D82A}">
                    <a16:rowId xmlns:a16="http://schemas.microsoft.com/office/drawing/2014/main" val="10000"/>
                  </a:ext>
                </a:extLst>
              </a:tr>
              <a:tr h="334645">
                <a:tc>
                  <a:txBody>
                    <a:bodyPr/>
                    <a:lstStyle/>
                    <a:p>
                      <a:pPr algn="ctr"/>
                      <a:r>
                        <a:rPr lang="en-US" sz="1400" dirty="0">
                          <a:solidFill>
                            <a:srgbClr val="2D3748"/>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personal care</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6,524</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34645">
                <a:tc>
                  <a:txBody>
                    <a:bodyPr/>
                    <a:lstStyle/>
                    <a:p>
                      <a:pPr algn="ctr"/>
                      <a:r>
                        <a:rPr lang="en-US" sz="1400" dirty="0">
                          <a:solidFill>
                            <a:srgbClr val="2D3748"/>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snacks</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6,221</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extLst>
                  <a:ext uri="{0D108BD9-81ED-4DB2-BD59-A6C34878D82A}">
                    <a16:rowId xmlns:a16="http://schemas.microsoft.com/office/drawing/2014/main" val="10002"/>
                  </a:ext>
                </a:extLst>
              </a:tr>
              <a:tr h="334645">
                <a:tc>
                  <a:txBody>
                    <a:bodyPr/>
                    <a:lstStyle/>
                    <a:p>
                      <a:pPr algn="ctr"/>
                      <a:r>
                        <a:rPr lang="en-US" sz="1400" dirty="0">
                          <a:solidFill>
                            <a:srgbClr val="2D3748"/>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pantry</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5,331</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34645">
                <a:tc>
                  <a:txBody>
                    <a:bodyPr/>
                    <a:lstStyle/>
                    <a:p>
                      <a:pPr algn="ctr"/>
                      <a:r>
                        <a:rPr lang="en-US" sz="1400" dirty="0">
                          <a:solidFill>
                            <a:srgbClr val="2D3748"/>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beverages</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4,324</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extLst>
                  <a:ext uri="{0D108BD9-81ED-4DB2-BD59-A6C34878D82A}">
                    <a16:rowId xmlns:a16="http://schemas.microsoft.com/office/drawing/2014/main" val="10004"/>
                  </a:ext>
                </a:extLst>
              </a:tr>
              <a:tr h="334645">
                <a:tc>
                  <a:txBody>
                    <a:bodyPr/>
                    <a:lstStyle/>
                    <a:p>
                      <a:pPr algn="ctr"/>
                      <a:r>
                        <a:rPr lang="en-US" sz="1400" dirty="0">
                          <a:solidFill>
                            <a:srgbClr val="2D3748"/>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frozen</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3,982</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34645">
                <a:tc>
                  <a:txBody>
                    <a:bodyPr/>
                    <a:lstStyle/>
                    <a:p>
                      <a:pPr algn="ctr"/>
                      <a:r>
                        <a:rPr lang="en-US" sz="1400" dirty="0">
                          <a:solidFill>
                            <a:srgbClr val="2D3748"/>
                          </a:solidFill>
                          <a:latin typeface="Calibri" pitchFamily="34" charset="0"/>
                          <a:ea typeface="Calibri" pitchFamily="34" charset="-122"/>
                          <a:cs typeface="Calibri" pitchFamily="34" charset="-120"/>
                        </a:rPr>
                        <a:t>6</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dairy eggs</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3,428</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extLst>
                  <a:ext uri="{0D108BD9-81ED-4DB2-BD59-A6C34878D82A}">
                    <a16:rowId xmlns:a16="http://schemas.microsoft.com/office/drawing/2014/main" val="10006"/>
                  </a:ext>
                </a:extLst>
              </a:tr>
              <a:tr h="334645">
                <a:tc>
                  <a:txBody>
                    <a:bodyPr/>
                    <a:lstStyle/>
                    <a:p>
                      <a:pPr algn="ctr"/>
                      <a:r>
                        <a:rPr lang="en-US" sz="1400" dirty="0">
                          <a:solidFill>
                            <a:srgbClr val="2D3748"/>
                          </a:solidFill>
                          <a:latin typeface="Calibri" pitchFamily="34" charset="0"/>
                          <a:ea typeface="Calibri" pitchFamily="34" charset="-122"/>
                          <a:cs typeface="Calibri" pitchFamily="34" charset="-120"/>
                        </a:rPr>
                        <a:t>7</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household</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3,068</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34645">
                <a:tc>
                  <a:txBody>
                    <a:bodyPr/>
                    <a:lstStyle/>
                    <a:p>
                      <a:pPr algn="ctr"/>
                      <a:r>
                        <a:rPr lang="en-US" sz="1400" dirty="0">
                          <a:solidFill>
                            <a:srgbClr val="2D3748"/>
                          </a:solidFill>
                          <a:latin typeface="Calibri" pitchFamily="34" charset="0"/>
                          <a:ea typeface="Calibri" pitchFamily="34" charset="-122"/>
                          <a:cs typeface="Calibri" pitchFamily="34" charset="-120"/>
                        </a:rPr>
                        <a:t>8</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canned goods</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2,073</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extLst>
                  <a:ext uri="{0D108BD9-81ED-4DB2-BD59-A6C34878D82A}">
                    <a16:rowId xmlns:a16="http://schemas.microsoft.com/office/drawing/2014/main" val="10008"/>
                  </a:ext>
                </a:extLst>
              </a:tr>
              <a:tr h="334645">
                <a:tc>
                  <a:txBody>
                    <a:bodyPr/>
                    <a:lstStyle/>
                    <a:p>
                      <a:pPr algn="ctr"/>
                      <a:r>
                        <a:rPr lang="en-US" sz="1400" dirty="0">
                          <a:solidFill>
                            <a:srgbClr val="2D3748"/>
                          </a:solidFill>
                          <a:latin typeface="Calibri" pitchFamily="34" charset="0"/>
                          <a:ea typeface="Calibri" pitchFamily="34" charset="-122"/>
                          <a:cs typeface="Calibri" pitchFamily="34" charset="-120"/>
                        </a:rPr>
                        <a:t>9</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dry goods pasta</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1,845</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34645">
                <a:tc>
                  <a:txBody>
                    <a:bodyPr/>
                    <a:lstStyle/>
                    <a:p>
                      <a:pPr algn="ctr"/>
                      <a:r>
                        <a:rPr lang="en-US" sz="1400" dirty="0">
                          <a:solidFill>
                            <a:srgbClr val="2D3748"/>
                          </a:solidFill>
                          <a:latin typeface="Calibri" pitchFamily="34" charset="0"/>
                          <a:ea typeface="Calibri" pitchFamily="34" charset="-122"/>
                          <a:cs typeface="Calibri" pitchFamily="34" charset="-120"/>
                        </a:rPr>
                        <a:t>10</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Produce</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1,671</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extLst>
                  <a:ext uri="{0D108BD9-81ED-4DB2-BD59-A6C34878D82A}">
                    <a16:rowId xmlns:a16="http://schemas.microsoft.com/office/drawing/2014/main" val="10010"/>
                  </a:ext>
                </a:extLst>
              </a:tr>
              <a:tr h="255905">
                <a:tc>
                  <a:txBody>
                    <a:bodyPr/>
                    <a:lstStyle/>
                    <a:p>
                      <a:pPr algn="ctr"/>
                      <a:r>
                        <a:rPr lang="en-US" sz="1400" dirty="0">
                          <a:solidFill>
                            <a:srgbClr val="718096"/>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718096"/>
                          </a:solidFill>
                          <a:latin typeface="Calibri" pitchFamily="34" charset="0"/>
                          <a:ea typeface="Calibri" pitchFamily="34" charset="-122"/>
                          <a:cs typeface="Calibri" pitchFamily="34" charset="-120"/>
                        </a:rPr>
                        <a:t>(11 more)</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718096"/>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bl>
          </a:graphicData>
        </a:graphic>
      </p:graphicFrame>
      <p:sp>
        <p:nvSpPr>
          <p:cNvPr id="14" name="Shape 11"/>
          <p:cNvSpPr/>
          <p:nvPr/>
        </p:nvSpPr>
        <p:spPr>
          <a:xfrm>
            <a:off x="762000" y="8763000"/>
            <a:ext cx="14732000" cy="25400"/>
          </a:xfrm>
          <a:prstGeom prst="rect">
            <a:avLst/>
          </a:prstGeom>
          <a:solidFill>
            <a:srgbClr val="1B4F8F"/>
          </a:solidFill>
          <a:ln/>
        </p:spPr>
        <p:txBody>
          <a:bodyPr/>
          <a:lstStyle/>
          <a:p>
            <a:endParaRPr lang="en-IN"/>
          </a:p>
        </p:txBody>
      </p:sp>
      <p:sp>
        <p:nvSpPr>
          <p:cNvPr id="15" name="Text 12"/>
          <p:cNvSpPr/>
          <p:nvPr/>
        </p:nvSpPr>
        <p:spPr>
          <a:xfrm>
            <a:off x="14478000" y="8826500"/>
            <a:ext cx="1016000" cy="254000"/>
          </a:xfrm>
          <a:prstGeom prst="rect">
            <a:avLst/>
          </a:prstGeom>
          <a:noFill/>
          <a:ln/>
        </p:spPr>
        <p:txBody>
          <a:bodyPr wrap="none" lIns="0" tIns="0" rIns="0" bIns="0" rtlCol="0" anchor="ctr"/>
          <a:lstStyle/>
          <a:p>
            <a:pPr algn="r">
              <a:lnSpc>
                <a:spcPct val="120000"/>
              </a:lnSpc>
            </a:pPr>
            <a:r>
              <a:rPr lang="en-US" sz="1200" dirty="0">
                <a:solidFill>
                  <a:srgbClr val="718096"/>
                </a:solidFill>
                <a:latin typeface="Calibri" pitchFamily="34" charset="0"/>
                <a:ea typeface="Calibri" pitchFamily="34" charset="-122"/>
                <a:cs typeface="Calibri" pitchFamily="34" charset="-120"/>
              </a:rPr>
              <a:t>22 / 55</a:t>
            </a:r>
            <a:endParaRPr lang="en-US" sz="1200" dirty="0"/>
          </a:p>
        </p:txBody>
      </p:sp>
      <p:sp>
        <p:nvSpPr>
          <p:cNvPr id="16" name="Text 9">
            <a:extLst>
              <a:ext uri="{FF2B5EF4-FFF2-40B4-BE49-F238E27FC236}">
                <a16:creationId xmlns:a16="http://schemas.microsoft.com/office/drawing/2014/main" id="{46802912-124E-1DBF-BE29-346CB78845F7}"/>
              </a:ext>
            </a:extLst>
          </p:cNvPr>
          <p:cNvSpPr/>
          <p:nvPr/>
        </p:nvSpPr>
        <p:spPr>
          <a:xfrm>
            <a:off x="812800" y="5293893"/>
            <a:ext cx="6502401" cy="1610559"/>
          </a:xfrm>
          <a:prstGeom prst="rect">
            <a:avLst/>
          </a:prstGeom>
          <a:noFill/>
          <a:ln/>
        </p:spPr>
        <p:txBody>
          <a:bodyPr wrap="square" lIns="0" tIns="0" rIns="0" bIns="0" rtlCol="0" anchor="t"/>
          <a:lstStyle/>
          <a:p>
            <a:pPr algn="just">
              <a:lnSpc>
                <a:spcPct val="145000"/>
              </a:lnSpc>
            </a:pPr>
            <a:r>
              <a:rPr lang="en-US" sz="1500" b="1" dirty="0">
                <a:solidFill>
                  <a:srgbClr val="1B4F8F"/>
                </a:solidFill>
                <a:latin typeface="Calibri" pitchFamily="34" charset="0"/>
                <a:ea typeface="Calibri" pitchFamily="34" charset="-122"/>
                <a:cs typeface="Calibri" pitchFamily="34" charset="-120"/>
              </a:rPr>
              <a:t>Interpretation </a:t>
            </a:r>
          </a:p>
          <a:p>
            <a:pPr algn="just">
              <a:lnSpc>
                <a:spcPct val="145000"/>
              </a:lnSpc>
            </a:pPr>
            <a:r>
              <a:rPr lang="en-US" sz="1500" dirty="0">
                <a:solidFill>
                  <a:srgbClr val="2D3748"/>
                </a:solidFill>
                <a:latin typeface="Calibri" pitchFamily="34" charset="0"/>
                <a:ea typeface="Calibri" pitchFamily="34" charset="-122"/>
                <a:cs typeface="Calibri" pitchFamily="34" charset="-120"/>
              </a:rPr>
              <a:t>Personal Care has the largest assortment (6,524), followed by Snacks (6,221) and Pantry (5,331). Produce, Dry Goods, and Canned Goods contain fewer products. Distribution is highly uneven — certain departments offer much broader variety.</a:t>
            </a:r>
            <a:endParaRPr lang="en-US" sz="1500" dirty="0"/>
          </a:p>
        </p:txBody>
      </p:sp>
      <p:sp>
        <p:nvSpPr>
          <p:cNvPr id="20" name="Shape 3">
            <a:extLst>
              <a:ext uri="{FF2B5EF4-FFF2-40B4-BE49-F238E27FC236}">
                <a16:creationId xmlns:a16="http://schemas.microsoft.com/office/drawing/2014/main" id="{2E33790B-DDEB-25B6-5A3A-1291E1ADBE81}"/>
              </a:ext>
            </a:extLst>
          </p:cNvPr>
          <p:cNvSpPr/>
          <p:nvPr/>
        </p:nvSpPr>
        <p:spPr>
          <a:xfrm>
            <a:off x="756653" y="2035668"/>
            <a:ext cx="6553201" cy="3216780"/>
          </a:xfrm>
          <a:prstGeom prst="rect">
            <a:avLst/>
          </a:prstGeom>
          <a:solidFill>
            <a:srgbClr val="EDF2F7"/>
          </a:solidFill>
          <a:ln/>
        </p:spPr>
        <p:txBody>
          <a:bodyPr/>
          <a:lstStyle/>
          <a:p>
            <a:endParaRPr lang="en-IN" dirty="0"/>
          </a:p>
        </p:txBody>
      </p:sp>
      <p:sp>
        <p:nvSpPr>
          <p:cNvPr id="25" name="TextBox 24">
            <a:extLst>
              <a:ext uri="{FF2B5EF4-FFF2-40B4-BE49-F238E27FC236}">
                <a16:creationId xmlns:a16="http://schemas.microsoft.com/office/drawing/2014/main" id="{374856CC-F20C-B7ED-6357-DF14355C65B5}"/>
              </a:ext>
            </a:extLst>
          </p:cNvPr>
          <p:cNvSpPr txBox="1"/>
          <p:nvPr/>
        </p:nvSpPr>
        <p:spPr>
          <a:xfrm>
            <a:off x="812800" y="2086811"/>
            <a:ext cx="1851526" cy="307777"/>
          </a:xfrm>
          <a:prstGeom prst="rect">
            <a:avLst/>
          </a:prstGeom>
          <a:noFill/>
        </p:spPr>
        <p:txBody>
          <a:bodyPr wrap="square">
            <a:spAutoFit/>
          </a:bodyPr>
          <a:lstStyle/>
          <a:p>
            <a:r>
              <a:rPr lang="en-US" sz="1400" b="1" dirty="0">
                <a:solidFill>
                  <a:srgbClr val="718096"/>
                </a:solidFill>
                <a:latin typeface="Calibri" pitchFamily="34" charset="0"/>
                <a:ea typeface="Calibri" pitchFamily="34" charset="-122"/>
                <a:cs typeface="Calibri" pitchFamily="34" charset="-120"/>
              </a:rPr>
              <a:t>PYTHON CODE</a:t>
            </a:r>
            <a:endParaRPr lang="en-IN" sz="1400" dirty="0"/>
          </a:p>
        </p:txBody>
      </p:sp>
      <p:sp>
        <p:nvSpPr>
          <p:cNvPr id="27" name="Text 5">
            <a:extLst>
              <a:ext uri="{FF2B5EF4-FFF2-40B4-BE49-F238E27FC236}">
                <a16:creationId xmlns:a16="http://schemas.microsoft.com/office/drawing/2014/main" id="{9AC2A1EC-ED50-E211-3E26-2B88DC8B91B0}"/>
              </a:ext>
            </a:extLst>
          </p:cNvPr>
          <p:cNvSpPr/>
          <p:nvPr/>
        </p:nvSpPr>
        <p:spPr>
          <a:xfrm>
            <a:off x="909053" y="2390270"/>
            <a:ext cx="6184233" cy="2032335"/>
          </a:xfrm>
          <a:prstGeom prst="rect">
            <a:avLst/>
          </a:prstGeom>
          <a:noFill/>
          <a:ln/>
        </p:spPr>
        <p:txBody>
          <a:bodyPr wrap="square" lIns="0" tIns="0" rIns="0" bIns="0" rtlCol="0" anchor="t"/>
          <a:lstStyle/>
          <a:p>
            <a:pPr>
              <a:lnSpc>
                <a:spcPct val="145000"/>
              </a:lnSpc>
            </a:pPr>
            <a:r>
              <a:rPr lang="en-US" sz="1400" spc="80" dirty="0">
                <a:solidFill>
                  <a:srgbClr val="2D3748"/>
                </a:solidFill>
                <a:latin typeface="Calibri" pitchFamily="34" charset="0"/>
                <a:ea typeface="Calibri" pitchFamily="34" charset="-122"/>
                <a:cs typeface="Calibri" pitchFamily="34" charset="-120"/>
              </a:rPr>
              <a:t>q3 = (</a:t>
            </a:r>
            <a:r>
              <a:rPr lang="en-US" sz="1400" spc="80" dirty="0" err="1">
                <a:solidFill>
                  <a:srgbClr val="2D3748"/>
                </a:solidFill>
                <a:latin typeface="Calibri" pitchFamily="34" charset="0"/>
                <a:ea typeface="Calibri" pitchFamily="34" charset="-122"/>
                <a:cs typeface="Calibri" pitchFamily="34" charset="-120"/>
              </a:rPr>
              <a:t>products.merge</a:t>
            </a:r>
            <a:r>
              <a:rPr lang="en-US" sz="1400" spc="80" dirty="0">
                <a:solidFill>
                  <a:srgbClr val="2D3748"/>
                </a:solidFill>
                <a:latin typeface="Calibri" pitchFamily="34" charset="0"/>
                <a:ea typeface="Calibri" pitchFamily="34" charset="-122"/>
                <a:cs typeface="Calibri" pitchFamily="34" charset="-120"/>
              </a:rPr>
              <a:t>(departments, on="</a:t>
            </a:r>
            <a:r>
              <a:rPr lang="en-US" sz="1400" spc="80" dirty="0" err="1">
                <a:solidFill>
                  <a:srgbClr val="2D3748"/>
                </a:solidFill>
                <a:latin typeface="Calibri" pitchFamily="34" charset="0"/>
                <a:ea typeface="Calibri" pitchFamily="34" charset="-122"/>
                <a:cs typeface="Calibri" pitchFamily="34" charset="-120"/>
              </a:rPr>
              <a:t>department_id</a:t>
            </a:r>
            <a:r>
              <a:rPr lang="en-US" sz="1400" spc="80" dirty="0">
                <a:solidFill>
                  <a:srgbClr val="2D3748"/>
                </a:solidFill>
                <a:latin typeface="Calibri" pitchFamily="34" charset="0"/>
                <a:ea typeface="Calibri" pitchFamily="34" charset="-122"/>
                <a:cs typeface="Calibri" pitchFamily="34" charset="-120"/>
              </a:rPr>
              <a:t>")</a:t>
            </a:r>
            <a:endParaRPr lang="en-US" sz="1400" spc="80" dirty="0"/>
          </a:p>
          <a:p>
            <a:pPr>
              <a:lnSpc>
                <a:spcPct val="145000"/>
              </a:lnSpc>
            </a:pPr>
            <a:r>
              <a:rPr lang="en-US" sz="1400" spc="80" dirty="0">
                <a:solidFill>
                  <a:srgbClr val="2D3748"/>
                </a:solidFill>
                <a:latin typeface="Calibri" pitchFamily="34" charset="0"/>
                <a:ea typeface="Calibri" pitchFamily="34" charset="-122"/>
                <a:cs typeface="Calibri" pitchFamily="34" charset="-120"/>
              </a:rPr>
              <a:t>  .</a:t>
            </a:r>
            <a:r>
              <a:rPr lang="en-US" sz="1400" spc="80" dirty="0" err="1">
                <a:solidFill>
                  <a:srgbClr val="2D3748"/>
                </a:solidFill>
                <a:latin typeface="Calibri" pitchFamily="34" charset="0"/>
                <a:ea typeface="Calibri" pitchFamily="34" charset="-122"/>
                <a:cs typeface="Calibri" pitchFamily="34" charset="-120"/>
              </a:rPr>
              <a:t>groupby</a:t>
            </a:r>
            <a:r>
              <a:rPr lang="en-US" sz="1400" spc="80" dirty="0">
                <a:solidFill>
                  <a:srgbClr val="2D3748"/>
                </a:solidFill>
                <a:latin typeface="Calibri" pitchFamily="34" charset="0"/>
                <a:ea typeface="Calibri" pitchFamily="34" charset="-122"/>
                <a:cs typeface="Calibri" pitchFamily="34" charset="-120"/>
              </a:rPr>
              <a:t>("department", </a:t>
            </a:r>
            <a:r>
              <a:rPr lang="en-US" sz="1400" spc="80" dirty="0" err="1">
                <a:solidFill>
                  <a:srgbClr val="2D3748"/>
                </a:solidFill>
                <a:latin typeface="Calibri" pitchFamily="34" charset="0"/>
                <a:ea typeface="Calibri" pitchFamily="34" charset="-122"/>
                <a:cs typeface="Calibri" pitchFamily="34" charset="-120"/>
              </a:rPr>
              <a:t>as_index</a:t>
            </a:r>
            <a:r>
              <a:rPr lang="en-US" sz="1400" spc="80" dirty="0">
                <a:solidFill>
                  <a:srgbClr val="2D3748"/>
                </a:solidFill>
                <a:latin typeface="Calibri" pitchFamily="34" charset="0"/>
                <a:ea typeface="Calibri" pitchFamily="34" charset="-122"/>
                <a:cs typeface="Calibri" pitchFamily="34" charset="-120"/>
              </a:rPr>
              <a:t>=False)</a:t>
            </a:r>
            <a:endParaRPr lang="en-US" sz="1400" spc="80" dirty="0"/>
          </a:p>
          <a:p>
            <a:pPr>
              <a:lnSpc>
                <a:spcPct val="145000"/>
              </a:lnSpc>
            </a:pPr>
            <a:r>
              <a:rPr lang="en-US" sz="1400" spc="80" dirty="0">
                <a:solidFill>
                  <a:srgbClr val="2D3748"/>
                </a:solidFill>
                <a:latin typeface="Calibri" pitchFamily="34" charset="0"/>
                <a:ea typeface="Calibri" pitchFamily="34" charset="-122"/>
                <a:cs typeface="Calibri" pitchFamily="34" charset="-120"/>
              </a:rPr>
              <a:t>  .</a:t>
            </a:r>
            <a:r>
              <a:rPr lang="en-US" sz="1400" spc="80" dirty="0" err="1">
                <a:solidFill>
                  <a:srgbClr val="2D3748"/>
                </a:solidFill>
                <a:latin typeface="Calibri" pitchFamily="34" charset="0"/>
                <a:ea typeface="Calibri" pitchFamily="34" charset="-122"/>
                <a:cs typeface="Calibri" pitchFamily="34" charset="-120"/>
              </a:rPr>
              <a:t>agg</a:t>
            </a:r>
            <a:r>
              <a:rPr lang="en-US" sz="1400" spc="80" dirty="0">
                <a:solidFill>
                  <a:srgbClr val="2D3748"/>
                </a:solidFill>
                <a:latin typeface="Calibri" pitchFamily="34" charset="0"/>
                <a:ea typeface="Calibri" pitchFamily="34" charset="-122"/>
                <a:cs typeface="Calibri" pitchFamily="34" charset="-120"/>
              </a:rPr>
              <a:t>(</a:t>
            </a:r>
            <a:r>
              <a:rPr lang="en-US" sz="1400" spc="80" dirty="0" err="1">
                <a:solidFill>
                  <a:srgbClr val="2D3748"/>
                </a:solidFill>
                <a:latin typeface="Calibri" pitchFamily="34" charset="0"/>
                <a:ea typeface="Calibri" pitchFamily="34" charset="-122"/>
                <a:cs typeface="Calibri" pitchFamily="34" charset="-120"/>
              </a:rPr>
              <a:t>total_products</a:t>
            </a:r>
            <a:r>
              <a:rPr lang="en-US" sz="1400" spc="80" dirty="0">
                <a:solidFill>
                  <a:srgbClr val="2D3748"/>
                </a:solidFill>
                <a:latin typeface="Calibri" pitchFamily="34" charset="0"/>
                <a:ea typeface="Calibri" pitchFamily="34" charset="-122"/>
                <a:cs typeface="Calibri" pitchFamily="34" charset="-120"/>
              </a:rPr>
              <a:t>=("</a:t>
            </a:r>
            <a:r>
              <a:rPr lang="en-US" sz="1400" spc="80" dirty="0" err="1">
                <a:solidFill>
                  <a:srgbClr val="2D3748"/>
                </a:solidFill>
                <a:latin typeface="Calibri" pitchFamily="34" charset="0"/>
                <a:ea typeface="Calibri" pitchFamily="34" charset="-122"/>
                <a:cs typeface="Calibri" pitchFamily="34" charset="-120"/>
              </a:rPr>
              <a:t>product_id","count</a:t>
            </a:r>
            <a:r>
              <a:rPr lang="en-US" sz="1400" spc="80" dirty="0">
                <a:solidFill>
                  <a:srgbClr val="2D3748"/>
                </a:solidFill>
                <a:latin typeface="Calibri" pitchFamily="34" charset="0"/>
                <a:ea typeface="Calibri" pitchFamily="34" charset="-122"/>
                <a:cs typeface="Calibri" pitchFamily="34" charset="-120"/>
              </a:rPr>
              <a:t>"))</a:t>
            </a:r>
            <a:endParaRPr lang="en-US" sz="1400" spc="80" dirty="0"/>
          </a:p>
          <a:p>
            <a:pPr>
              <a:lnSpc>
                <a:spcPct val="145000"/>
              </a:lnSpc>
            </a:pPr>
            <a:r>
              <a:rPr lang="en-US" sz="1400" spc="80" dirty="0">
                <a:solidFill>
                  <a:srgbClr val="2D3748"/>
                </a:solidFill>
                <a:latin typeface="Calibri" pitchFamily="34" charset="0"/>
                <a:ea typeface="Calibri" pitchFamily="34" charset="-122"/>
                <a:cs typeface="Calibri" pitchFamily="34" charset="-120"/>
              </a:rPr>
              <a:t>  .</a:t>
            </a:r>
            <a:r>
              <a:rPr lang="en-US" sz="1400" spc="80" dirty="0" err="1">
                <a:solidFill>
                  <a:srgbClr val="2D3748"/>
                </a:solidFill>
                <a:latin typeface="Calibri" pitchFamily="34" charset="0"/>
                <a:ea typeface="Calibri" pitchFamily="34" charset="-122"/>
                <a:cs typeface="Calibri" pitchFamily="34" charset="-120"/>
              </a:rPr>
              <a:t>sort_values</a:t>
            </a:r>
            <a:r>
              <a:rPr lang="en-US" sz="1400" spc="80" dirty="0">
                <a:solidFill>
                  <a:srgbClr val="2D3748"/>
                </a:solidFill>
                <a:latin typeface="Calibri" pitchFamily="34" charset="0"/>
                <a:ea typeface="Calibri" pitchFamily="34" charset="-122"/>
                <a:cs typeface="Calibri" pitchFamily="34" charset="-120"/>
              </a:rPr>
              <a:t>("</a:t>
            </a:r>
            <a:r>
              <a:rPr lang="en-US" sz="1400" spc="80" dirty="0" err="1">
                <a:solidFill>
                  <a:srgbClr val="2D3748"/>
                </a:solidFill>
                <a:latin typeface="Calibri" pitchFamily="34" charset="0"/>
                <a:ea typeface="Calibri" pitchFamily="34" charset="-122"/>
                <a:cs typeface="Calibri" pitchFamily="34" charset="-120"/>
              </a:rPr>
              <a:t>total_products</a:t>
            </a:r>
            <a:r>
              <a:rPr lang="en-US" sz="1400" spc="80" dirty="0">
                <a:solidFill>
                  <a:srgbClr val="2D3748"/>
                </a:solidFill>
                <a:latin typeface="Calibri" pitchFamily="34" charset="0"/>
                <a:ea typeface="Calibri" pitchFamily="34" charset="-122"/>
                <a:cs typeface="Calibri" pitchFamily="34" charset="-120"/>
              </a:rPr>
              <a:t>", ascending=False))</a:t>
            </a:r>
            <a:endParaRPr lang="en-US" sz="1400" spc="80" dirty="0"/>
          </a:p>
          <a:p>
            <a:pPr algn="l">
              <a:lnSpc>
                <a:spcPts val="2000"/>
              </a:lnSpc>
            </a:pPr>
            <a:endParaRPr lang="en-US" sz="1400" dirty="0">
              <a:solidFill>
                <a:srgbClr val="2D3748"/>
              </a:solidFill>
              <a:latin typeface="Calibri" pitchFamily="34" charset="0"/>
              <a:ea typeface="Calibri" pitchFamily="34" charset="-122"/>
              <a:cs typeface="Calibri" pitchFamily="34" charset="-120"/>
            </a:endParaRPr>
          </a:p>
        </p:txBody>
      </p:sp>
      <p:sp>
        <p:nvSpPr>
          <p:cNvPr id="29" name="Shape 10">
            <a:extLst>
              <a:ext uri="{FF2B5EF4-FFF2-40B4-BE49-F238E27FC236}">
                <a16:creationId xmlns:a16="http://schemas.microsoft.com/office/drawing/2014/main" id="{BFFF22FE-3828-0848-0AD3-506572661B87}"/>
              </a:ext>
            </a:extLst>
          </p:cNvPr>
          <p:cNvSpPr/>
          <p:nvPr/>
        </p:nvSpPr>
        <p:spPr>
          <a:xfrm>
            <a:off x="842879" y="7277100"/>
            <a:ext cx="14651122" cy="1016000"/>
          </a:xfrm>
          <a:prstGeom prst="rect">
            <a:avLst/>
          </a:prstGeom>
          <a:solidFill>
            <a:srgbClr val="EDF2F7"/>
          </a:solidFill>
          <a:ln/>
        </p:spPr>
        <p:txBody>
          <a:bodyPr/>
          <a:lstStyle/>
          <a:p>
            <a:endParaRPr lang="en-IN"/>
          </a:p>
        </p:txBody>
      </p:sp>
      <p:sp>
        <p:nvSpPr>
          <p:cNvPr id="31" name="Shape 11">
            <a:extLst>
              <a:ext uri="{FF2B5EF4-FFF2-40B4-BE49-F238E27FC236}">
                <a16:creationId xmlns:a16="http://schemas.microsoft.com/office/drawing/2014/main" id="{FC15C325-0C58-0D51-CC90-D2BD380495AA}"/>
              </a:ext>
            </a:extLst>
          </p:cNvPr>
          <p:cNvSpPr/>
          <p:nvPr/>
        </p:nvSpPr>
        <p:spPr>
          <a:xfrm>
            <a:off x="842879" y="7277100"/>
            <a:ext cx="50800" cy="1016000"/>
          </a:xfrm>
          <a:prstGeom prst="rect">
            <a:avLst/>
          </a:prstGeom>
          <a:solidFill>
            <a:srgbClr val="1B4F8F"/>
          </a:solidFill>
          <a:ln/>
        </p:spPr>
        <p:txBody>
          <a:bodyPr/>
          <a:lstStyle/>
          <a:p>
            <a:endParaRPr lang="en-IN"/>
          </a:p>
        </p:txBody>
      </p:sp>
      <p:sp>
        <p:nvSpPr>
          <p:cNvPr id="33" name="Text 12">
            <a:extLst>
              <a:ext uri="{FF2B5EF4-FFF2-40B4-BE49-F238E27FC236}">
                <a16:creationId xmlns:a16="http://schemas.microsoft.com/office/drawing/2014/main" id="{0E40CA37-6203-3FB1-82CB-158D0BB06980}"/>
              </a:ext>
            </a:extLst>
          </p:cNvPr>
          <p:cNvSpPr/>
          <p:nvPr/>
        </p:nvSpPr>
        <p:spPr>
          <a:xfrm>
            <a:off x="1041400" y="7378700"/>
            <a:ext cx="14287500" cy="825500"/>
          </a:xfrm>
          <a:prstGeom prst="rect">
            <a:avLst/>
          </a:prstGeom>
          <a:noFill/>
          <a:ln/>
        </p:spPr>
        <p:txBody>
          <a:bodyPr wrap="square" lIns="0" tIns="0" rIns="0" bIns="0" rtlCol="0" anchor="ctr"/>
          <a:lstStyle/>
          <a:p>
            <a:pPr>
              <a:lnSpc>
                <a:spcPct val="150000"/>
              </a:lnSpc>
            </a:pPr>
            <a:r>
              <a:rPr lang="en-US" sz="1500" b="1" dirty="0">
                <a:solidFill>
                  <a:srgbClr val="2D3748"/>
                </a:solidFill>
                <a:latin typeface="Calibri" pitchFamily="34" charset="0"/>
                <a:ea typeface="Calibri" pitchFamily="34" charset="-122"/>
                <a:cs typeface="Calibri" pitchFamily="34" charset="-120"/>
              </a:rPr>
              <a:t>Business Insight:</a:t>
            </a:r>
            <a:r>
              <a:rPr lang="en-US" sz="1500" dirty="0">
                <a:solidFill>
                  <a:srgbClr val="2D3748"/>
                </a:solidFill>
                <a:latin typeface="Calibri" pitchFamily="34" charset="0"/>
                <a:ea typeface="Calibri" pitchFamily="34" charset="-122"/>
                <a:cs typeface="Calibri" pitchFamily="34" charset="-120"/>
              </a:rPr>
              <a:t> The product catalogue is concentrated in a few major departments. Personal Care, Snacks, and Pantry require greater attention in inventory planning, category management, and shelf space allocation due to their extensive product range.</a:t>
            </a:r>
            <a:endParaRPr lang="en-US" sz="1500" dirty="0"/>
          </a:p>
        </p:txBody>
      </p:sp>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40" name="Shape 3">
            <a:extLst>
              <a:ext uri="{FF2B5EF4-FFF2-40B4-BE49-F238E27FC236}">
                <a16:creationId xmlns:a16="http://schemas.microsoft.com/office/drawing/2014/main" id="{83A5B2B3-0E70-DEFF-07AB-7C0009F7D90C}"/>
              </a:ext>
            </a:extLst>
          </p:cNvPr>
          <p:cNvSpPr/>
          <p:nvPr/>
        </p:nvSpPr>
        <p:spPr>
          <a:xfrm>
            <a:off x="756653" y="2035668"/>
            <a:ext cx="6553201" cy="3216780"/>
          </a:xfrm>
          <a:prstGeom prst="rect">
            <a:avLst/>
          </a:prstGeom>
          <a:solidFill>
            <a:srgbClr val="EDF2F7"/>
          </a:solidFill>
          <a:ln/>
        </p:spPr>
        <p:txBody>
          <a:bodyPr/>
          <a:lstStyle/>
          <a:p>
            <a:endParaRPr lang="en-IN" dirty="0"/>
          </a:p>
        </p:txBody>
      </p:sp>
      <p:sp>
        <p:nvSpPr>
          <p:cNvPr id="2" name="Text 0"/>
          <p:cNvSpPr/>
          <p:nvPr/>
        </p:nvSpPr>
        <p:spPr>
          <a:xfrm>
            <a:off x="762000" y="444500"/>
            <a:ext cx="12700000" cy="444500"/>
          </a:xfrm>
          <a:prstGeom prst="rect">
            <a:avLst/>
          </a:prstGeom>
          <a:noFill/>
          <a:ln/>
        </p:spPr>
        <p:txBody>
          <a:bodyPr wrap="none" lIns="0" tIns="0" rIns="0" bIns="0" rtlCol="0" anchor="ctr"/>
          <a:lstStyle/>
          <a:p>
            <a:pPr algn="l">
              <a:lnSpc>
                <a:spcPct val="130000"/>
              </a:lnSpc>
            </a:pPr>
            <a:r>
              <a:rPr lang="en-US" sz="2400" b="1" dirty="0">
                <a:solidFill>
                  <a:srgbClr val="2D3748"/>
                </a:solidFill>
                <a:latin typeface="Calibri" pitchFamily="34" charset="0"/>
                <a:ea typeface="Calibri" pitchFamily="34" charset="-122"/>
                <a:cs typeface="Calibri" pitchFamily="34" charset="-120"/>
              </a:rPr>
              <a:t>Query 4 — Top 10 Products with Highest Reorder Rates</a:t>
            </a:r>
            <a:endParaRPr lang="en-US" sz="2400" dirty="0"/>
          </a:p>
        </p:txBody>
      </p:sp>
      <p:sp>
        <p:nvSpPr>
          <p:cNvPr id="3" name="Shape 1"/>
          <p:cNvSpPr/>
          <p:nvPr/>
        </p:nvSpPr>
        <p:spPr>
          <a:xfrm>
            <a:off x="762000" y="952500"/>
            <a:ext cx="14732000" cy="25400"/>
          </a:xfrm>
          <a:prstGeom prst="rect">
            <a:avLst/>
          </a:prstGeom>
          <a:solidFill>
            <a:srgbClr val="1B4F8F"/>
          </a:solidFill>
          <a:ln/>
        </p:spPr>
        <p:txBody>
          <a:bodyPr/>
          <a:lstStyle/>
          <a:p>
            <a:endParaRPr lang="en-IN"/>
          </a:p>
        </p:txBody>
      </p:sp>
      <p:sp>
        <p:nvSpPr>
          <p:cNvPr id="4" name="Text 2"/>
          <p:cNvSpPr/>
          <p:nvPr/>
        </p:nvSpPr>
        <p:spPr>
          <a:xfrm>
            <a:off x="762000" y="1079500"/>
            <a:ext cx="14732000" cy="279400"/>
          </a:xfrm>
          <a:prstGeom prst="rect">
            <a:avLst/>
          </a:prstGeom>
          <a:noFill/>
          <a:ln/>
        </p:spPr>
        <p:txBody>
          <a:bodyPr wrap="none" lIns="0" tIns="0" rIns="0" bIns="0" rtlCol="0" anchor="ctr"/>
          <a:lstStyle/>
          <a:p>
            <a:pPr algn="l">
              <a:lnSpc>
                <a:spcPct val="120000"/>
              </a:lnSpc>
            </a:pPr>
            <a:r>
              <a:rPr lang="en-US" sz="1300" dirty="0">
                <a:solidFill>
                  <a:srgbClr val="718096"/>
                </a:solidFill>
                <a:latin typeface="Calibri" pitchFamily="34" charset="0"/>
                <a:ea typeface="Calibri" pitchFamily="34" charset="-122"/>
                <a:cs typeface="Calibri" pitchFamily="34" charset="-120"/>
              </a:rPr>
              <a:t>Objective: Identify highest reorder-rate products (min 100 orders) | Product Performance &amp; Loyalty</a:t>
            </a:r>
            <a:endParaRPr lang="en-US" sz="1300" dirty="0"/>
          </a:p>
        </p:txBody>
      </p:sp>
      <p:graphicFrame>
        <p:nvGraphicFramePr>
          <p:cNvPr id="24" name="Table 0"/>
          <p:cNvGraphicFramePr>
            <a:graphicFrameLocks noGrp="1"/>
          </p:cNvGraphicFramePr>
          <p:nvPr>
            <p:extLst>
              <p:ext uri="{D42A27DB-BD31-4B8C-83A1-F6EECF244321}">
                <p14:modId xmlns:p14="http://schemas.microsoft.com/office/powerpoint/2010/main" val="3500203712"/>
              </p:ext>
            </p:extLst>
          </p:nvPr>
        </p:nvGraphicFramePr>
        <p:xfrm>
          <a:off x="8386010" y="2372660"/>
          <a:ext cx="7107988" cy="3443605"/>
        </p:xfrm>
        <a:graphic>
          <a:graphicData uri="http://schemas.openxmlformats.org/drawingml/2006/table">
            <a:tbl>
              <a:tblPr/>
              <a:tblGrid>
                <a:gridCol w="1683471">
                  <a:extLst>
                    <a:ext uri="{9D8B030D-6E8A-4147-A177-3AD203B41FA5}">
                      <a16:colId xmlns:a16="http://schemas.microsoft.com/office/drawing/2014/main" val="20000"/>
                    </a:ext>
                  </a:extLst>
                </a:gridCol>
                <a:gridCol w="2225923">
                  <a:extLst>
                    <a:ext uri="{9D8B030D-6E8A-4147-A177-3AD203B41FA5}">
                      <a16:colId xmlns:a16="http://schemas.microsoft.com/office/drawing/2014/main" val="20001"/>
                    </a:ext>
                  </a:extLst>
                </a:gridCol>
                <a:gridCol w="1066198">
                  <a:extLst>
                    <a:ext uri="{9D8B030D-6E8A-4147-A177-3AD203B41FA5}">
                      <a16:colId xmlns:a16="http://schemas.microsoft.com/office/drawing/2014/main" val="20002"/>
                    </a:ext>
                  </a:extLst>
                </a:gridCol>
                <a:gridCol w="1066198">
                  <a:extLst>
                    <a:ext uri="{9D8B030D-6E8A-4147-A177-3AD203B41FA5}">
                      <a16:colId xmlns:a16="http://schemas.microsoft.com/office/drawing/2014/main" val="20003"/>
                    </a:ext>
                  </a:extLst>
                </a:gridCol>
                <a:gridCol w="1066198">
                  <a:extLst>
                    <a:ext uri="{9D8B030D-6E8A-4147-A177-3AD203B41FA5}">
                      <a16:colId xmlns:a16="http://schemas.microsoft.com/office/drawing/2014/main" val="20004"/>
                    </a:ext>
                  </a:extLst>
                </a:gridCol>
              </a:tblGrid>
              <a:tr h="313055">
                <a:tc>
                  <a:txBody>
                    <a:bodyPr/>
                    <a:lstStyle/>
                    <a:p>
                      <a:pPr algn="ctr"/>
                      <a:r>
                        <a:rPr lang="en-US" sz="1400" b="1" dirty="0">
                          <a:solidFill>
                            <a:srgbClr val="FFFFFF"/>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B4F8F"/>
                    </a:solidFill>
                  </a:tcPr>
                </a:tc>
                <a:tc>
                  <a:txBody>
                    <a:bodyPr/>
                    <a:lstStyle/>
                    <a:p>
                      <a:pPr algn="ctr"/>
                      <a:r>
                        <a:rPr lang="en-US" sz="1400" b="1" dirty="0">
                          <a:solidFill>
                            <a:srgbClr val="FFFFFF"/>
                          </a:solidFill>
                          <a:latin typeface="Calibri" pitchFamily="34" charset="0"/>
                          <a:ea typeface="Calibri" pitchFamily="34" charset="-122"/>
                          <a:cs typeface="Calibri" pitchFamily="34" charset="-120"/>
                        </a:rPr>
                        <a:t>Product Name</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B4F8F"/>
                    </a:solidFill>
                  </a:tcPr>
                </a:tc>
                <a:tc>
                  <a:txBody>
                    <a:bodyPr/>
                    <a:lstStyle/>
                    <a:p>
                      <a:pPr algn="ctr"/>
                      <a:r>
                        <a:rPr lang="en-US" sz="1400" b="1" dirty="0">
                          <a:solidFill>
                            <a:srgbClr val="FFFFFF"/>
                          </a:solidFill>
                          <a:latin typeface="Calibri" pitchFamily="34" charset="0"/>
                          <a:ea typeface="Calibri" pitchFamily="34" charset="-122"/>
                          <a:cs typeface="Calibri" pitchFamily="34" charset="-120"/>
                        </a:rPr>
                        <a:t>Orders</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B4F8F"/>
                    </a:solidFill>
                  </a:tcPr>
                </a:tc>
                <a:tc>
                  <a:txBody>
                    <a:bodyPr/>
                    <a:lstStyle/>
                    <a:p>
                      <a:pPr algn="ctr"/>
                      <a:r>
                        <a:rPr lang="en-US" sz="1400" b="1" dirty="0">
                          <a:solidFill>
                            <a:srgbClr val="FFFFFF"/>
                          </a:solidFill>
                          <a:latin typeface="Calibri" pitchFamily="34" charset="0"/>
                          <a:ea typeface="Calibri" pitchFamily="34" charset="-122"/>
                          <a:cs typeface="Calibri" pitchFamily="34" charset="-120"/>
                        </a:rPr>
                        <a:t>Reorders</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B4F8F"/>
                    </a:solidFill>
                  </a:tcPr>
                </a:tc>
                <a:tc>
                  <a:txBody>
                    <a:bodyPr/>
                    <a:lstStyle/>
                    <a:p>
                      <a:pPr algn="ctr"/>
                      <a:r>
                        <a:rPr lang="en-US" sz="1400" b="1" dirty="0">
                          <a:solidFill>
                            <a:srgbClr val="FFFFFF"/>
                          </a:solidFill>
                          <a:latin typeface="Calibri" pitchFamily="34" charset="0"/>
                          <a:ea typeface="Calibri" pitchFamily="34" charset="-122"/>
                          <a:cs typeface="Calibri" pitchFamily="34" charset="-120"/>
                        </a:rPr>
                        <a:t>Rate</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B4F8F"/>
                    </a:solidFill>
                  </a:tcPr>
                </a:tc>
                <a:extLst>
                  <a:ext uri="{0D108BD9-81ED-4DB2-BD59-A6C34878D82A}">
                    <a16:rowId xmlns:a16="http://schemas.microsoft.com/office/drawing/2014/main" val="10000"/>
                  </a:ext>
                </a:extLst>
              </a:tr>
              <a:tr h="313055">
                <a:tc>
                  <a:txBody>
                    <a:bodyPr/>
                    <a:lstStyle/>
                    <a:p>
                      <a:pPr algn="ctr"/>
                      <a:r>
                        <a:rPr lang="en-US" sz="1400" dirty="0">
                          <a:solidFill>
                            <a:srgbClr val="2D3748"/>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Organic Low Fat Milk</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100</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93</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b="1" dirty="0">
                          <a:solidFill>
                            <a:srgbClr val="2D3748"/>
                          </a:solidFill>
                          <a:latin typeface="Calibri" pitchFamily="34" charset="0"/>
                          <a:ea typeface="Calibri" pitchFamily="34" charset="-122"/>
                          <a:cs typeface="Calibri" pitchFamily="34" charset="-120"/>
                        </a:rPr>
                        <a:t>93.00%</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3055">
                <a:tc>
                  <a:txBody>
                    <a:bodyPr/>
                    <a:lstStyle/>
                    <a:p>
                      <a:pPr algn="ctr"/>
                      <a:r>
                        <a:rPr lang="en-US" sz="1400" dirty="0">
                          <a:solidFill>
                            <a:srgbClr val="2D3748"/>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Organic Whole Milk DHA</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115</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104</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b="1" dirty="0">
                          <a:solidFill>
                            <a:srgbClr val="2D3748"/>
                          </a:solidFill>
                          <a:latin typeface="Calibri" pitchFamily="34" charset="0"/>
                          <a:ea typeface="Calibri" pitchFamily="34" charset="-122"/>
                          <a:cs typeface="Calibri" pitchFamily="34" charset="-120"/>
                        </a:rPr>
                        <a:t>90.43%</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extLst>
                  <a:ext uri="{0D108BD9-81ED-4DB2-BD59-A6C34878D82A}">
                    <a16:rowId xmlns:a16="http://schemas.microsoft.com/office/drawing/2014/main" val="10002"/>
                  </a:ext>
                </a:extLst>
              </a:tr>
              <a:tr h="313055">
                <a:tc>
                  <a:txBody>
                    <a:bodyPr/>
                    <a:lstStyle/>
                    <a:p>
                      <a:pPr algn="ctr"/>
                      <a:r>
                        <a:rPr lang="en-US" sz="1400" dirty="0">
                          <a:solidFill>
                            <a:srgbClr val="2D3748"/>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Milk Organic Vitamin D</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139</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124</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b="1" dirty="0">
                          <a:solidFill>
                            <a:srgbClr val="2D3748"/>
                          </a:solidFill>
                          <a:latin typeface="Calibri" pitchFamily="34" charset="0"/>
                          <a:ea typeface="Calibri" pitchFamily="34" charset="-122"/>
                          <a:cs typeface="Calibri" pitchFamily="34" charset="-120"/>
                        </a:rPr>
                        <a:t>89.21%</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3055">
                <a:tc>
                  <a:txBody>
                    <a:bodyPr/>
                    <a:lstStyle/>
                    <a:p>
                      <a:pPr algn="ctr"/>
                      <a:r>
                        <a:rPr lang="en-US" sz="1400" dirty="0">
                          <a:solidFill>
                            <a:srgbClr val="2D3748"/>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Organic Reduced Fat Milk</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274</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242</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b="1" dirty="0">
                          <a:solidFill>
                            <a:srgbClr val="2D3748"/>
                          </a:solidFill>
                          <a:latin typeface="Calibri" pitchFamily="34" charset="0"/>
                          <a:ea typeface="Calibri" pitchFamily="34" charset="-122"/>
                          <a:cs typeface="Calibri" pitchFamily="34" charset="-120"/>
                        </a:rPr>
                        <a:t>88.32%</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extLst>
                  <a:ext uri="{0D108BD9-81ED-4DB2-BD59-A6C34878D82A}">
                    <a16:rowId xmlns:a16="http://schemas.microsoft.com/office/drawing/2014/main" val="10004"/>
                  </a:ext>
                </a:extLst>
              </a:tr>
              <a:tr h="313055">
                <a:tc>
                  <a:txBody>
                    <a:bodyPr/>
                    <a:lstStyle/>
                    <a:p>
                      <a:pPr algn="ctr"/>
                      <a:r>
                        <a:rPr lang="en-US" sz="1400" dirty="0">
                          <a:solidFill>
                            <a:srgbClr val="2D3748"/>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Banana</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4,357</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3,840</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b="1" dirty="0">
                          <a:solidFill>
                            <a:srgbClr val="2D3748"/>
                          </a:solidFill>
                          <a:latin typeface="Calibri" pitchFamily="34" charset="0"/>
                          <a:ea typeface="Calibri" pitchFamily="34" charset="-122"/>
                          <a:cs typeface="Calibri" pitchFamily="34" charset="-120"/>
                        </a:rPr>
                        <a:t>88.13%</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3055">
                <a:tc>
                  <a:txBody>
                    <a:bodyPr/>
                    <a:lstStyle/>
                    <a:p>
                      <a:pPr algn="ctr"/>
                      <a:r>
                        <a:rPr lang="en-US" sz="1400" dirty="0">
                          <a:solidFill>
                            <a:srgbClr val="2D3748"/>
                          </a:solidFill>
                          <a:latin typeface="Calibri" pitchFamily="34" charset="0"/>
                          <a:ea typeface="Calibri" pitchFamily="34" charset="-122"/>
                          <a:cs typeface="Calibri" pitchFamily="34" charset="-120"/>
                        </a:rPr>
                        <a:t>6</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Pure Sparkling Water</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258</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222</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b="1" dirty="0">
                          <a:solidFill>
                            <a:srgbClr val="2D3748"/>
                          </a:solidFill>
                          <a:latin typeface="Calibri" pitchFamily="34" charset="0"/>
                          <a:ea typeface="Calibri" pitchFamily="34" charset="-122"/>
                          <a:cs typeface="Calibri" pitchFamily="34" charset="-120"/>
                        </a:rPr>
                        <a:t>86.05%</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extLst>
                  <a:ext uri="{0D108BD9-81ED-4DB2-BD59-A6C34878D82A}">
                    <a16:rowId xmlns:a16="http://schemas.microsoft.com/office/drawing/2014/main" val="10006"/>
                  </a:ext>
                </a:extLst>
              </a:tr>
              <a:tr h="313055">
                <a:tc>
                  <a:txBody>
                    <a:bodyPr/>
                    <a:lstStyle/>
                    <a:p>
                      <a:pPr algn="ctr"/>
                      <a:r>
                        <a:rPr lang="en-US" sz="1400" dirty="0">
                          <a:solidFill>
                            <a:srgbClr val="2D3748"/>
                          </a:solidFill>
                          <a:latin typeface="Calibri" pitchFamily="34" charset="0"/>
                          <a:ea typeface="Calibri" pitchFamily="34" charset="-122"/>
                          <a:cs typeface="Calibri" pitchFamily="34" charset="-120"/>
                        </a:rPr>
                        <a:t>7</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Bag of Organic Bananas</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3,522</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3,016</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b="1" dirty="0">
                          <a:solidFill>
                            <a:srgbClr val="2D3748"/>
                          </a:solidFill>
                          <a:latin typeface="Calibri" pitchFamily="34" charset="0"/>
                          <a:ea typeface="Calibri" pitchFamily="34" charset="-122"/>
                          <a:cs typeface="Calibri" pitchFamily="34" charset="-120"/>
                        </a:rPr>
                        <a:t>85.63%</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13055">
                <a:tc>
                  <a:txBody>
                    <a:bodyPr/>
                    <a:lstStyle/>
                    <a:p>
                      <a:pPr algn="ctr"/>
                      <a:r>
                        <a:rPr lang="en-US" sz="1400" dirty="0">
                          <a:solidFill>
                            <a:srgbClr val="2D3748"/>
                          </a:solidFill>
                          <a:latin typeface="Calibri" pitchFamily="34" charset="0"/>
                          <a:ea typeface="Calibri" pitchFamily="34" charset="-122"/>
                          <a:cs typeface="Calibri" pitchFamily="34" charset="-120"/>
                        </a:rPr>
                        <a:t>8</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Organic Whole Milk</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1,121</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957</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b="1" dirty="0">
                          <a:solidFill>
                            <a:srgbClr val="2D3748"/>
                          </a:solidFill>
                          <a:latin typeface="Calibri" pitchFamily="34" charset="0"/>
                          <a:ea typeface="Calibri" pitchFamily="34" charset="-122"/>
                          <a:cs typeface="Calibri" pitchFamily="34" charset="-120"/>
                        </a:rPr>
                        <a:t>85.37%</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extLst>
                  <a:ext uri="{0D108BD9-81ED-4DB2-BD59-A6C34878D82A}">
                    <a16:rowId xmlns:a16="http://schemas.microsoft.com/office/drawing/2014/main" val="10008"/>
                  </a:ext>
                </a:extLst>
              </a:tr>
              <a:tr h="313055">
                <a:tc>
                  <a:txBody>
                    <a:bodyPr/>
                    <a:lstStyle/>
                    <a:p>
                      <a:pPr algn="ctr"/>
                      <a:r>
                        <a:rPr lang="en-US" sz="1400" dirty="0">
                          <a:solidFill>
                            <a:srgbClr val="2D3748"/>
                          </a:solidFill>
                          <a:latin typeface="Calibri" pitchFamily="34" charset="0"/>
                          <a:ea typeface="Calibri" pitchFamily="34" charset="-122"/>
                          <a:cs typeface="Calibri" pitchFamily="34" charset="-120"/>
                        </a:rPr>
                        <a:t>9</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Organic Fat Free Milk</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188</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160</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b="1" dirty="0">
                          <a:solidFill>
                            <a:srgbClr val="2D3748"/>
                          </a:solidFill>
                          <a:latin typeface="Calibri" pitchFamily="34" charset="0"/>
                          <a:ea typeface="Calibri" pitchFamily="34" charset="-122"/>
                          <a:cs typeface="Calibri" pitchFamily="34" charset="-120"/>
                        </a:rPr>
                        <a:t>85.11%</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13055">
                <a:tc>
                  <a:txBody>
                    <a:bodyPr/>
                    <a:lstStyle/>
                    <a:p>
                      <a:pPr algn="ctr"/>
                      <a:r>
                        <a:rPr lang="en-US" sz="1400" dirty="0">
                          <a:solidFill>
                            <a:srgbClr val="2D3748"/>
                          </a:solidFill>
                          <a:latin typeface="Calibri" pitchFamily="34" charset="0"/>
                          <a:ea typeface="Calibri" pitchFamily="34" charset="-122"/>
                          <a:cs typeface="Calibri" pitchFamily="34" charset="-120"/>
                        </a:rPr>
                        <a:t>10</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Organic Large Brown Eggs</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257</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216</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b="1" dirty="0">
                          <a:solidFill>
                            <a:srgbClr val="2D3748"/>
                          </a:solidFill>
                          <a:latin typeface="Calibri" pitchFamily="34" charset="0"/>
                          <a:ea typeface="Calibri" pitchFamily="34" charset="-122"/>
                          <a:cs typeface="Calibri" pitchFamily="34" charset="-120"/>
                        </a:rPr>
                        <a:t>84.05%</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extLst>
                  <a:ext uri="{0D108BD9-81ED-4DB2-BD59-A6C34878D82A}">
                    <a16:rowId xmlns:a16="http://schemas.microsoft.com/office/drawing/2014/main" val="10010"/>
                  </a:ext>
                </a:extLst>
              </a:tr>
            </a:tbl>
          </a:graphicData>
        </a:graphic>
      </p:graphicFrame>
      <p:sp>
        <p:nvSpPr>
          <p:cNvPr id="9" name="Shape 6"/>
          <p:cNvSpPr/>
          <p:nvPr/>
        </p:nvSpPr>
        <p:spPr>
          <a:xfrm>
            <a:off x="756653" y="4490447"/>
            <a:ext cx="6553201" cy="762000"/>
          </a:xfrm>
          <a:prstGeom prst="rect">
            <a:avLst/>
          </a:prstGeom>
          <a:solidFill>
            <a:srgbClr val="FFF3E0"/>
          </a:solidFill>
          <a:ln/>
        </p:spPr>
        <p:txBody>
          <a:bodyPr/>
          <a:lstStyle/>
          <a:p>
            <a:endParaRPr lang="en-IN"/>
          </a:p>
        </p:txBody>
      </p:sp>
      <p:sp>
        <p:nvSpPr>
          <p:cNvPr id="10" name="Text 7"/>
          <p:cNvSpPr/>
          <p:nvPr/>
        </p:nvSpPr>
        <p:spPr>
          <a:xfrm>
            <a:off x="909052" y="4570826"/>
            <a:ext cx="6184233" cy="533400"/>
          </a:xfrm>
          <a:prstGeom prst="rect">
            <a:avLst/>
          </a:prstGeom>
          <a:noFill/>
          <a:ln/>
        </p:spPr>
        <p:txBody>
          <a:bodyPr wrap="square" lIns="0" tIns="0" rIns="0" bIns="0" rtlCol="0" anchor="ctr"/>
          <a:lstStyle/>
          <a:p>
            <a:pPr algn="just">
              <a:lnSpc>
                <a:spcPct val="140000"/>
              </a:lnSpc>
            </a:pPr>
            <a:r>
              <a:rPr lang="en-US" sz="1400" b="1" spc="80" dirty="0">
                <a:solidFill>
                  <a:srgbClr val="2D3748"/>
                </a:solidFill>
                <a:latin typeface="Calibri" pitchFamily="34" charset="0"/>
                <a:ea typeface="Calibri" pitchFamily="34" charset="-122"/>
                <a:cs typeface="Calibri" pitchFamily="34" charset="-120"/>
              </a:rPr>
              <a:t>Threshold = 100 orders:</a:t>
            </a:r>
            <a:r>
              <a:rPr lang="en-US" sz="1400" spc="80" dirty="0">
                <a:solidFill>
                  <a:srgbClr val="2D3748"/>
                </a:solidFill>
                <a:latin typeface="Calibri" pitchFamily="34" charset="0"/>
                <a:ea typeface="Calibri" pitchFamily="34" charset="-122"/>
                <a:cs typeface="Calibri" pitchFamily="34" charset="-120"/>
              </a:rPr>
              <a:t> Filters out statistically weak results from small samples, ensuring reliable business decisions.</a:t>
            </a:r>
            <a:endParaRPr lang="en-US" sz="1400" spc="80" dirty="0"/>
          </a:p>
        </p:txBody>
      </p:sp>
      <p:sp>
        <p:nvSpPr>
          <p:cNvPr id="15" name="Shape 12"/>
          <p:cNvSpPr/>
          <p:nvPr/>
        </p:nvSpPr>
        <p:spPr>
          <a:xfrm>
            <a:off x="762000" y="8763000"/>
            <a:ext cx="14732000" cy="25400"/>
          </a:xfrm>
          <a:prstGeom prst="rect">
            <a:avLst/>
          </a:prstGeom>
          <a:solidFill>
            <a:srgbClr val="1B4F8F"/>
          </a:solidFill>
          <a:ln/>
        </p:spPr>
        <p:txBody>
          <a:bodyPr/>
          <a:lstStyle/>
          <a:p>
            <a:endParaRPr lang="en-IN"/>
          </a:p>
        </p:txBody>
      </p:sp>
      <p:sp>
        <p:nvSpPr>
          <p:cNvPr id="16" name="Text 13"/>
          <p:cNvSpPr/>
          <p:nvPr/>
        </p:nvSpPr>
        <p:spPr>
          <a:xfrm>
            <a:off x="14478000" y="8826500"/>
            <a:ext cx="1016000" cy="254000"/>
          </a:xfrm>
          <a:prstGeom prst="rect">
            <a:avLst/>
          </a:prstGeom>
          <a:noFill/>
          <a:ln/>
        </p:spPr>
        <p:txBody>
          <a:bodyPr wrap="none" lIns="0" tIns="0" rIns="0" bIns="0" rtlCol="0" anchor="ctr"/>
          <a:lstStyle/>
          <a:p>
            <a:pPr algn="r">
              <a:lnSpc>
                <a:spcPct val="120000"/>
              </a:lnSpc>
            </a:pPr>
            <a:r>
              <a:rPr lang="en-US" sz="1200" dirty="0">
                <a:solidFill>
                  <a:srgbClr val="718096"/>
                </a:solidFill>
                <a:latin typeface="Calibri" pitchFamily="34" charset="0"/>
                <a:ea typeface="Calibri" pitchFamily="34" charset="-122"/>
                <a:cs typeface="Calibri" pitchFamily="34" charset="-120"/>
              </a:rPr>
              <a:t>23 / 55</a:t>
            </a:r>
            <a:endParaRPr lang="en-US" sz="1200" dirty="0"/>
          </a:p>
        </p:txBody>
      </p:sp>
      <p:sp>
        <p:nvSpPr>
          <p:cNvPr id="38" name="Text 9">
            <a:extLst>
              <a:ext uri="{FF2B5EF4-FFF2-40B4-BE49-F238E27FC236}">
                <a16:creationId xmlns:a16="http://schemas.microsoft.com/office/drawing/2014/main" id="{EB12AF18-3AAB-B6EA-C9F7-B0D28398D750}"/>
              </a:ext>
            </a:extLst>
          </p:cNvPr>
          <p:cNvSpPr/>
          <p:nvPr/>
        </p:nvSpPr>
        <p:spPr>
          <a:xfrm>
            <a:off x="812800" y="5293893"/>
            <a:ext cx="6502401" cy="1610559"/>
          </a:xfrm>
          <a:prstGeom prst="rect">
            <a:avLst/>
          </a:prstGeom>
          <a:noFill/>
          <a:ln/>
        </p:spPr>
        <p:txBody>
          <a:bodyPr wrap="square" lIns="0" tIns="0" rIns="0" bIns="0" rtlCol="0" anchor="t"/>
          <a:lstStyle/>
          <a:p>
            <a:pPr algn="just">
              <a:lnSpc>
                <a:spcPct val="145000"/>
              </a:lnSpc>
            </a:pPr>
            <a:r>
              <a:rPr lang="en-US" sz="1500" b="1" dirty="0">
                <a:solidFill>
                  <a:srgbClr val="1B4F8F"/>
                </a:solidFill>
                <a:latin typeface="Calibri" pitchFamily="34" charset="0"/>
                <a:ea typeface="Calibri" pitchFamily="34" charset="-122"/>
                <a:cs typeface="Calibri" pitchFamily="34" charset="-120"/>
              </a:rPr>
              <a:t>Interpretation </a:t>
            </a:r>
          </a:p>
          <a:p>
            <a:pPr algn="just">
              <a:lnSpc>
                <a:spcPct val="145000"/>
              </a:lnSpc>
            </a:pPr>
            <a:r>
              <a:rPr lang="en-US" sz="1500" dirty="0">
                <a:solidFill>
                  <a:srgbClr val="2D3748"/>
                </a:solidFill>
                <a:latin typeface="Calibri" pitchFamily="34" charset="0"/>
                <a:ea typeface="Calibri" pitchFamily="34" charset="-122"/>
                <a:cs typeface="Calibri" pitchFamily="34" charset="-120"/>
              </a:rPr>
              <a:t>Organic milk products consistently rank highest across all thresholds. Banana remains in top 10 despite thousands of orders, confirming broad-based popularity. Threshold of 100 balances sample size with reliability.</a:t>
            </a:r>
            <a:endParaRPr lang="en-US" sz="1500" dirty="0"/>
          </a:p>
        </p:txBody>
      </p:sp>
      <p:sp>
        <p:nvSpPr>
          <p:cNvPr id="42" name="TextBox 41">
            <a:extLst>
              <a:ext uri="{FF2B5EF4-FFF2-40B4-BE49-F238E27FC236}">
                <a16:creationId xmlns:a16="http://schemas.microsoft.com/office/drawing/2014/main" id="{924654DD-F1DC-603A-B938-61D4B180214D}"/>
              </a:ext>
            </a:extLst>
          </p:cNvPr>
          <p:cNvSpPr txBox="1"/>
          <p:nvPr/>
        </p:nvSpPr>
        <p:spPr>
          <a:xfrm>
            <a:off x="812800" y="2086811"/>
            <a:ext cx="1851526" cy="307777"/>
          </a:xfrm>
          <a:prstGeom prst="rect">
            <a:avLst/>
          </a:prstGeom>
          <a:noFill/>
        </p:spPr>
        <p:txBody>
          <a:bodyPr wrap="square">
            <a:spAutoFit/>
          </a:bodyPr>
          <a:lstStyle/>
          <a:p>
            <a:r>
              <a:rPr lang="en-US" sz="1400" b="1" dirty="0">
                <a:solidFill>
                  <a:srgbClr val="718096"/>
                </a:solidFill>
                <a:latin typeface="Calibri" pitchFamily="34" charset="0"/>
                <a:ea typeface="Calibri" pitchFamily="34" charset="-122"/>
                <a:cs typeface="Calibri" pitchFamily="34" charset="-120"/>
              </a:rPr>
              <a:t>PYTHON CODE</a:t>
            </a:r>
            <a:endParaRPr lang="en-IN" sz="1400" dirty="0"/>
          </a:p>
        </p:txBody>
      </p:sp>
      <p:sp>
        <p:nvSpPr>
          <p:cNvPr id="44" name="Text 5">
            <a:extLst>
              <a:ext uri="{FF2B5EF4-FFF2-40B4-BE49-F238E27FC236}">
                <a16:creationId xmlns:a16="http://schemas.microsoft.com/office/drawing/2014/main" id="{4C2BF447-A7BB-85CD-18A4-52E091E2BCA3}"/>
              </a:ext>
            </a:extLst>
          </p:cNvPr>
          <p:cNvSpPr/>
          <p:nvPr/>
        </p:nvSpPr>
        <p:spPr>
          <a:xfrm>
            <a:off x="909053" y="2390270"/>
            <a:ext cx="6184233" cy="2032335"/>
          </a:xfrm>
          <a:prstGeom prst="rect">
            <a:avLst/>
          </a:prstGeom>
          <a:noFill/>
          <a:ln/>
        </p:spPr>
        <p:txBody>
          <a:bodyPr wrap="square" lIns="0" tIns="0" rIns="0" bIns="0" rtlCol="0" anchor="t"/>
          <a:lstStyle/>
          <a:p>
            <a:pPr>
              <a:spcBef>
                <a:spcPts val="200"/>
              </a:spcBef>
            </a:pPr>
            <a:r>
              <a:rPr lang="en-US" sz="1300" spc="80" dirty="0">
                <a:solidFill>
                  <a:srgbClr val="2D3748"/>
                </a:solidFill>
                <a:latin typeface="Calibri" pitchFamily="34" charset="0"/>
                <a:ea typeface="Calibri" pitchFamily="34" charset="-122"/>
                <a:cs typeface="Calibri" pitchFamily="34" charset="-120"/>
              </a:rPr>
              <a:t>def </a:t>
            </a:r>
            <a:r>
              <a:rPr lang="en-US" sz="1300" spc="80" dirty="0" err="1">
                <a:solidFill>
                  <a:srgbClr val="2D3748"/>
                </a:solidFill>
                <a:latin typeface="Calibri" pitchFamily="34" charset="0"/>
                <a:ea typeface="Calibri" pitchFamily="34" charset="-122"/>
                <a:cs typeface="Calibri" pitchFamily="34" charset="-120"/>
              </a:rPr>
              <a:t>top_reorder_products</a:t>
            </a:r>
            <a:r>
              <a:rPr lang="en-US" sz="1300" spc="80" dirty="0">
                <a:solidFill>
                  <a:srgbClr val="2D3748"/>
                </a:solidFill>
                <a:latin typeface="Calibri" pitchFamily="34" charset="0"/>
                <a:ea typeface="Calibri" pitchFamily="34" charset="-122"/>
                <a:cs typeface="Calibri" pitchFamily="34" charset="-120"/>
              </a:rPr>
              <a:t>(</a:t>
            </a:r>
            <a:r>
              <a:rPr lang="en-US" sz="1300" spc="80" dirty="0" err="1">
                <a:solidFill>
                  <a:srgbClr val="2D3748"/>
                </a:solidFill>
                <a:latin typeface="Calibri" pitchFamily="34" charset="0"/>
                <a:ea typeface="Calibri" pitchFamily="34" charset="-122"/>
                <a:cs typeface="Calibri" pitchFamily="34" charset="-120"/>
              </a:rPr>
              <a:t>min_orders</a:t>
            </a:r>
            <a:r>
              <a:rPr lang="en-US" sz="1300" spc="80" dirty="0">
                <a:solidFill>
                  <a:srgbClr val="2D3748"/>
                </a:solidFill>
                <a:latin typeface="Calibri" pitchFamily="34" charset="0"/>
                <a:ea typeface="Calibri" pitchFamily="34" charset="-122"/>
                <a:cs typeface="Calibri" pitchFamily="34" charset="-120"/>
              </a:rPr>
              <a:t>):</a:t>
            </a:r>
            <a:endParaRPr lang="en-US" sz="1300" spc="80" dirty="0"/>
          </a:p>
          <a:p>
            <a:pPr>
              <a:spcBef>
                <a:spcPts val="200"/>
              </a:spcBef>
            </a:pPr>
            <a:r>
              <a:rPr lang="en-US" sz="1300" spc="80" dirty="0">
                <a:solidFill>
                  <a:srgbClr val="2D3748"/>
                </a:solidFill>
                <a:latin typeface="Calibri" pitchFamily="34" charset="0"/>
                <a:ea typeface="Calibri" pitchFamily="34" charset="-122"/>
                <a:cs typeface="Calibri" pitchFamily="34" charset="-120"/>
              </a:rPr>
              <a:t>  result = </a:t>
            </a:r>
            <a:r>
              <a:rPr lang="en-US" sz="1300" spc="80" dirty="0" err="1">
                <a:solidFill>
                  <a:srgbClr val="2D3748"/>
                </a:solidFill>
                <a:latin typeface="Calibri" pitchFamily="34" charset="0"/>
                <a:ea typeface="Calibri" pitchFamily="34" charset="-122"/>
                <a:cs typeface="Calibri" pitchFamily="34" charset="-120"/>
              </a:rPr>
              <a:t>master_df.groupby</a:t>
            </a:r>
            <a:r>
              <a:rPr lang="en-US" sz="1300" spc="80" dirty="0">
                <a:solidFill>
                  <a:srgbClr val="2D3748"/>
                </a:solidFill>
                <a:latin typeface="Calibri" pitchFamily="34" charset="0"/>
                <a:ea typeface="Calibri" pitchFamily="34" charset="-122"/>
                <a:cs typeface="Calibri" pitchFamily="34" charset="-120"/>
              </a:rPr>
              <a:t>("</a:t>
            </a:r>
            <a:r>
              <a:rPr lang="en-US" sz="1300" spc="80" dirty="0" err="1">
                <a:solidFill>
                  <a:srgbClr val="2D3748"/>
                </a:solidFill>
                <a:latin typeface="Calibri" pitchFamily="34" charset="0"/>
                <a:ea typeface="Calibri" pitchFamily="34" charset="-122"/>
                <a:cs typeface="Calibri" pitchFamily="34" charset="-120"/>
              </a:rPr>
              <a:t>product_name</a:t>
            </a:r>
            <a:r>
              <a:rPr lang="en-US" sz="1300" spc="80" dirty="0">
                <a:solidFill>
                  <a:srgbClr val="2D3748"/>
                </a:solidFill>
                <a:latin typeface="Calibri" pitchFamily="34" charset="0"/>
                <a:ea typeface="Calibri" pitchFamily="34" charset="-122"/>
                <a:cs typeface="Calibri" pitchFamily="34" charset="-120"/>
              </a:rPr>
              <a:t>")</a:t>
            </a:r>
            <a:endParaRPr lang="en-US" sz="1300" spc="80" dirty="0"/>
          </a:p>
          <a:p>
            <a:pPr>
              <a:spcBef>
                <a:spcPts val="200"/>
              </a:spcBef>
            </a:pPr>
            <a:r>
              <a:rPr lang="en-US" sz="1300" spc="80" dirty="0">
                <a:solidFill>
                  <a:srgbClr val="2D3748"/>
                </a:solidFill>
                <a:latin typeface="Calibri" pitchFamily="34" charset="0"/>
                <a:ea typeface="Calibri" pitchFamily="34" charset="-122"/>
                <a:cs typeface="Calibri" pitchFamily="34" charset="-120"/>
              </a:rPr>
              <a:t>    .</a:t>
            </a:r>
            <a:r>
              <a:rPr lang="en-US" sz="1300" spc="80" dirty="0" err="1">
                <a:solidFill>
                  <a:srgbClr val="2D3748"/>
                </a:solidFill>
                <a:latin typeface="Calibri" pitchFamily="34" charset="0"/>
                <a:ea typeface="Calibri" pitchFamily="34" charset="-122"/>
                <a:cs typeface="Calibri" pitchFamily="34" charset="-120"/>
              </a:rPr>
              <a:t>agg</a:t>
            </a:r>
            <a:r>
              <a:rPr lang="en-US" sz="1300" spc="80" dirty="0">
                <a:solidFill>
                  <a:srgbClr val="2D3748"/>
                </a:solidFill>
                <a:latin typeface="Calibri" pitchFamily="34" charset="0"/>
                <a:ea typeface="Calibri" pitchFamily="34" charset="-122"/>
                <a:cs typeface="Calibri" pitchFamily="34" charset="-120"/>
              </a:rPr>
              <a:t>(</a:t>
            </a:r>
            <a:r>
              <a:rPr lang="en-US" sz="1300" spc="80" dirty="0" err="1">
                <a:solidFill>
                  <a:srgbClr val="2D3748"/>
                </a:solidFill>
                <a:latin typeface="Calibri" pitchFamily="34" charset="0"/>
                <a:ea typeface="Calibri" pitchFamily="34" charset="-122"/>
                <a:cs typeface="Calibri" pitchFamily="34" charset="-120"/>
              </a:rPr>
              <a:t>total_orders</a:t>
            </a:r>
            <a:r>
              <a:rPr lang="en-US" sz="1300" spc="80" dirty="0">
                <a:solidFill>
                  <a:srgbClr val="2D3748"/>
                </a:solidFill>
                <a:latin typeface="Calibri" pitchFamily="34" charset="0"/>
                <a:ea typeface="Calibri" pitchFamily="34" charset="-122"/>
                <a:cs typeface="Calibri" pitchFamily="34" charset="-120"/>
              </a:rPr>
              <a:t>=("</a:t>
            </a:r>
            <a:r>
              <a:rPr lang="en-US" sz="1300" spc="80" dirty="0" err="1">
                <a:solidFill>
                  <a:srgbClr val="2D3748"/>
                </a:solidFill>
                <a:latin typeface="Calibri" pitchFamily="34" charset="0"/>
                <a:ea typeface="Calibri" pitchFamily="34" charset="-122"/>
                <a:cs typeface="Calibri" pitchFamily="34" charset="-120"/>
              </a:rPr>
              <a:t>product_id","count</a:t>
            </a:r>
            <a:r>
              <a:rPr lang="en-US" sz="1300" spc="80" dirty="0">
                <a:solidFill>
                  <a:srgbClr val="2D3748"/>
                </a:solidFill>
                <a:latin typeface="Calibri" pitchFamily="34" charset="0"/>
                <a:ea typeface="Calibri" pitchFamily="34" charset="-122"/>
                <a:cs typeface="Calibri" pitchFamily="34" charset="-120"/>
              </a:rPr>
              <a:t>"),</a:t>
            </a:r>
            <a:endParaRPr lang="en-US" sz="1300" spc="80" dirty="0"/>
          </a:p>
          <a:p>
            <a:pPr>
              <a:spcBef>
                <a:spcPts val="200"/>
              </a:spcBef>
            </a:pPr>
            <a:r>
              <a:rPr lang="en-US" sz="1300" spc="80" dirty="0">
                <a:solidFill>
                  <a:srgbClr val="2D3748"/>
                </a:solidFill>
                <a:latin typeface="Calibri" pitchFamily="34" charset="0"/>
                <a:ea typeface="Calibri" pitchFamily="34" charset="-122"/>
                <a:cs typeface="Calibri" pitchFamily="34" charset="-120"/>
              </a:rPr>
              <a:t>         </a:t>
            </a:r>
            <a:r>
              <a:rPr lang="en-US" sz="1300" spc="80" dirty="0" err="1">
                <a:solidFill>
                  <a:srgbClr val="2D3748"/>
                </a:solidFill>
                <a:latin typeface="Calibri" pitchFamily="34" charset="0"/>
                <a:ea typeface="Calibri" pitchFamily="34" charset="-122"/>
                <a:cs typeface="Calibri" pitchFamily="34" charset="-120"/>
              </a:rPr>
              <a:t>reorder_count</a:t>
            </a:r>
            <a:r>
              <a:rPr lang="en-US" sz="1300" spc="80" dirty="0">
                <a:solidFill>
                  <a:srgbClr val="2D3748"/>
                </a:solidFill>
                <a:latin typeface="Calibri" pitchFamily="34" charset="0"/>
                <a:ea typeface="Calibri" pitchFamily="34" charset="-122"/>
                <a:cs typeface="Calibri" pitchFamily="34" charset="-120"/>
              </a:rPr>
              <a:t>=("</a:t>
            </a:r>
            <a:r>
              <a:rPr lang="en-US" sz="1300" spc="80" dirty="0" err="1">
                <a:solidFill>
                  <a:srgbClr val="2D3748"/>
                </a:solidFill>
                <a:latin typeface="Calibri" pitchFamily="34" charset="0"/>
                <a:ea typeface="Calibri" pitchFamily="34" charset="-122"/>
                <a:cs typeface="Calibri" pitchFamily="34" charset="-120"/>
              </a:rPr>
              <a:t>reordered","sum</a:t>
            </a:r>
            <a:r>
              <a:rPr lang="en-US" sz="1300" spc="80" dirty="0">
                <a:solidFill>
                  <a:srgbClr val="2D3748"/>
                </a:solidFill>
                <a:latin typeface="Calibri" pitchFamily="34" charset="0"/>
                <a:ea typeface="Calibri" pitchFamily="34" charset="-122"/>
                <a:cs typeface="Calibri" pitchFamily="34" charset="-120"/>
              </a:rPr>
              <a:t>"))</a:t>
            </a:r>
            <a:endParaRPr lang="en-US" sz="1300" spc="80" dirty="0"/>
          </a:p>
          <a:p>
            <a:pPr>
              <a:spcBef>
                <a:spcPts val="200"/>
              </a:spcBef>
            </a:pPr>
            <a:r>
              <a:rPr lang="en-US" sz="1300" spc="80" dirty="0">
                <a:solidFill>
                  <a:srgbClr val="2D3748"/>
                </a:solidFill>
                <a:latin typeface="Calibri" pitchFamily="34" charset="0"/>
                <a:ea typeface="Calibri" pitchFamily="34" charset="-122"/>
                <a:cs typeface="Calibri" pitchFamily="34" charset="-120"/>
              </a:rPr>
              <a:t>  result["</a:t>
            </a:r>
            <a:r>
              <a:rPr lang="en-US" sz="1300" spc="80" dirty="0" err="1">
                <a:solidFill>
                  <a:srgbClr val="2D3748"/>
                </a:solidFill>
                <a:latin typeface="Calibri" pitchFamily="34" charset="0"/>
                <a:ea typeface="Calibri" pitchFamily="34" charset="-122"/>
                <a:cs typeface="Calibri" pitchFamily="34" charset="-120"/>
              </a:rPr>
              <a:t>reorder_rate</a:t>
            </a:r>
            <a:r>
              <a:rPr lang="en-US" sz="1300" spc="80" dirty="0">
                <a:solidFill>
                  <a:srgbClr val="2D3748"/>
                </a:solidFill>
                <a:latin typeface="Calibri" pitchFamily="34" charset="0"/>
                <a:ea typeface="Calibri" pitchFamily="34" charset="-122"/>
                <a:cs typeface="Calibri" pitchFamily="34" charset="-120"/>
              </a:rPr>
              <a:t>"] = (result["</a:t>
            </a:r>
            <a:r>
              <a:rPr lang="en-US" sz="1300" spc="80" dirty="0" err="1">
                <a:solidFill>
                  <a:srgbClr val="2D3748"/>
                </a:solidFill>
                <a:latin typeface="Calibri" pitchFamily="34" charset="0"/>
                <a:ea typeface="Calibri" pitchFamily="34" charset="-122"/>
                <a:cs typeface="Calibri" pitchFamily="34" charset="-120"/>
              </a:rPr>
              <a:t>reorder_count</a:t>
            </a:r>
            <a:r>
              <a:rPr lang="en-US" sz="1300" spc="80" dirty="0">
                <a:solidFill>
                  <a:srgbClr val="2D3748"/>
                </a:solidFill>
                <a:latin typeface="Calibri" pitchFamily="34" charset="0"/>
                <a:ea typeface="Calibri" pitchFamily="34" charset="-122"/>
                <a:cs typeface="Calibri" pitchFamily="34" charset="-120"/>
              </a:rPr>
              <a:t>"]</a:t>
            </a:r>
            <a:endParaRPr lang="en-US" sz="1300" spc="80" dirty="0"/>
          </a:p>
          <a:p>
            <a:pPr>
              <a:spcBef>
                <a:spcPts val="200"/>
              </a:spcBef>
            </a:pPr>
            <a:r>
              <a:rPr lang="en-US" sz="1300" spc="80" dirty="0">
                <a:solidFill>
                  <a:srgbClr val="2D3748"/>
                </a:solidFill>
                <a:latin typeface="Calibri" pitchFamily="34" charset="0"/>
                <a:ea typeface="Calibri" pitchFamily="34" charset="-122"/>
                <a:cs typeface="Calibri" pitchFamily="34" charset="-120"/>
              </a:rPr>
              <a:t>    / result["</a:t>
            </a:r>
            <a:r>
              <a:rPr lang="en-US" sz="1300" spc="80" dirty="0" err="1">
                <a:solidFill>
                  <a:srgbClr val="2D3748"/>
                </a:solidFill>
                <a:latin typeface="Calibri" pitchFamily="34" charset="0"/>
                <a:ea typeface="Calibri" pitchFamily="34" charset="-122"/>
                <a:cs typeface="Calibri" pitchFamily="34" charset="-120"/>
              </a:rPr>
              <a:t>total_orders</a:t>
            </a:r>
            <a:r>
              <a:rPr lang="en-US" sz="1300" spc="80" dirty="0">
                <a:solidFill>
                  <a:srgbClr val="2D3748"/>
                </a:solidFill>
                <a:latin typeface="Calibri" pitchFamily="34" charset="0"/>
                <a:ea typeface="Calibri" pitchFamily="34" charset="-122"/>
                <a:cs typeface="Calibri" pitchFamily="34" charset="-120"/>
              </a:rPr>
              <a:t>"] * 100).round(2)</a:t>
            </a:r>
            <a:endParaRPr lang="en-US" sz="1300" spc="80" dirty="0"/>
          </a:p>
          <a:p>
            <a:pPr>
              <a:spcBef>
                <a:spcPts val="200"/>
              </a:spcBef>
            </a:pPr>
            <a:r>
              <a:rPr lang="en-US" sz="1300" spc="80" dirty="0">
                <a:solidFill>
                  <a:srgbClr val="2D3748"/>
                </a:solidFill>
                <a:latin typeface="Calibri" pitchFamily="34" charset="0"/>
                <a:ea typeface="Calibri" pitchFamily="34" charset="-122"/>
                <a:cs typeface="Calibri" pitchFamily="34" charset="-120"/>
              </a:rPr>
              <a:t>  return result[</a:t>
            </a:r>
            <a:r>
              <a:rPr lang="en-US" sz="1300" spc="80" dirty="0" err="1">
                <a:solidFill>
                  <a:srgbClr val="2D3748"/>
                </a:solidFill>
                <a:latin typeface="Calibri" pitchFamily="34" charset="0"/>
                <a:ea typeface="Calibri" pitchFamily="34" charset="-122"/>
                <a:cs typeface="Calibri" pitchFamily="34" charset="-120"/>
              </a:rPr>
              <a:t>result.total_orders</a:t>
            </a:r>
            <a:r>
              <a:rPr lang="en-US" sz="1300" spc="80" dirty="0">
                <a:solidFill>
                  <a:srgbClr val="2D3748"/>
                </a:solidFill>
                <a:latin typeface="Calibri" pitchFamily="34" charset="0"/>
                <a:ea typeface="Calibri" pitchFamily="34" charset="-122"/>
                <a:cs typeface="Calibri" pitchFamily="34" charset="-120"/>
              </a:rPr>
              <a:t> &gt;= </a:t>
            </a:r>
            <a:r>
              <a:rPr lang="en-US" sz="1300" spc="80" dirty="0" err="1">
                <a:solidFill>
                  <a:srgbClr val="2D3748"/>
                </a:solidFill>
                <a:latin typeface="Calibri" pitchFamily="34" charset="0"/>
                <a:ea typeface="Calibri" pitchFamily="34" charset="-122"/>
                <a:cs typeface="Calibri" pitchFamily="34" charset="-120"/>
              </a:rPr>
              <a:t>min_orders</a:t>
            </a:r>
            <a:r>
              <a:rPr lang="en-US" sz="1300" spc="80" dirty="0">
                <a:solidFill>
                  <a:srgbClr val="2D3748"/>
                </a:solidFill>
                <a:latin typeface="Calibri" pitchFamily="34" charset="0"/>
                <a:ea typeface="Calibri" pitchFamily="34" charset="-122"/>
                <a:cs typeface="Calibri" pitchFamily="34" charset="-120"/>
              </a:rPr>
              <a:t>]</a:t>
            </a:r>
            <a:endParaRPr lang="en-US" sz="1300" spc="80" dirty="0"/>
          </a:p>
          <a:p>
            <a:pPr>
              <a:spcBef>
                <a:spcPts val="200"/>
              </a:spcBef>
            </a:pPr>
            <a:r>
              <a:rPr lang="en-US" sz="1300" spc="80" dirty="0">
                <a:solidFill>
                  <a:srgbClr val="2D3748"/>
                </a:solidFill>
                <a:latin typeface="Calibri" pitchFamily="34" charset="0"/>
                <a:ea typeface="Calibri" pitchFamily="34" charset="-122"/>
                <a:cs typeface="Calibri" pitchFamily="34" charset="-120"/>
              </a:rPr>
              <a:t>    .</a:t>
            </a:r>
            <a:r>
              <a:rPr lang="en-US" sz="1300" spc="80" dirty="0" err="1">
                <a:solidFill>
                  <a:srgbClr val="2D3748"/>
                </a:solidFill>
                <a:latin typeface="Calibri" pitchFamily="34" charset="0"/>
                <a:ea typeface="Calibri" pitchFamily="34" charset="-122"/>
                <a:cs typeface="Calibri" pitchFamily="34" charset="-120"/>
              </a:rPr>
              <a:t>sort_values</a:t>
            </a:r>
            <a:r>
              <a:rPr lang="en-US" sz="1300" spc="80" dirty="0">
                <a:solidFill>
                  <a:srgbClr val="2D3748"/>
                </a:solidFill>
                <a:latin typeface="Calibri" pitchFamily="34" charset="0"/>
                <a:ea typeface="Calibri" pitchFamily="34" charset="-122"/>
                <a:cs typeface="Calibri" pitchFamily="34" charset="-120"/>
              </a:rPr>
              <a:t>(["reorder_rate","</a:t>
            </a:r>
            <a:r>
              <a:rPr lang="en-US" sz="1300" spc="80" dirty="0" err="1">
                <a:solidFill>
                  <a:srgbClr val="2D3748"/>
                </a:solidFill>
                <a:latin typeface="Calibri" pitchFamily="34" charset="0"/>
                <a:ea typeface="Calibri" pitchFamily="34" charset="-122"/>
                <a:cs typeface="Calibri" pitchFamily="34" charset="-120"/>
              </a:rPr>
              <a:t>total_orders</a:t>
            </a:r>
            <a:r>
              <a:rPr lang="en-US" sz="1300" spc="80" dirty="0">
                <a:solidFill>
                  <a:srgbClr val="2D3748"/>
                </a:solidFill>
                <a:latin typeface="Calibri" pitchFamily="34" charset="0"/>
                <a:ea typeface="Calibri" pitchFamily="34" charset="-122"/>
                <a:cs typeface="Calibri" pitchFamily="34" charset="-120"/>
              </a:rPr>
              <a:t>"],</a:t>
            </a:r>
            <a:endParaRPr lang="en-US" sz="1300" spc="80" dirty="0"/>
          </a:p>
          <a:p>
            <a:pPr>
              <a:spcBef>
                <a:spcPts val="200"/>
              </a:spcBef>
            </a:pPr>
            <a:r>
              <a:rPr lang="en-US" sz="1300" spc="80" dirty="0">
                <a:solidFill>
                  <a:srgbClr val="2D3748"/>
                </a:solidFill>
                <a:latin typeface="Calibri" pitchFamily="34" charset="0"/>
                <a:ea typeface="Calibri" pitchFamily="34" charset="-122"/>
                <a:cs typeface="Calibri" pitchFamily="34" charset="-120"/>
              </a:rPr>
              <a:t>    ascending=[</a:t>
            </a:r>
            <a:r>
              <a:rPr lang="en-US" sz="1300" spc="80" dirty="0" err="1">
                <a:solidFill>
                  <a:srgbClr val="2D3748"/>
                </a:solidFill>
                <a:latin typeface="Calibri" pitchFamily="34" charset="0"/>
                <a:ea typeface="Calibri" pitchFamily="34" charset="-122"/>
                <a:cs typeface="Calibri" pitchFamily="34" charset="-120"/>
              </a:rPr>
              <a:t>False,False</a:t>
            </a:r>
            <a:r>
              <a:rPr lang="en-US" sz="1300" spc="80" dirty="0">
                <a:solidFill>
                  <a:srgbClr val="2D3748"/>
                </a:solidFill>
                <a:latin typeface="Calibri" pitchFamily="34" charset="0"/>
                <a:ea typeface="Calibri" pitchFamily="34" charset="-122"/>
                <a:cs typeface="Calibri" pitchFamily="34" charset="-120"/>
              </a:rPr>
              <a:t>]).head(10)</a:t>
            </a:r>
            <a:endParaRPr lang="en-US" sz="1300" spc="80" dirty="0"/>
          </a:p>
        </p:txBody>
      </p:sp>
      <p:sp>
        <p:nvSpPr>
          <p:cNvPr id="48" name="Shape 10">
            <a:extLst>
              <a:ext uri="{FF2B5EF4-FFF2-40B4-BE49-F238E27FC236}">
                <a16:creationId xmlns:a16="http://schemas.microsoft.com/office/drawing/2014/main" id="{C1444E6A-AE43-0945-09F6-E64606A832C6}"/>
              </a:ext>
            </a:extLst>
          </p:cNvPr>
          <p:cNvSpPr/>
          <p:nvPr/>
        </p:nvSpPr>
        <p:spPr>
          <a:xfrm>
            <a:off x="842879" y="7277100"/>
            <a:ext cx="14651120" cy="1016000"/>
          </a:xfrm>
          <a:prstGeom prst="rect">
            <a:avLst/>
          </a:prstGeom>
          <a:solidFill>
            <a:srgbClr val="EDF2F7"/>
          </a:solidFill>
          <a:ln/>
        </p:spPr>
        <p:txBody>
          <a:bodyPr/>
          <a:lstStyle/>
          <a:p>
            <a:endParaRPr lang="en-IN"/>
          </a:p>
        </p:txBody>
      </p:sp>
      <p:sp>
        <p:nvSpPr>
          <p:cNvPr id="50" name="Shape 11">
            <a:extLst>
              <a:ext uri="{FF2B5EF4-FFF2-40B4-BE49-F238E27FC236}">
                <a16:creationId xmlns:a16="http://schemas.microsoft.com/office/drawing/2014/main" id="{8B720530-F81D-8988-A56D-923653159A74}"/>
              </a:ext>
            </a:extLst>
          </p:cNvPr>
          <p:cNvSpPr/>
          <p:nvPr/>
        </p:nvSpPr>
        <p:spPr>
          <a:xfrm>
            <a:off x="842879" y="7277100"/>
            <a:ext cx="50800" cy="1016000"/>
          </a:xfrm>
          <a:prstGeom prst="rect">
            <a:avLst/>
          </a:prstGeom>
          <a:solidFill>
            <a:srgbClr val="1B4F8F"/>
          </a:solidFill>
          <a:ln/>
        </p:spPr>
        <p:txBody>
          <a:bodyPr/>
          <a:lstStyle/>
          <a:p>
            <a:endParaRPr lang="en-IN"/>
          </a:p>
        </p:txBody>
      </p:sp>
      <p:sp>
        <p:nvSpPr>
          <p:cNvPr id="52" name="Text 12">
            <a:extLst>
              <a:ext uri="{FF2B5EF4-FFF2-40B4-BE49-F238E27FC236}">
                <a16:creationId xmlns:a16="http://schemas.microsoft.com/office/drawing/2014/main" id="{C2516F99-3756-79E8-E605-400015F29B0D}"/>
              </a:ext>
            </a:extLst>
          </p:cNvPr>
          <p:cNvSpPr/>
          <p:nvPr/>
        </p:nvSpPr>
        <p:spPr>
          <a:xfrm>
            <a:off x="1041400" y="7378700"/>
            <a:ext cx="14287500" cy="825500"/>
          </a:xfrm>
          <a:prstGeom prst="rect">
            <a:avLst/>
          </a:prstGeom>
          <a:noFill/>
          <a:ln/>
        </p:spPr>
        <p:txBody>
          <a:bodyPr wrap="square" lIns="0" tIns="0" rIns="0" bIns="0" rtlCol="0" anchor="ctr"/>
          <a:lstStyle/>
          <a:p>
            <a:pPr>
              <a:lnSpc>
                <a:spcPct val="150000"/>
              </a:lnSpc>
            </a:pPr>
            <a:r>
              <a:rPr lang="en-US" sz="1500" b="1" dirty="0">
                <a:solidFill>
                  <a:srgbClr val="2D3748"/>
                </a:solidFill>
                <a:latin typeface="Calibri" pitchFamily="34" charset="0"/>
                <a:ea typeface="Calibri" pitchFamily="34" charset="-122"/>
                <a:cs typeface="Calibri" pitchFamily="34" charset="-120"/>
              </a:rPr>
              <a:t>Business Insight:</a:t>
            </a:r>
            <a:r>
              <a:rPr lang="en-US" sz="1500" dirty="0">
                <a:solidFill>
                  <a:srgbClr val="2D3748"/>
                </a:solidFill>
                <a:latin typeface="Calibri" pitchFamily="34" charset="0"/>
                <a:ea typeface="Calibri" pitchFamily="34" charset="-122"/>
                <a:cs typeface="Calibri" pitchFamily="34" charset="-120"/>
              </a:rPr>
              <a:t> Organic dairy products, bananas, and sparkling water are highly loyal products that should be prioritized for inventory planning, promotional campaigns, and customer retention strategies. A minimum order threshold of 100 was selected for final analysis.</a:t>
            </a:r>
            <a:endParaRPr lang="en-US" sz="1500" dirty="0"/>
          </a:p>
        </p:txBody>
      </p:sp>
    </p:spTree>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62000" y="444500"/>
            <a:ext cx="11430000" cy="444500"/>
          </a:xfrm>
          <a:prstGeom prst="rect">
            <a:avLst/>
          </a:prstGeom>
          <a:noFill/>
          <a:ln/>
        </p:spPr>
        <p:txBody>
          <a:bodyPr wrap="none" lIns="0" tIns="0" rIns="0" bIns="0" rtlCol="0" anchor="ctr"/>
          <a:lstStyle/>
          <a:p>
            <a:pPr algn="l">
              <a:lnSpc>
                <a:spcPct val="130000"/>
              </a:lnSpc>
            </a:pPr>
            <a:r>
              <a:rPr lang="en-US" sz="2400" b="1" dirty="0">
                <a:solidFill>
                  <a:srgbClr val="2D3748"/>
                </a:solidFill>
                <a:latin typeface="Calibri" pitchFamily="34" charset="0"/>
                <a:ea typeface="Calibri" pitchFamily="34" charset="-122"/>
                <a:cs typeface="Calibri" pitchFamily="34" charset="-120"/>
              </a:rPr>
              <a:t>Query 5 — Total Number of Unique Users</a:t>
            </a:r>
            <a:endParaRPr lang="en-US" sz="2400" dirty="0"/>
          </a:p>
        </p:txBody>
      </p:sp>
      <p:sp>
        <p:nvSpPr>
          <p:cNvPr id="3" name="Shape 1"/>
          <p:cNvSpPr/>
          <p:nvPr/>
        </p:nvSpPr>
        <p:spPr>
          <a:xfrm>
            <a:off x="762000" y="952500"/>
            <a:ext cx="14732000" cy="25400"/>
          </a:xfrm>
          <a:prstGeom prst="rect">
            <a:avLst/>
          </a:prstGeom>
          <a:solidFill>
            <a:srgbClr val="1B4F8F"/>
          </a:solidFill>
          <a:ln/>
        </p:spPr>
        <p:txBody>
          <a:bodyPr/>
          <a:lstStyle/>
          <a:p>
            <a:endParaRPr lang="en-IN"/>
          </a:p>
        </p:txBody>
      </p:sp>
      <p:sp>
        <p:nvSpPr>
          <p:cNvPr id="4" name="Text 2"/>
          <p:cNvSpPr/>
          <p:nvPr/>
        </p:nvSpPr>
        <p:spPr>
          <a:xfrm>
            <a:off x="762000" y="1079500"/>
            <a:ext cx="14732000" cy="279400"/>
          </a:xfrm>
          <a:prstGeom prst="rect">
            <a:avLst/>
          </a:prstGeom>
          <a:noFill/>
          <a:ln/>
        </p:spPr>
        <p:txBody>
          <a:bodyPr wrap="none" lIns="0" tIns="0" rIns="0" bIns="0" rtlCol="0" anchor="ctr"/>
          <a:lstStyle/>
          <a:p>
            <a:pPr algn="l">
              <a:lnSpc>
                <a:spcPct val="120000"/>
              </a:lnSpc>
            </a:pPr>
            <a:r>
              <a:rPr lang="en-US" sz="1300" dirty="0">
                <a:solidFill>
                  <a:srgbClr val="718096"/>
                </a:solidFill>
                <a:latin typeface="Calibri" pitchFamily="34" charset="0"/>
                <a:ea typeface="Calibri" pitchFamily="34" charset="-122"/>
                <a:cs typeface="Calibri" pitchFamily="34" charset="-120"/>
              </a:rPr>
              <a:t>Objective: Determine total unique customers | Customer Behavior Objective</a:t>
            </a:r>
            <a:endParaRPr lang="en-US" sz="1300" dirty="0"/>
          </a:p>
        </p:txBody>
      </p:sp>
      <p:sp>
        <p:nvSpPr>
          <p:cNvPr id="5" name="Shape 3"/>
          <p:cNvSpPr/>
          <p:nvPr/>
        </p:nvSpPr>
        <p:spPr>
          <a:xfrm>
            <a:off x="8940799" y="3310190"/>
            <a:ext cx="6553201" cy="1942258"/>
          </a:xfrm>
          <a:prstGeom prst="rect">
            <a:avLst/>
          </a:prstGeom>
          <a:solidFill>
            <a:srgbClr val="EDF2F7"/>
          </a:solidFill>
          <a:ln/>
        </p:spPr>
        <p:txBody>
          <a:bodyPr/>
          <a:lstStyle/>
          <a:p>
            <a:endParaRPr lang="en-IN"/>
          </a:p>
        </p:txBody>
      </p:sp>
      <p:sp>
        <p:nvSpPr>
          <p:cNvPr id="6" name="Text 4"/>
          <p:cNvSpPr/>
          <p:nvPr/>
        </p:nvSpPr>
        <p:spPr>
          <a:xfrm>
            <a:off x="10033000" y="3610632"/>
            <a:ext cx="4445000" cy="825500"/>
          </a:xfrm>
          <a:prstGeom prst="rect">
            <a:avLst/>
          </a:prstGeom>
          <a:noFill/>
          <a:ln/>
        </p:spPr>
        <p:txBody>
          <a:bodyPr wrap="none" lIns="0" tIns="0" rIns="0" bIns="0" rtlCol="0" anchor="ctr"/>
          <a:lstStyle/>
          <a:p>
            <a:pPr algn="ctr">
              <a:lnSpc>
                <a:spcPct val="120000"/>
              </a:lnSpc>
            </a:pPr>
            <a:r>
              <a:rPr lang="en-US" sz="5600" b="1" dirty="0">
                <a:solidFill>
                  <a:srgbClr val="1B4F8F"/>
                </a:solidFill>
                <a:latin typeface="Calibri" pitchFamily="34" charset="0"/>
                <a:ea typeface="Calibri" pitchFamily="34" charset="-122"/>
                <a:cs typeface="Calibri" pitchFamily="34" charset="-120"/>
              </a:rPr>
              <a:t>63,100</a:t>
            </a:r>
            <a:endParaRPr lang="en-US" sz="5600" dirty="0"/>
          </a:p>
        </p:txBody>
      </p:sp>
      <p:sp>
        <p:nvSpPr>
          <p:cNvPr id="7" name="Text 5"/>
          <p:cNvSpPr/>
          <p:nvPr/>
        </p:nvSpPr>
        <p:spPr>
          <a:xfrm>
            <a:off x="10033000" y="4499632"/>
            <a:ext cx="4445000" cy="381000"/>
          </a:xfrm>
          <a:prstGeom prst="rect">
            <a:avLst/>
          </a:prstGeom>
          <a:noFill/>
          <a:ln/>
        </p:spPr>
        <p:txBody>
          <a:bodyPr wrap="none" lIns="0" tIns="0" rIns="0" bIns="0" rtlCol="0" anchor="ctr"/>
          <a:lstStyle/>
          <a:p>
            <a:pPr algn="ctr">
              <a:lnSpc>
                <a:spcPct val="120000"/>
              </a:lnSpc>
            </a:pPr>
            <a:r>
              <a:rPr lang="en-US" sz="1600" dirty="0">
                <a:solidFill>
                  <a:srgbClr val="718096"/>
                </a:solidFill>
                <a:latin typeface="Calibri" pitchFamily="34" charset="0"/>
                <a:ea typeface="Calibri" pitchFamily="34" charset="-122"/>
                <a:cs typeface="Calibri" pitchFamily="34" charset="-120"/>
              </a:rPr>
              <a:t>Unique Customers</a:t>
            </a:r>
            <a:endParaRPr lang="en-US" sz="1600" dirty="0"/>
          </a:p>
        </p:txBody>
      </p:sp>
      <p:sp>
        <p:nvSpPr>
          <p:cNvPr id="16" name="Shape 14"/>
          <p:cNvSpPr/>
          <p:nvPr/>
        </p:nvSpPr>
        <p:spPr>
          <a:xfrm>
            <a:off x="762000" y="8763000"/>
            <a:ext cx="14732000" cy="25400"/>
          </a:xfrm>
          <a:prstGeom prst="rect">
            <a:avLst/>
          </a:prstGeom>
          <a:solidFill>
            <a:srgbClr val="1B4F8F"/>
          </a:solidFill>
          <a:ln/>
        </p:spPr>
        <p:txBody>
          <a:bodyPr/>
          <a:lstStyle/>
          <a:p>
            <a:endParaRPr lang="en-IN"/>
          </a:p>
        </p:txBody>
      </p:sp>
      <p:sp>
        <p:nvSpPr>
          <p:cNvPr id="17" name="Text 15"/>
          <p:cNvSpPr/>
          <p:nvPr/>
        </p:nvSpPr>
        <p:spPr>
          <a:xfrm>
            <a:off x="14478000" y="8826500"/>
            <a:ext cx="1016000" cy="254000"/>
          </a:xfrm>
          <a:prstGeom prst="rect">
            <a:avLst/>
          </a:prstGeom>
          <a:noFill/>
          <a:ln/>
        </p:spPr>
        <p:txBody>
          <a:bodyPr wrap="none" lIns="0" tIns="0" rIns="0" bIns="0" rtlCol="0" anchor="ctr"/>
          <a:lstStyle/>
          <a:p>
            <a:pPr algn="r">
              <a:lnSpc>
                <a:spcPct val="120000"/>
              </a:lnSpc>
            </a:pPr>
            <a:r>
              <a:rPr lang="en-US" sz="1200" dirty="0">
                <a:solidFill>
                  <a:srgbClr val="718096"/>
                </a:solidFill>
                <a:latin typeface="Calibri" pitchFamily="34" charset="0"/>
                <a:ea typeface="Calibri" pitchFamily="34" charset="-122"/>
                <a:cs typeface="Calibri" pitchFamily="34" charset="-120"/>
              </a:rPr>
              <a:t>24 / 55</a:t>
            </a:r>
            <a:endParaRPr lang="en-US" sz="1200" dirty="0"/>
          </a:p>
        </p:txBody>
      </p:sp>
      <p:sp>
        <p:nvSpPr>
          <p:cNvPr id="19" name="Text 9">
            <a:extLst>
              <a:ext uri="{FF2B5EF4-FFF2-40B4-BE49-F238E27FC236}">
                <a16:creationId xmlns:a16="http://schemas.microsoft.com/office/drawing/2014/main" id="{3B38C48A-CBCE-A2AC-3050-0BCF9D3C851E}"/>
              </a:ext>
            </a:extLst>
          </p:cNvPr>
          <p:cNvSpPr/>
          <p:nvPr/>
        </p:nvSpPr>
        <p:spPr>
          <a:xfrm>
            <a:off x="812800" y="5293893"/>
            <a:ext cx="6502401" cy="1610559"/>
          </a:xfrm>
          <a:prstGeom prst="rect">
            <a:avLst/>
          </a:prstGeom>
          <a:noFill/>
          <a:ln/>
        </p:spPr>
        <p:txBody>
          <a:bodyPr wrap="square" lIns="0" tIns="0" rIns="0" bIns="0" rtlCol="0" anchor="t"/>
          <a:lstStyle/>
          <a:p>
            <a:pPr algn="just">
              <a:lnSpc>
                <a:spcPct val="145000"/>
              </a:lnSpc>
            </a:pPr>
            <a:r>
              <a:rPr lang="en-US" sz="1500" b="1" dirty="0">
                <a:solidFill>
                  <a:srgbClr val="1B4F8F"/>
                </a:solidFill>
                <a:latin typeface="Calibri" pitchFamily="34" charset="0"/>
                <a:ea typeface="Calibri" pitchFamily="34" charset="-122"/>
                <a:cs typeface="Calibri" pitchFamily="34" charset="-120"/>
              </a:rPr>
              <a:t>Interpretation </a:t>
            </a:r>
          </a:p>
          <a:p>
            <a:pPr algn="just">
              <a:lnSpc>
                <a:spcPct val="155000"/>
              </a:lnSpc>
            </a:pPr>
            <a:r>
              <a:rPr lang="en-US" sz="1500" dirty="0">
                <a:solidFill>
                  <a:srgbClr val="2D3748"/>
                </a:solidFill>
                <a:latin typeface="Calibri" pitchFamily="34" charset="0"/>
                <a:ea typeface="Calibri" pitchFamily="34" charset="-122"/>
                <a:cs typeface="Calibri" pitchFamily="34" charset="-120"/>
              </a:rPr>
              <a:t>The dataset contains </a:t>
            </a:r>
            <a:r>
              <a:rPr lang="en-US" sz="1500" b="1" dirty="0">
                <a:solidFill>
                  <a:srgbClr val="2D3748"/>
                </a:solidFill>
                <a:latin typeface="Calibri" pitchFamily="34" charset="0"/>
                <a:ea typeface="Calibri" pitchFamily="34" charset="-122"/>
                <a:cs typeface="Calibri" pitchFamily="34" charset="-120"/>
              </a:rPr>
              <a:t>63,100 unique customers</a:t>
            </a:r>
            <a:r>
              <a:rPr lang="en-US" sz="1500" dirty="0">
                <a:solidFill>
                  <a:srgbClr val="2D3748"/>
                </a:solidFill>
                <a:latin typeface="Calibri" pitchFamily="34" charset="0"/>
                <a:ea typeface="Calibri" pitchFamily="34" charset="-122"/>
                <a:cs typeface="Calibri" pitchFamily="34" charset="-120"/>
              </a:rPr>
              <a:t> who have placed orders. This indicates a large and diverse customer base, making the dataset suitable for customer behavior and purchasing pattern analysis. A larger customer base improves the reliability of analytical insights.</a:t>
            </a:r>
            <a:endParaRPr lang="en-US" sz="1500" dirty="0"/>
          </a:p>
        </p:txBody>
      </p:sp>
      <p:sp>
        <p:nvSpPr>
          <p:cNvPr id="21" name="Shape 10">
            <a:extLst>
              <a:ext uri="{FF2B5EF4-FFF2-40B4-BE49-F238E27FC236}">
                <a16:creationId xmlns:a16="http://schemas.microsoft.com/office/drawing/2014/main" id="{12C0C056-CE79-C348-F5EC-057F437B9A1F}"/>
              </a:ext>
            </a:extLst>
          </p:cNvPr>
          <p:cNvSpPr/>
          <p:nvPr/>
        </p:nvSpPr>
        <p:spPr>
          <a:xfrm>
            <a:off x="842879" y="7277100"/>
            <a:ext cx="14651122" cy="1016000"/>
          </a:xfrm>
          <a:prstGeom prst="rect">
            <a:avLst/>
          </a:prstGeom>
          <a:solidFill>
            <a:srgbClr val="EDF2F7"/>
          </a:solidFill>
          <a:ln/>
        </p:spPr>
        <p:txBody>
          <a:bodyPr/>
          <a:lstStyle/>
          <a:p>
            <a:endParaRPr lang="en-IN"/>
          </a:p>
        </p:txBody>
      </p:sp>
      <p:sp>
        <p:nvSpPr>
          <p:cNvPr id="23" name="Shape 11">
            <a:extLst>
              <a:ext uri="{FF2B5EF4-FFF2-40B4-BE49-F238E27FC236}">
                <a16:creationId xmlns:a16="http://schemas.microsoft.com/office/drawing/2014/main" id="{6F3A181C-A444-882A-020C-C95150501757}"/>
              </a:ext>
            </a:extLst>
          </p:cNvPr>
          <p:cNvSpPr/>
          <p:nvPr/>
        </p:nvSpPr>
        <p:spPr>
          <a:xfrm>
            <a:off x="842879" y="7277100"/>
            <a:ext cx="50800" cy="1016000"/>
          </a:xfrm>
          <a:prstGeom prst="rect">
            <a:avLst/>
          </a:prstGeom>
          <a:solidFill>
            <a:srgbClr val="1B4F8F"/>
          </a:solidFill>
          <a:ln/>
        </p:spPr>
        <p:txBody>
          <a:bodyPr/>
          <a:lstStyle/>
          <a:p>
            <a:endParaRPr lang="en-IN"/>
          </a:p>
        </p:txBody>
      </p:sp>
      <p:sp>
        <p:nvSpPr>
          <p:cNvPr id="25" name="Text 12">
            <a:extLst>
              <a:ext uri="{FF2B5EF4-FFF2-40B4-BE49-F238E27FC236}">
                <a16:creationId xmlns:a16="http://schemas.microsoft.com/office/drawing/2014/main" id="{0088766F-54CE-E9A3-86FA-C8F2D6270409}"/>
              </a:ext>
            </a:extLst>
          </p:cNvPr>
          <p:cNvSpPr/>
          <p:nvPr/>
        </p:nvSpPr>
        <p:spPr>
          <a:xfrm>
            <a:off x="1041400" y="7378700"/>
            <a:ext cx="14287500" cy="825500"/>
          </a:xfrm>
          <a:prstGeom prst="rect">
            <a:avLst/>
          </a:prstGeom>
          <a:noFill/>
          <a:ln/>
        </p:spPr>
        <p:txBody>
          <a:bodyPr wrap="square" lIns="0" tIns="0" rIns="0" bIns="0" rtlCol="0" anchor="ctr"/>
          <a:lstStyle/>
          <a:p>
            <a:pPr>
              <a:lnSpc>
                <a:spcPct val="150000"/>
              </a:lnSpc>
            </a:pPr>
            <a:r>
              <a:rPr lang="en-US" sz="1500" b="1" dirty="0">
                <a:solidFill>
                  <a:srgbClr val="2D3748"/>
                </a:solidFill>
                <a:latin typeface="Calibri" pitchFamily="34" charset="0"/>
                <a:ea typeface="Calibri" pitchFamily="34" charset="-122"/>
                <a:cs typeface="Calibri" pitchFamily="34" charset="-120"/>
              </a:rPr>
              <a:t>Business Insight:</a:t>
            </a:r>
            <a:r>
              <a:rPr lang="en-US" sz="1500" dirty="0">
                <a:solidFill>
                  <a:srgbClr val="2D3748"/>
                </a:solidFill>
                <a:latin typeface="Calibri" pitchFamily="34" charset="0"/>
                <a:ea typeface="Calibri" pitchFamily="34" charset="-122"/>
                <a:cs typeface="Calibri" pitchFamily="34" charset="-120"/>
              </a:rPr>
              <a:t> The presence of over 63,000 unique customers indicates a broad market reach. This provides opportunities for customer segmentation, personalized marketing campaigns, loyalty programs, and targeted promotional strategies.</a:t>
            </a:r>
            <a:endParaRPr lang="en-US" sz="1500" dirty="0"/>
          </a:p>
        </p:txBody>
      </p:sp>
      <p:sp>
        <p:nvSpPr>
          <p:cNvPr id="27" name="Shape 3">
            <a:extLst>
              <a:ext uri="{FF2B5EF4-FFF2-40B4-BE49-F238E27FC236}">
                <a16:creationId xmlns:a16="http://schemas.microsoft.com/office/drawing/2014/main" id="{6347AB67-D89F-5589-ABBB-E387503BFD2F}"/>
              </a:ext>
            </a:extLst>
          </p:cNvPr>
          <p:cNvSpPr/>
          <p:nvPr/>
        </p:nvSpPr>
        <p:spPr>
          <a:xfrm>
            <a:off x="756653" y="2035668"/>
            <a:ext cx="6553201" cy="3216780"/>
          </a:xfrm>
          <a:prstGeom prst="rect">
            <a:avLst/>
          </a:prstGeom>
          <a:solidFill>
            <a:srgbClr val="EDF2F7"/>
          </a:solidFill>
          <a:ln/>
        </p:spPr>
        <p:txBody>
          <a:bodyPr/>
          <a:lstStyle/>
          <a:p>
            <a:endParaRPr lang="en-IN" dirty="0"/>
          </a:p>
        </p:txBody>
      </p:sp>
      <p:sp>
        <p:nvSpPr>
          <p:cNvPr id="29" name="TextBox 28">
            <a:extLst>
              <a:ext uri="{FF2B5EF4-FFF2-40B4-BE49-F238E27FC236}">
                <a16:creationId xmlns:a16="http://schemas.microsoft.com/office/drawing/2014/main" id="{DFB8CC05-523F-7BB6-0BE1-D975CA09507A}"/>
              </a:ext>
            </a:extLst>
          </p:cNvPr>
          <p:cNvSpPr txBox="1"/>
          <p:nvPr/>
        </p:nvSpPr>
        <p:spPr>
          <a:xfrm>
            <a:off x="812800" y="2086811"/>
            <a:ext cx="1851526" cy="307777"/>
          </a:xfrm>
          <a:prstGeom prst="rect">
            <a:avLst/>
          </a:prstGeom>
          <a:noFill/>
        </p:spPr>
        <p:txBody>
          <a:bodyPr wrap="square">
            <a:spAutoFit/>
          </a:bodyPr>
          <a:lstStyle/>
          <a:p>
            <a:r>
              <a:rPr lang="en-US" sz="1400" b="1" dirty="0">
                <a:solidFill>
                  <a:srgbClr val="718096"/>
                </a:solidFill>
                <a:latin typeface="Calibri" pitchFamily="34" charset="0"/>
                <a:ea typeface="Calibri" pitchFamily="34" charset="-122"/>
                <a:cs typeface="Calibri" pitchFamily="34" charset="-120"/>
              </a:rPr>
              <a:t>PYTHON CODE</a:t>
            </a:r>
            <a:endParaRPr lang="en-IN" sz="1400" dirty="0"/>
          </a:p>
        </p:txBody>
      </p:sp>
      <p:sp>
        <p:nvSpPr>
          <p:cNvPr id="31" name="Text 5">
            <a:extLst>
              <a:ext uri="{FF2B5EF4-FFF2-40B4-BE49-F238E27FC236}">
                <a16:creationId xmlns:a16="http://schemas.microsoft.com/office/drawing/2014/main" id="{73AC3644-8EA0-6146-D7EC-CEAE47D7FF5A}"/>
              </a:ext>
            </a:extLst>
          </p:cNvPr>
          <p:cNvSpPr/>
          <p:nvPr/>
        </p:nvSpPr>
        <p:spPr>
          <a:xfrm>
            <a:off x="909053" y="2390270"/>
            <a:ext cx="6184233" cy="2032335"/>
          </a:xfrm>
          <a:prstGeom prst="rect">
            <a:avLst/>
          </a:prstGeom>
          <a:noFill/>
          <a:ln/>
        </p:spPr>
        <p:txBody>
          <a:bodyPr wrap="square" lIns="0" tIns="0" rIns="0" bIns="0" rtlCol="0" anchor="t"/>
          <a:lstStyle/>
          <a:p>
            <a:pPr>
              <a:lnSpc>
                <a:spcPct val="150000"/>
              </a:lnSpc>
            </a:pPr>
            <a:r>
              <a:rPr lang="en-US" sz="1400" spc="80" dirty="0">
                <a:solidFill>
                  <a:srgbClr val="2D3748"/>
                </a:solidFill>
                <a:latin typeface="Calibri" pitchFamily="34" charset="0"/>
                <a:ea typeface="Calibri" pitchFamily="34" charset="-122"/>
                <a:cs typeface="Calibri" pitchFamily="34" charset="-120"/>
              </a:rPr>
              <a:t>q5_unique_users = orders["</a:t>
            </a:r>
            <a:r>
              <a:rPr lang="en-US" sz="1400" spc="80" dirty="0" err="1">
                <a:solidFill>
                  <a:srgbClr val="2D3748"/>
                </a:solidFill>
                <a:latin typeface="Calibri" pitchFamily="34" charset="0"/>
                <a:ea typeface="Calibri" pitchFamily="34" charset="-122"/>
                <a:cs typeface="Calibri" pitchFamily="34" charset="-120"/>
              </a:rPr>
              <a:t>user_id</a:t>
            </a:r>
            <a:r>
              <a:rPr lang="en-US" sz="1400" spc="80" dirty="0">
                <a:solidFill>
                  <a:srgbClr val="2D3748"/>
                </a:solidFill>
                <a:latin typeface="Calibri" pitchFamily="34" charset="0"/>
                <a:ea typeface="Calibri" pitchFamily="34" charset="-122"/>
                <a:cs typeface="Calibri" pitchFamily="34" charset="-120"/>
              </a:rPr>
              <a:t>"].</a:t>
            </a:r>
            <a:r>
              <a:rPr lang="en-US" sz="1400" spc="80" dirty="0" err="1">
                <a:solidFill>
                  <a:srgbClr val="2D3748"/>
                </a:solidFill>
                <a:latin typeface="Calibri" pitchFamily="34" charset="0"/>
                <a:ea typeface="Calibri" pitchFamily="34" charset="-122"/>
                <a:cs typeface="Calibri" pitchFamily="34" charset="-120"/>
              </a:rPr>
              <a:t>nunique</a:t>
            </a:r>
            <a:r>
              <a:rPr lang="en-US" sz="1400" spc="80" dirty="0">
                <a:solidFill>
                  <a:srgbClr val="2D3748"/>
                </a:solidFill>
                <a:latin typeface="Calibri" pitchFamily="34" charset="0"/>
                <a:ea typeface="Calibri" pitchFamily="34" charset="-122"/>
                <a:cs typeface="Calibri" pitchFamily="34" charset="-120"/>
              </a:rPr>
              <a:t>()</a:t>
            </a:r>
            <a:endParaRPr lang="en-US" sz="1400" spc="80" dirty="0"/>
          </a:p>
          <a:p>
            <a:pPr>
              <a:lnSpc>
                <a:spcPct val="150000"/>
              </a:lnSpc>
            </a:pPr>
            <a:r>
              <a:rPr lang="en-US" sz="1400" spc="80" dirty="0">
                <a:solidFill>
                  <a:srgbClr val="2D3748"/>
                </a:solidFill>
                <a:latin typeface="Calibri" pitchFamily="34" charset="0"/>
                <a:ea typeface="Calibri" pitchFamily="34" charset="-122"/>
                <a:cs typeface="Calibri" pitchFamily="34" charset="-120"/>
              </a:rPr>
              <a:t>print(</a:t>
            </a:r>
            <a:r>
              <a:rPr lang="en-US" sz="1400" spc="80" dirty="0" err="1">
                <a:solidFill>
                  <a:srgbClr val="2D3748"/>
                </a:solidFill>
                <a:latin typeface="Calibri" pitchFamily="34" charset="0"/>
                <a:ea typeface="Calibri" pitchFamily="34" charset="-122"/>
                <a:cs typeface="Calibri" pitchFamily="34" charset="-120"/>
              </a:rPr>
              <a:t>f"Total</a:t>
            </a:r>
            <a:r>
              <a:rPr lang="en-US" sz="1400" spc="80" dirty="0">
                <a:solidFill>
                  <a:srgbClr val="2D3748"/>
                </a:solidFill>
                <a:latin typeface="Calibri" pitchFamily="34" charset="0"/>
                <a:ea typeface="Calibri" pitchFamily="34" charset="-122"/>
                <a:cs typeface="Calibri" pitchFamily="34" charset="-120"/>
              </a:rPr>
              <a:t> Unique Users: {q5_unique_users}")</a:t>
            </a:r>
          </a:p>
          <a:p>
            <a:pPr>
              <a:lnSpc>
                <a:spcPct val="150000"/>
              </a:lnSpc>
            </a:pPr>
            <a:endParaRPr lang="en-US" sz="1400" spc="80" dirty="0"/>
          </a:p>
          <a:p>
            <a:pPr>
              <a:lnSpc>
                <a:spcPct val="150000"/>
              </a:lnSpc>
            </a:pPr>
            <a:r>
              <a:rPr lang="en-US" sz="1400" spc="80" dirty="0">
                <a:solidFill>
                  <a:srgbClr val="1B4F8F"/>
                </a:solidFill>
                <a:latin typeface="Calibri" pitchFamily="34" charset="0"/>
                <a:ea typeface="Calibri" pitchFamily="34" charset="-122"/>
                <a:cs typeface="Calibri" pitchFamily="34" charset="-120"/>
              </a:rPr>
              <a:t># Output: Total Unique Users: 63100</a:t>
            </a:r>
            <a:endParaRPr lang="en-US" sz="1400" spc="80" dirty="0"/>
          </a:p>
        </p:txBody>
      </p:sp>
    </p:spTree>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62000" y="444500"/>
            <a:ext cx="12700000" cy="444500"/>
          </a:xfrm>
          <a:prstGeom prst="rect">
            <a:avLst/>
          </a:prstGeom>
          <a:noFill/>
          <a:ln/>
        </p:spPr>
        <p:txBody>
          <a:bodyPr wrap="none" lIns="0" tIns="0" rIns="0" bIns="0" rtlCol="0" anchor="ctr"/>
          <a:lstStyle/>
          <a:p>
            <a:pPr algn="l">
              <a:lnSpc>
                <a:spcPct val="130000"/>
              </a:lnSpc>
            </a:pPr>
            <a:r>
              <a:rPr lang="en-US" sz="2400" b="1" dirty="0">
                <a:solidFill>
                  <a:srgbClr val="2D3748"/>
                </a:solidFill>
                <a:latin typeface="Calibri" pitchFamily="34" charset="0"/>
                <a:ea typeface="Calibri" pitchFamily="34" charset="-122"/>
                <a:cs typeface="Calibri" pitchFamily="34" charset="-120"/>
              </a:rPr>
              <a:t>Query 6 — Average Days Between Orders Per User</a:t>
            </a:r>
            <a:endParaRPr lang="en-US" sz="2400" dirty="0"/>
          </a:p>
        </p:txBody>
      </p:sp>
      <p:sp>
        <p:nvSpPr>
          <p:cNvPr id="3" name="Shape 1"/>
          <p:cNvSpPr/>
          <p:nvPr/>
        </p:nvSpPr>
        <p:spPr>
          <a:xfrm>
            <a:off x="762000" y="952500"/>
            <a:ext cx="14732000" cy="25400"/>
          </a:xfrm>
          <a:prstGeom prst="rect">
            <a:avLst/>
          </a:prstGeom>
          <a:solidFill>
            <a:srgbClr val="1B4F8F"/>
          </a:solidFill>
          <a:ln/>
        </p:spPr>
        <p:txBody>
          <a:bodyPr/>
          <a:lstStyle/>
          <a:p>
            <a:endParaRPr lang="en-IN"/>
          </a:p>
        </p:txBody>
      </p:sp>
      <p:sp>
        <p:nvSpPr>
          <p:cNvPr id="4" name="Text 2"/>
          <p:cNvSpPr/>
          <p:nvPr/>
        </p:nvSpPr>
        <p:spPr>
          <a:xfrm>
            <a:off x="762000" y="1079500"/>
            <a:ext cx="14732000" cy="279400"/>
          </a:xfrm>
          <a:prstGeom prst="rect">
            <a:avLst/>
          </a:prstGeom>
          <a:noFill/>
          <a:ln/>
        </p:spPr>
        <p:txBody>
          <a:bodyPr wrap="none" lIns="0" tIns="0" rIns="0" bIns="0" rtlCol="0" anchor="ctr"/>
          <a:lstStyle/>
          <a:p>
            <a:pPr algn="l">
              <a:lnSpc>
                <a:spcPct val="120000"/>
              </a:lnSpc>
            </a:pPr>
            <a:r>
              <a:rPr lang="en-US" sz="1300" dirty="0">
                <a:solidFill>
                  <a:srgbClr val="718096"/>
                </a:solidFill>
                <a:latin typeface="Calibri" pitchFamily="34" charset="0"/>
                <a:ea typeface="Calibri" pitchFamily="34" charset="-122"/>
                <a:cs typeface="Calibri" pitchFamily="34" charset="-120"/>
              </a:rPr>
              <a:t>Objective: Calculate avg days between consecutive orders per customer | Customer Behavior</a:t>
            </a:r>
            <a:endParaRPr lang="en-US" sz="1300" dirty="0"/>
          </a:p>
        </p:txBody>
      </p:sp>
      <p:graphicFrame>
        <p:nvGraphicFramePr>
          <p:cNvPr id="26" name="Table 0"/>
          <p:cNvGraphicFramePr>
            <a:graphicFrameLocks noGrp="1"/>
          </p:cNvGraphicFramePr>
          <p:nvPr>
            <p:extLst>
              <p:ext uri="{D42A27DB-BD31-4B8C-83A1-F6EECF244321}">
                <p14:modId xmlns:p14="http://schemas.microsoft.com/office/powerpoint/2010/main" val="274181864"/>
              </p:ext>
            </p:extLst>
          </p:nvPr>
        </p:nvGraphicFramePr>
        <p:xfrm>
          <a:off x="9363242" y="2240699"/>
          <a:ext cx="4826000" cy="3302000"/>
        </p:xfrm>
        <a:graphic>
          <a:graphicData uri="http://schemas.openxmlformats.org/drawingml/2006/table">
            <a:tbl>
              <a:tblPr/>
              <a:tblGrid>
                <a:gridCol w="1447800">
                  <a:extLst>
                    <a:ext uri="{9D8B030D-6E8A-4147-A177-3AD203B41FA5}">
                      <a16:colId xmlns:a16="http://schemas.microsoft.com/office/drawing/2014/main" val="20000"/>
                    </a:ext>
                  </a:extLst>
                </a:gridCol>
                <a:gridCol w="3378200">
                  <a:extLst>
                    <a:ext uri="{9D8B030D-6E8A-4147-A177-3AD203B41FA5}">
                      <a16:colId xmlns:a16="http://schemas.microsoft.com/office/drawing/2014/main" val="20001"/>
                    </a:ext>
                  </a:extLst>
                </a:gridCol>
              </a:tblGrid>
              <a:tr h="363220">
                <a:tc>
                  <a:txBody>
                    <a:bodyPr/>
                    <a:lstStyle/>
                    <a:p>
                      <a:pPr algn="ctr"/>
                      <a:r>
                        <a:rPr lang="en-US" sz="1400" b="1" dirty="0">
                          <a:solidFill>
                            <a:srgbClr val="FFFFFF"/>
                          </a:solidFill>
                          <a:latin typeface="Calibri" pitchFamily="34" charset="0"/>
                          <a:ea typeface="Calibri" pitchFamily="34" charset="-122"/>
                          <a:cs typeface="Calibri" pitchFamily="34" charset="-120"/>
                        </a:rPr>
                        <a:t>User ID</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B4F8F"/>
                    </a:solidFill>
                  </a:tcPr>
                </a:tc>
                <a:tc>
                  <a:txBody>
                    <a:bodyPr/>
                    <a:lstStyle/>
                    <a:p>
                      <a:pPr algn="ctr"/>
                      <a:r>
                        <a:rPr lang="en-US" sz="1400" b="1" dirty="0">
                          <a:solidFill>
                            <a:srgbClr val="FFFFFF"/>
                          </a:solidFill>
                          <a:latin typeface="Calibri" pitchFamily="34" charset="0"/>
                          <a:ea typeface="Calibri" pitchFamily="34" charset="-122"/>
                          <a:cs typeface="Calibri" pitchFamily="34" charset="-120"/>
                        </a:rPr>
                        <a:t>Avg Days Between Orders</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B4F8F"/>
                    </a:solidFill>
                  </a:tcPr>
                </a:tc>
                <a:extLst>
                  <a:ext uri="{0D108BD9-81ED-4DB2-BD59-A6C34878D82A}">
                    <a16:rowId xmlns:a16="http://schemas.microsoft.com/office/drawing/2014/main" val="10000"/>
                  </a:ext>
                </a:extLst>
              </a:tr>
              <a:tr h="366522">
                <a:tc>
                  <a:txBody>
                    <a:bodyPr/>
                    <a:lstStyle/>
                    <a:p>
                      <a:pPr algn="ctr"/>
                      <a:r>
                        <a:rPr lang="en-US" sz="1400" dirty="0">
                          <a:solidFill>
                            <a:srgbClr val="2D3748"/>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19.00</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6522">
                <a:tc>
                  <a:txBody>
                    <a:bodyPr/>
                    <a:lstStyle/>
                    <a:p>
                      <a:pPr algn="ctr"/>
                      <a:r>
                        <a:rPr lang="en-US" sz="1400" dirty="0">
                          <a:solidFill>
                            <a:srgbClr val="2D3748"/>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16.29</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extLst>
                  <a:ext uri="{0D108BD9-81ED-4DB2-BD59-A6C34878D82A}">
                    <a16:rowId xmlns:a16="http://schemas.microsoft.com/office/drawing/2014/main" val="10002"/>
                  </a:ext>
                </a:extLst>
              </a:tr>
              <a:tr h="366522">
                <a:tc>
                  <a:txBody>
                    <a:bodyPr/>
                    <a:lstStyle/>
                    <a:p>
                      <a:pPr algn="ctr"/>
                      <a:r>
                        <a:rPr lang="en-US" sz="1400" dirty="0">
                          <a:solidFill>
                            <a:srgbClr val="2D3748"/>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12.00</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6522">
                <a:tc>
                  <a:txBody>
                    <a:bodyPr/>
                    <a:lstStyle/>
                    <a:p>
                      <a:pPr algn="ctr"/>
                      <a:r>
                        <a:rPr lang="en-US" sz="1400" dirty="0">
                          <a:solidFill>
                            <a:srgbClr val="2D3748"/>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17.00</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extLst>
                  <a:ext uri="{0D108BD9-81ED-4DB2-BD59-A6C34878D82A}">
                    <a16:rowId xmlns:a16="http://schemas.microsoft.com/office/drawing/2014/main" val="10004"/>
                  </a:ext>
                </a:extLst>
              </a:tr>
              <a:tr h="366522">
                <a:tc>
                  <a:txBody>
                    <a:bodyPr/>
                    <a:lstStyle/>
                    <a:p>
                      <a:pPr algn="ctr"/>
                      <a:r>
                        <a:rPr lang="en-US" sz="1400" dirty="0">
                          <a:solidFill>
                            <a:srgbClr val="2D3748"/>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11.50</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66522">
                <a:tc>
                  <a:txBody>
                    <a:bodyPr/>
                    <a:lstStyle/>
                    <a:p>
                      <a:pPr algn="ctr"/>
                      <a:r>
                        <a:rPr lang="en-US" sz="1400" dirty="0">
                          <a:solidFill>
                            <a:srgbClr val="2D3748"/>
                          </a:solidFill>
                          <a:latin typeface="Calibri" pitchFamily="34" charset="0"/>
                          <a:ea typeface="Calibri" pitchFamily="34" charset="-122"/>
                          <a:cs typeface="Calibri" pitchFamily="34" charset="-120"/>
                        </a:rPr>
                        <a:t>6</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13.33</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extLst>
                  <a:ext uri="{0D108BD9-81ED-4DB2-BD59-A6C34878D82A}">
                    <a16:rowId xmlns:a16="http://schemas.microsoft.com/office/drawing/2014/main" val="10006"/>
                  </a:ext>
                </a:extLst>
              </a:tr>
              <a:tr h="366522">
                <a:tc>
                  <a:txBody>
                    <a:bodyPr/>
                    <a:lstStyle/>
                    <a:p>
                      <a:pPr algn="ctr"/>
                      <a:r>
                        <a:rPr lang="en-US" sz="1400" dirty="0">
                          <a:solidFill>
                            <a:srgbClr val="2D3748"/>
                          </a:solidFill>
                          <a:latin typeface="Calibri" pitchFamily="34" charset="0"/>
                          <a:ea typeface="Calibri" pitchFamily="34" charset="-122"/>
                          <a:cs typeface="Calibri" pitchFamily="34" charset="-120"/>
                        </a:rPr>
                        <a:t>7</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10.45</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73126">
                <a:tc>
                  <a:txBody>
                    <a:bodyPr/>
                    <a:lstStyle/>
                    <a:p>
                      <a:pPr algn="ctr"/>
                      <a:r>
                        <a:rPr lang="en-US" sz="1400" dirty="0">
                          <a:solidFill>
                            <a:srgbClr val="2D3748"/>
                          </a:solidFill>
                          <a:latin typeface="Calibri" pitchFamily="34" charset="0"/>
                          <a:ea typeface="Calibri" pitchFamily="34" charset="-122"/>
                          <a:cs typeface="Calibri" pitchFamily="34" charset="-120"/>
                        </a:rPr>
                        <a:t>8</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23.33</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extLst>
                  <a:ext uri="{0D108BD9-81ED-4DB2-BD59-A6C34878D82A}">
                    <a16:rowId xmlns:a16="http://schemas.microsoft.com/office/drawing/2014/main" val="10008"/>
                  </a:ext>
                </a:extLst>
              </a:tr>
            </a:tbl>
          </a:graphicData>
        </a:graphic>
      </p:graphicFrame>
      <p:sp>
        <p:nvSpPr>
          <p:cNvPr id="14" name="Shape 11"/>
          <p:cNvSpPr/>
          <p:nvPr/>
        </p:nvSpPr>
        <p:spPr>
          <a:xfrm>
            <a:off x="762000" y="8763000"/>
            <a:ext cx="14732000" cy="25400"/>
          </a:xfrm>
          <a:prstGeom prst="rect">
            <a:avLst/>
          </a:prstGeom>
          <a:solidFill>
            <a:srgbClr val="1B4F8F"/>
          </a:solidFill>
          <a:ln/>
        </p:spPr>
        <p:txBody>
          <a:bodyPr/>
          <a:lstStyle/>
          <a:p>
            <a:endParaRPr lang="en-IN"/>
          </a:p>
        </p:txBody>
      </p:sp>
      <p:sp>
        <p:nvSpPr>
          <p:cNvPr id="15" name="Text 12"/>
          <p:cNvSpPr/>
          <p:nvPr/>
        </p:nvSpPr>
        <p:spPr>
          <a:xfrm>
            <a:off x="14478000" y="8826500"/>
            <a:ext cx="1016000" cy="254000"/>
          </a:xfrm>
          <a:prstGeom prst="rect">
            <a:avLst/>
          </a:prstGeom>
          <a:noFill/>
          <a:ln/>
        </p:spPr>
        <p:txBody>
          <a:bodyPr wrap="none" lIns="0" tIns="0" rIns="0" bIns="0" rtlCol="0" anchor="ctr"/>
          <a:lstStyle/>
          <a:p>
            <a:pPr algn="r">
              <a:lnSpc>
                <a:spcPct val="120000"/>
              </a:lnSpc>
            </a:pPr>
            <a:r>
              <a:rPr lang="en-US" sz="1200" dirty="0">
                <a:solidFill>
                  <a:srgbClr val="718096"/>
                </a:solidFill>
                <a:latin typeface="Calibri" pitchFamily="34" charset="0"/>
                <a:ea typeface="Calibri" pitchFamily="34" charset="-122"/>
                <a:cs typeface="Calibri" pitchFamily="34" charset="-120"/>
              </a:rPr>
              <a:t>25 / 55</a:t>
            </a:r>
            <a:endParaRPr lang="en-US" sz="1200" dirty="0"/>
          </a:p>
        </p:txBody>
      </p:sp>
      <p:sp>
        <p:nvSpPr>
          <p:cNvPr id="16" name="Text 9">
            <a:extLst>
              <a:ext uri="{FF2B5EF4-FFF2-40B4-BE49-F238E27FC236}">
                <a16:creationId xmlns:a16="http://schemas.microsoft.com/office/drawing/2014/main" id="{AD00E74D-D278-A937-34A6-7329595C7868}"/>
              </a:ext>
            </a:extLst>
          </p:cNvPr>
          <p:cNvSpPr/>
          <p:nvPr/>
        </p:nvSpPr>
        <p:spPr>
          <a:xfrm>
            <a:off x="812800" y="5293893"/>
            <a:ext cx="6502401" cy="1610559"/>
          </a:xfrm>
          <a:prstGeom prst="rect">
            <a:avLst/>
          </a:prstGeom>
          <a:noFill/>
          <a:ln/>
        </p:spPr>
        <p:txBody>
          <a:bodyPr wrap="square" lIns="0" tIns="0" rIns="0" bIns="0" rtlCol="0" anchor="t"/>
          <a:lstStyle/>
          <a:p>
            <a:pPr algn="just">
              <a:lnSpc>
                <a:spcPct val="145000"/>
              </a:lnSpc>
            </a:pPr>
            <a:r>
              <a:rPr lang="en-US" sz="1500" b="1" dirty="0">
                <a:solidFill>
                  <a:srgbClr val="1B4F8F"/>
                </a:solidFill>
                <a:latin typeface="Calibri" pitchFamily="34" charset="0"/>
                <a:ea typeface="Calibri" pitchFamily="34" charset="-122"/>
                <a:cs typeface="Calibri" pitchFamily="34" charset="-120"/>
              </a:rPr>
              <a:t>Interpretation </a:t>
            </a:r>
          </a:p>
          <a:p>
            <a:pPr>
              <a:lnSpc>
                <a:spcPct val="145000"/>
              </a:lnSpc>
            </a:pPr>
            <a:r>
              <a:rPr lang="en-US" sz="1500" dirty="0">
                <a:solidFill>
                  <a:srgbClr val="2D3748"/>
                </a:solidFill>
                <a:latin typeface="Calibri" pitchFamily="34" charset="0"/>
                <a:ea typeface="Calibri" pitchFamily="34" charset="-122"/>
                <a:cs typeface="Calibri" pitchFamily="34" charset="-120"/>
              </a:rPr>
              <a:t>Average days between orders varies across customers. Some order every </a:t>
            </a:r>
            <a:r>
              <a:rPr lang="en-US" sz="1500" b="1" dirty="0">
                <a:solidFill>
                  <a:srgbClr val="2D3748"/>
                </a:solidFill>
                <a:latin typeface="Calibri" pitchFamily="34" charset="0"/>
                <a:ea typeface="Calibri" pitchFamily="34" charset="-122"/>
                <a:cs typeface="Calibri" pitchFamily="34" charset="-120"/>
              </a:rPr>
              <a:t>10-12 days</a:t>
            </a:r>
            <a:r>
              <a:rPr lang="en-US" sz="1500" dirty="0">
                <a:solidFill>
                  <a:srgbClr val="2D3748"/>
                </a:solidFill>
                <a:latin typeface="Calibri" pitchFamily="34" charset="0"/>
                <a:ea typeface="Calibri" pitchFamily="34" charset="-122"/>
                <a:cs typeface="Calibri" pitchFamily="34" charset="-120"/>
              </a:rPr>
              <a:t> (frequent shoppers), while others wait </a:t>
            </a:r>
            <a:r>
              <a:rPr lang="en-US" sz="1500" b="1" dirty="0">
                <a:solidFill>
                  <a:srgbClr val="2D3748"/>
                </a:solidFill>
                <a:latin typeface="Calibri" pitchFamily="34" charset="0"/>
                <a:ea typeface="Calibri" pitchFamily="34" charset="-122"/>
                <a:cs typeface="Calibri" pitchFamily="34" charset="-120"/>
              </a:rPr>
              <a:t>20+ days</a:t>
            </a:r>
            <a:r>
              <a:rPr lang="en-US" sz="1500" dirty="0">
                <a:solidFill>
                  <a:srgbClr val="2D3748"/>
                </a:solidFill>
                <a:latin typeface="Calibri" pitchFamily="34" charset="0"/>
                <a:ea typeface="Calibri" pitchFamily="34" charset="-122"/>
                <a:cs typeface="Calibri" pitchFamily="34" charset="-120"/>
              </a:rPr>
              <a:t> (occasional shoppers). This variation suggests distinct customer segments with different purchasing habits and engagement levels.</a:t>
            </a:r>
            <a:endParaRPr lang="en-US" sz="1500" dirty="0"/>
          </a:p>
        </p:txBody>
      </p:sp>
      <p:sp>
        <p:nvSpPr>
          <p:cNvPr id="18" name="Shape 10">
            <a:extLst>
              <a:ext uri="{FF2B5EF4-FFF2-40B4-BE49-F238E27FC236}">
                <a16:creationId xmlns:a16="http://schemas.microsoft.com/office/drawing/2014/main" id="{810BA7FE-592D-5AE3-6746-CFE5A1DA58D0}"/>
              </a:ext>
            </a:extLst>
          </p:cNvPr>
          <p:cNvSpPr/>
          <p:nvPr/>
        </p:nvSpPr>
        <p:spPr>
          <a:xfrm>
            <a:off x="842879" y="7277100"/>
            <a:ext cx="14651122" cy="1016000"/>
          </a:xfrm>
          <a:prstGeom prst="rect">
            <a:avLst/>
          </a:prstGeom>
          <a:solidFill>
            <a:srgbClr val="EDF2F7"/>
          </a:solidFill>
          <a:ln/>
        </p:spPr>
        <p:txBody>
          <a:bodyPr/>
          <a:lstStyle/>
          <a:p>
            <a:endParaRPr lang="en-IN"/>
          </a:p>
        </p:txBody>
      </p:sp>
      <p:sp>
        <p:nvSpPr>
          <p:cNvPr id="20" name="Shape 11">
            <a:extLst>
              <a:ext uri="{FF2B5EF4-FFF2-40B4-BE49-F238E27FC236}">
                <a16:creationId xmlns:a16="http://schemas.microsoft.com/office/drawing/2014/main" id="{B960BC79-EF46-014E-7803-1EF240ED2CF2}"/>
              </a:ext>
            </a:extLst>
          </p:cNvPr>
          <p:cNvSpPr/>
          <p:nvPr/>
        </p:nvSpPr>
        <p:spPr>
          <a:xfrm>
            <a:off x="842879" y="7277100"/>
            <a:ext cx="50800" cy="1016000"/>
          </a:xfrm>
          <a:prstGeom prst="rect">
            <a:avLst/>
          </a:prstGeom>
          <a:solidFill>
            <a:srgbClr val="1B4F8F"/>
          </a:solidFill>
          <a:ln/>
        </p:spPr>
        <p:txBody>
          <a:bodyPr/>
          <a:lstStyle/>
          <a:p>
            <a:endParaRPr lang="en-IN"/>
          </a:p>
        </p:txBody>
      </p:sp>
      <p:sp>
        <p:nvSpPr>
          <p:cNvPr id="22" name="Text 12">
            <a:extLst>
              <a:ext uri="{FF2B5EF4-FFF2-40B4-BE49-F238E27FC236}">
                <a16:creationId xmlns:a16="http://schemas.microsoft.com/office/drawing/2014/main" id="{61A1B116-DD9D-778E-7D94-1107720CF165}"/>
              </a:ext>
            </a:extLst>
          </p:cNvPr>
          <p:cNvSpPr/>
          <p:nvPr/>
        </p:nvSpPr>
        <p:spPr>
          <a:xfrm>
            <a:off x="1041400" y="7378700"/>
            <a:ext cx="14287500" cy="825500"/>
          </a:xfrm>
          <a:prstGeom prst="rect">
            <a:avLst/>
          </a:prstGeom>
          <a:noFill/>
          <a:ln/>
        </p:spPr>
        <p:txBody>
          <a:bodyPr wrap="square" lIns="0" tIns="0" rIns="0" bIns="0" rtlCol="0" anchor="ctr"/>
          <a:lstStyle/>
          <a:p>
            <a:pPr>
              <a:lnSpc>
                <a:spcPct val="150000"/>
              </a:lnSpc>
            </a:pPr>
            <a:r>
              <a:rPr lang="en-US" sz="1500" b="1" dirty="0">
                <a:solidFill>
                  <a:srgbClr val="2D3748"/>
                </a:solidFill>
                <a:latin typeface="Calibri" pitchFamily="34" charset="0"/>
                <a:ea typeface="Calibri" pitchFamily="34" charset="-122"/>
                <a:cs typeface="Calibri" pitchFamily="34" charset="-120"/>
              </a:rPr>
              <a:t>Business Insight:</a:t>
            </a:r>
            <a:r>
              <a:rPr lang="en-US" sz="1500" dirty="0">
                <a:solidFill>
                  <a:srgbClr val="2D3748"/>
                </a:solidFill>
                <a:latin typeface="Calibri" pitchFamily="34" charset="0"/>
                <a:ea typeface="Calibri" pitchFamily="34" charset="-122"/>
                <a:cs typeface="Calibri" pitchFamily="34" charset="-120"/>
              </a:rPr>
              <a:t> Customers with shorter ordering intervals are more engaged and respond well to loyalty programs. Customers with longer intervals can be targeted through personalized reminders and promotional offers to encourage repeat purchases.</a:t>
            </a:r>
            <a:endParaRPr lang="en-US" sz="1500" dirty="0"/>
          </a:p>
        </p:txBody>
      </p:sp>
      <p:sp>
        <p:nvSpPr>
          <p:cNvPr id="24" name="Shape 3">
            <a:extLst>
              <a:ext uri="{FF2B5EF4-FFF2-40B4-BE49-F238E27FC236}">
                <a16:creationId xmlns:a16="http://schemas.microsoft.com/office/drawing/2014/main" id="{EB7006EB-E147-170F-D5AA-C75A4C030E81}"/>
              </a:ext>
            </a:extLst>
          </p:cNvPr>
          <p:cNvSpPr/>
          <p:nvPr/>
        </p:nvSpPr>
        <p:spPr>
          <a:xfrm>
            <a:off x="756653" y="2035668"/>
            <a:ext cx="6553201" cy="3216780"/>
          </a:xfrm>
          <a:prstGeom prst="rect">
            <a:avLst/>
          </a:prstGeom>
          <a:solidFill>
            <a:srgbClr val="EDF2F7"/>
          </a:solidFill>
          <a:ln/>
        </p:spPr>
        <p:txBody>
          <a:bodyPr/>
          <a:lstStyle/>
          <a:p>
            <a:endParaRPr lang="en-IN" dirty="0"/>
          </a:p>
        </p:txBody>
      </p:sp>
      <p:sp>
        <p:nvSpPr>
          <p:cNvPr id="27" name="TextBox 26">
            <a:extLst>
              <a:ext uri="{FF2B5EF4-FFF2-40B4-BE49-F238E27FC236}">
                <a16:creationId xmlns:a16="http://schemas.microsoft.com/office/drawing/2014/main" id="{89BB74F8-6662-98C3-BD7D-9C92D90462A7}"/>
              </a:ext>
            </a:extLst>
          </p:cNvPr>
          <p:cNvSpPr txBox="1"/>
          <p:nvPr/>
        </p:nvSpPr>
        <p:spPr>
          <a:xfrm>
            <a:off x="812800" y="2086811"/>
            <a:ext cx="1851526" cy="307777"/>
          </a:xfrm>
          <a:prstGeom prst="rect">
            <a:avLst/>
          </a:prstGeom>
          <a:noFill/>
        </p:spPr>
        <p:txBody>
          <a:bodyPr wrap="square">
            <a:spAutoFit/>
          </a:bodyPr>
          <a:lstStyle/>
          <a:p>
            <a:r>
              <a:rPr lang="en-US" sz="1400" b="1" dirty="0">
                <a:solidFill>
                  <a:srgbClr val="718096"/>
                </a:solidFill>
                <a:latin typeface="Calibri" pitchFamily="34" charset="0"/>
                <a:ea typeface="Calibri" pitchFamily="34" charset="-122"/>
                <a:cs typeface="Calibri" pitchFamily="34" charset="-120"/>
              </a:rPr>
              <a:t>PYTHON CODE</a:t>
            </a:r>
            <a:endParaRPr lang="en-IN" sz="1400" dirty="0"/>
          </a:p>
        </p:txBody>
      </p:sp>
      <p:sp>
        <p:nvSpPr>
          <p:cNvPr id="29" name="Text 5">
            <a:extLst>
              <a:ext uri="{FF2B5EF4-FFF2-40B4-BE49-F238E27FC236}">
                <a16:creationId xmlns:a16="http://schemas.microsoft.com/office/drawing/2014/main" id="{60677337-0362-F65E-F286-00A186D2C0FE}"/>
              </a:ext>
            </a:extLst>
          </p:cNvPr>
          <p:cNvSpPr/>
          <p:nvPr/>
        </p:nvSpPr>
        <p:spPr>
          <a:xfrm>
            <a:off x="909053" y="2390270"/>
            <a:ext cx="6184233" cy="2032335"/>
          </a:xfrm>
          <a:prstGeom prst="rect">
            <a:avLst/>
          </a:prstGeom>
          <a:noFill/>
          <a:ln/>
        </p:spPr>
        <p:txBody>
          <a:bodyPr wrap="square" lIns="0" tIns="0" rIns="0" bIns="0" rtlCol="0" anchor="t"/>
          <a:lstStyle/>
          <a:p>
            <a:pPr>
              <a:lnSpc>
                <a:spcPct val="135000"/>
              </a:lnSpc>
            </a:pPr>
            <a:r>
              <a:rPr lang="en-US" sz="1400" spc="80" dirty="0">
                <a:solidFill>
                  <a:srgbClr val="2D3748"/>
                </a:solidFill>
                <a:latin typeface="Calibri" pitchFamily="34" charset="0"/>
                <a:ea typeface="Calibri" pitchFamily="34" charset="-122"/>
                <a:cs typeface="Calibri" pitchFamily="34" charset="-120"/>
              </a:rPr>
              <a:t>q6_avg_days = (</a:t>
            </a:r>
            <a:endParaRPr lang="en-US" sz="1400" spc="80" dirty="0"/>
          </a:p>
          <a:p>
            <a:pPr>
              <a:lnSpc>
                <a:spcPct val="135000"/>
              </a:lnSpc>
            </a:pPr>
            <a:r>
              <a:rPr lang="en-US" sz="1400" spc="80" dirty="0">
                <a:solidFill>
                  <a:srgbClr val="2D3748"/>
                </a:solidFill>
                <a:latin typeface="Calibri" pitchFamily="34" charset="0"/>
                <a:ea typeface="Calibri" pitchFamily="34" charset="-122"/>
                <a:cs typeface="Calibri" pitchFamily="34" charset="-120"/>
              </a:rPr>
              <a:t>  orders[orders["</a:t>
            </a:r>
            <a:r>
              <a:rPr lang="en-US" sz="1400" spc="80" dirty="0" err="1">
                <a:solidFill>
                  <a:srgbClr val="2D3748"/>
                </a:solidFill>
                <a:latin typeface="Calibri" pitchFamily="34" charset="0"/>
                <a:ea typeface="Calibri" pitchFamily="34" charset="-122"/>
                <a:cs typeface="Calibri" pitchFamily="34" charset="-120"/>
              </a:rPr>
              <a:t>days_since_prior_order</a:t>
            </a:r>
            <a:r>
              <a:rPr lang="en-US" sz="1400" spc="80" dirty="0">
                <a:solidFill>
                  <a:srgbClr val="2D3748"/>
                </a:solidFill>
                <a:latin typeface="Calibri" pitchFamily="34" charset="0"/>
                <a:ea typeface="Calibri" pitchFamily="34" charset="-122"/>
                <a:cs typeface="Calibri" pitchFamily="34" charset="-120"/>
              </a:rPr>
              <a:t>"].</a:t>
            </a:r>
            <a:r>
              <a:rPr lang="en-US" sz="1400" spc="80" dirty="0" err="1">
                <a:solidFill>
                  <a:srgbClr val="2D3748"/>
                </a:solidFill>
                <a:latin typeface="Calibri" pitchFamily="34" charset="0"/>
                <a:ea typeface="Calibri" pitchFamily="34" charset="-122"/>
                <a:cs typeface="Calibri" pitchFamily="34" charset="-120"/>
              </a:rPr>
              <a:t>notna</a:t>
            </a:r>
            <a:r>
              <a:rPr lang="en-US" sz="1400" spc="80" dirty="0">
                <a:solidFill>
                  <a:srgbClr val="2D3748"/>
                </a:solidFill>
                <a:latin typeface="Calibri" pitchFamily="34" charset="0"/>
                <a:ea typeface="Calibri" pitchFamily="34" charset="-122"/>
                <a:cs typeface="Calibri" pitchFamily="34" charset="-120"/>
              </a:rPr>
              <a:t>()]</a:t>
            </a:r>
            <a:endParaRPr lang="en-US" sz="1400" spc="80" dirty="0"/>
          </a:p>
          <a:p>
            <a:pPr>
              <a:lnSpc>
                <a:spcPct val="135000"/>
              </a:lnSpc>
            </a:pPr>
            <a:r>
              <a:rPr lang="en-US" sz="1400" spc="80" dirty="0">
                <a:solidFill>
                  <a:srgbClr val="2D3748"/>
                </a:solidFill>
                <a:latin typeface="Calibri" pitchFamily="34" charset="0"/>
                <a:ea typeface="Calibri" pitchFamily="34" charset="-122"/>
                <a:cs typeface="Calibri" pitchFamily="34" charset="-120"/>
              </a:rPr>
              <a:t>  .copy()</a:t>
            </a:r>
            <a:endParaRPr lang="en-US" sz="1400" spc="80" dirty="0"/>
          </a:p>
          <a:p>
            <a:pPr>
              <a:lnSpc>
                <a:spcPct val="135000"/>
              </a:lnSpc>
            </a:pPr>
            <a:r>
              <a:rPr lang="en-US" sz="1400" spc="80" dirty="0">
                <a:solidFill>
                  <a:srgbClr val="2D3748"/>
                </a:solidFill>
                <a:latin typeface="Calibri" pitchFamily="34" charset="0"/>
                <a:ea typeface="Calibri" pitchFamily="34" charset="-122"/>
                <a:cs typeface="Calibri" pitchFamily="34" charset="-120"/>
              </a:rPr>
              <a:t>  .assign(</a:t>
            </a:r>
            <a:r>
              <a:rPr lang="en-US" sz="1400" spc="80" dirty="0" err="1">
                <a:solidFill>
                  <a:srgbClr val="2D3748"/>
                </a:solidFill>
                <a:latin typeface="Calibri" pitchFamily="34" charset="0"/>
                <a:ea typeface="Calibri" pitchFamily="34" charset="-122"/>
                <a:cs typeface="Calibri" pitchFamily="34" charset="-120"/>
              </a:rPr>
              <a:t>days_since_prior_order</a:t>
            </a:r>
            <a:r>
              <a:rPr lang="en-US" sz="1400" spc="80" dirty="0">
                <a:solidFill>
                  <a:srgbClr val="2D3748"/>
                </a:solidFill>
                <a:latin typeface="Calibri" pitchFamily="34" charset="0"/>
                <a:ea typeface="Calibri" pitchFamily="34" charset="-122"/>
                <a:cs typeface="Calibri" pitchFamily="34" charset="-120"/>
              </a:rPr>
              <a:t>=lambda </a:t>
            </a:r>
            <a:r>
              <a:rPr lang="en-US" sz="1400" spc="80" dirty="0" err="1">
                <a:solidFill>
                  <a:srgbClr val="2D3748"/>
                </a:solidFill>
                <a:latin typeface="Calibri" pitchFamily="34" charset="0"/>
                <a:ea typeface="Calibri" pitchFamily="34" charset="-122"/>
                <a:cs typeface="Calibri" pitchFamily="34" charset="-120"/>
              </a:rPr>
              <a:t>df</a:t>
            </a:r>
            <a:r>
              <a:rPr lang="en-US" sz="1400" spc="80" dirty="0">
                <a:solidFill>
                  <a:srgbClr val="2D3748"/>
                </a:solidFill>
                <a:latin typeface="Calibri" pitchFamily="34" charset="0"/>
                <a:ea typeface="Calibri" pitchFamily="34" charset="-122"/>
                <a:cs typeface="Calibri" pitchFamily="34" charset="-120"/>
              </a:rPr>
              <a:t>:</a:t>
            </a:r>
            <a:endParaRPr lang="en-US" sz="1400" spc="80" dirty="0"/>
          </a:p>
          <a:p>
            <a:pPr>
              <a:lnSpc>
                <a:spcPct val="135000"/>
              </a:lnSpc>
            </a:pPr>
            <a:r>
              <a:rPr lang="en-US" sz="1400" spc="80" dirty="0">
                <a:solidFill>
                  <a:srgbClr val="2D3748"/>
                </a:solidFill>
                <a:latin typeface="Calibri" pitchFamily="34" charset="0"/>
                <a:ea typeface="Calibri" pitchFamily="34" charset="-122"/>
                <a:cs typeface="Calibri" pitchFamily="34" charset="-120"/>
              </a:rPr>
              <a:t>    </a:t>
            </a:r>
            <a:r>
              <a:rPr lang="en-US" sz="1400" spc="80" dirty="0" err="1">
                <a:solidFill>
                  <a:srgbClr val="2D3748"/>
                </a:solidFill>
                <a:latin typeface="Calibri" pitchFamily="34" charset="0"/>
                <a:ea typeface="Calibri" pitchFamily="34" charset="-122"/>
                <a:cs typeface="Calibri" pitchFamily="34" charset="-120"/>
              </a:rPr>
              <a:t>pd.to_numeric</a:t>
            </a:r>
            <a:r>
              <a:rPr lang="en-US" sz="1400" spc="80" dirty="0">
                <a:solidFill>
                  <a:srgbClr val="2D3748"/>
                </a:solidFill>
                <a:latin typeface="Calibri" pitchFamily="34" charset="0"/>
                <a:ea typeface="Calibri" pitchFamily="34" charset="-122"/>
                <a:cs typeface="Calibri" pitchFamily="34" charset="-120"/>
              </a:rPr>
              <a:t>(</a:t>
            </a:r>
            <a:r>
              <a:rPr lang="en-US" sz="1400" spc="80" dirty="0" err="1">
                <a:solidFill>
                  <a:srgbClr val="2D3748"/>
                </a:solidFill>
                <a:latin typeface="Calibri" pitchFamily="34" charset="0"/>
                <a:ea typeface="Calibri" pitchFamily="34" charset="-122"/>
                <a:cs typeface="Calibri" pitchFamily="34" charset="-120"/>
              </a:rPr>
              <a:t>df</a:t>
            </a:r>
            <a:r>
              <a:rPr lang="en-US" sz="1400" spc="80" dirty="0">
                <a:solidFill>
                  <a:srgbClr val="2D3748"/>
                </a:solidFill>
                <a:latin typeface="Calibri" pitchFamily="34" charset="0"/>
                <a:ea typeface="Calibri" pitchFamily="34" charset="-122"/>
                <a:cs typeface="Calibri" pitchFamily="34" charset="-120"/>
              </a:rPr>
              <a:t>["</a:t>
            </a:r>
            <a:r>
              <a:rPr lang="en-US" sz="1400" spc="80" dirty="0" err="1">
                <a:solidFill>
                  <a:srgbClr val="2D3748"/>
                </a:solidFill>
                <a:latin typeface="Calibri" pitchFamily="34" charset="0"/>
                <a:ea typeface="Calibri" pitchFamily="34" charset="-122"/>
                <a:cs typeface="Calibri" pitchFamily="34" charset="-120"/>
              </a:rPr>
              <a:t>days_since_prior_order</a:t>
            </a:r>
            <a:r>
              <a:rPr lang="en-US" sz="1400" spc="80" dirty="0">
                <a:solidFill>
                  <a:srgbClr val="2D3748"/>
                </a:solidFill>
                <a:latin typeface="Calibri" pitchFamily="34" charset="0"/>
                <a:ea typeface="Calibri" pitchFamily="34" charset="-122"/>
                <a:cs typeface="Calibri" pitchFamily="34" charset="-120"/>
              </a:rPr>
              <a:t>"]))</a:t>
            </a:r>
            <a:endParaRPr lang="en-US" sz="1400" spc="80" dirty="0"/>
          </a:p>
          <a:p>
            <a:pPr>
              <a:lnSpc>
                <a:spcPct val="135000"/>
              </a:lnSpc>
            </a:pPr>
            <a:r>
              <a:rPr lang="en-US" sz="1400" spc="80" dirty="0">
                <a:solidFill>
                  <a:srgbClr val="2D3748"/>
                </a:solidFill>
                <a:latin typeface="Calibri" pitchFamily="34" charset="0"/>
                <a:ea typeface="Calibri" pitchFamily="34" charset="-122"/>
                <a:cs typeface="Calibri" pitchFamily="34" charset="-120"/>
              </a:rPr>
              <a:t>  .</a:t>
            </a:r>
            <a:r>
              <a:rPr lang="en-US" sz="1400" spc="80" dirty="0" err="1">
                <a:solidFill>
                  <a:srgbClr val="2D3748"/>
                </a:solidFill>
                <a:latin typeface="Calibri" pitchFamily="34" charset="0"/>
                <a:ea typeface="Calibri" pitchFamily="34" charset="-122"/>
                <a:cs typeface="Calibri" pitchFamily="34" charset="-120"/>
              </a:rPr>
              <a:t>groupby</a:t>
            </a:r>
            <a:r>
              <a:rPr lang="en-US" sz="1400" spc="80" dirty="0">
                <a:solidFill>
                  <a:srgbClr val="2D3748"/>
                </a:solidFill>
                <a:latin typeface="Calibri" pitchFamily="34" charset="0"/>
                <a:ea typeface="Calibri" pitchFamily="34" charset="-122"/>
                <a:cs typeface="Calibri" pitchFamily="34" charset="-120"/>
              </a:rPr>
              <a:t>("</a:t>
            </a:r>
            <a:r>
              <a:rPr lang="en-US" sz="1400" spc="80" dirty="0" err="1">
                <a:solidFill>
                  <a:srgbClr val="2D3748"/>
                </a:solidFill>
                <a:latin typeface="Calibri" pitchFamily="34" charset="0"/>
                <a:ea typeface="Calibri" pitchFamily="34" charset="-122"/>
                <a:cs typeface="Calibri" pitchFamily="34" charset="-120"/>
              </a:rPr>
              <a:t>user_id</a:t>
            </a:r>
            <a:r>
              <a:rPr lang="en-US" sz="1400" spc="80" dirty="0">
                <a:solidFill>
                  <a:srgbClr val="2D3748"/>
                </a:solidFill>
                <a:latin typeface="Calibri" pitchFamily="34" charset="0"/>
                <a:ea typeface="Calibri" pitchFamily="34" charset="-122"/>
                <a:cs typeface="Calibri" pitchFamily="34" charset="-120"/>
              </a:rPr>
              <a:t>", </a:t>
            </a:r>
            <a:r>
              <a:rPr lang="en-US" sz="1400" spc="80" dirty="0" err="1">
                <a:solidFill>
                  <a:srgbClr val="2D3748"/>
                </a:solidFill>
                <a:latin typeface="Calibri" pitchFamily="34" charset="0"/>
                <a:ea typeface="Calibri" pitchFamily="34" charset="-122"/>
                <a:cs typeface="Calibri" pitchFamily="34" charset="-120"/>
              </a:rPr>
              <a:t>as_index</a:t>
            </a:r>
            <a:r>
              <a:rPr lang="en-US" sz="1400" spc="80" dirty="0">
                <a:solidFill>
                  <a:srgbClr val="2D3748"/>
                </a:solidFill>
                <a:latin typeface="Calibri" pitchFamily="34" charset="0"/>
                <a:ea typeface="Calibri" pitchFamily="34" charset="-122"/>
                <a:cs typeface="Calibri" pitchFamily="34" charset="-120"/>
              </a:rPr>
              <a:t>=False)</a:t>
            </a:r>
            <a:endParaRPr lang="en-US" sz="1400" spc="80" dirty="0"/>
          </a:p>
          <a:p>
            <a:pPr>
              <a:lnSpc>
                <a:spcPct val="135000"/>
              </a:lnSpc>
            </a:pPr>
            <a:r>
              <a:rPr lang="en-US" sz="1400" spc="80" dirty="0">
                <a:solidFill>
                  <a:srgbClr val="2D3748"/>
                </a:solidFill>
                <a:latin typeface="Calibri" pitchFamily="34" charset="0"/>
                <a:ea typeface="Calibri" pitchFamily="34" charset="-122"/>
                <a:cs typeface="Calibri" pitchFamily="34" charset="-120"/>
              </a:rPr>
              <a:t>  .</a:t>
            </a:r>
            <a:r>
              <a:rPr lang="en-US" sz="1400" spc="80" dirty="0" err="1">
                <a:solidFill>
                  <a:srgbClr val="2D3748"/>
                </a:solidFill>
                <a:latin typeface="Calibri" pitchFamily="34" charset="0"/>
                <a:ea typeface="Calibri" pitchFamily="34" charset="-122"/>
                <a:cs typeface="Calibri" pitchFamily="34" charset="-120"/>
              </a:rPr>
              <a:t>agg</a:t>
            </a:r>
            <a:r>
              <a:rPr lang="en-US" sz="1400" spc="80" dirty="0">
                <a:solidFill>
                  <a:srgbClr val="2D3748"/>
                </a:solidFill>
                <a:latin typeface="Calibri" pitchFamily="34" charset="0"/>
                <a:ea typeface="Calibri" pitchFamily="34" charset="-122"/>
                <a:cs typeface="Calibri" pitchFamily="34" charset="-120"/>
              </a:rPr>
              <a:t>(</a:t>
            </a:r>
            <a:r>
              <a:rPr lang="en-US" sz="1400" spc="80" dirty="0" err="1">
                <a:solidFill>
                  <a:srgbClr val="2D3748"/>
                </a:solidFill>
                <a:latin typeface="Calibri" pitchFamily="34" charset="0"/>
                <a:ea typeface="Calibri" pitchFamily="34" charset="-122"/>
                <a:cs typeface="Calibri" pitchFamily="34" charset="-120"/>
              </a:rPr>
              <a:t>avg_days_between_orders</a:t>
            </a:r>
            <a:r>
              <a:rPr lang="en-US" sz="1400" spc="80" dirty="0">
                <a:solidFill>
                  <a:srgbClr val="2D3748"/>
                </a:solidFill>
                <a:latin typeface="Calibri" pitchFamily="34" charset="0"/>
                <a:ea typeface="Calibri" pitchFamily="34" charset="-122"/>
                <a:cs typeface="Calibri" pitchFamily="34" charset="-120"/>
              </a:rPr>
              <a:t>=("</a:t>
            </a:r>
            <a:r>
              <a:rPr lang="en-US" sz="1400" spc="80" dirty="0" err="1">
                <a:solidFill>
                  <a:srgbClr val="2D3748"/>
                </a:solidFill>
                <a:latin typeface="Calibri" pitchFamily="34" charset="0"/>
                <a:ea typeface="Calibri" pitchFamily="34" charset="-122"/>
                <a:cs typeface="Calibri" pitchFamily="34" charset="-120"/>
              </a:rPr>
              <a:t>days_since_prior_order","mean</a:t>
            </a:r>
            <a:r>
              <a:rPr lang="en-US" sz="1400" spc="80" dirty="0">
                <a:solidFill>
                  <a:srgbClr val="2D3748"/>
                </a:solidFill>
                <a:latin typeface="Calibri" pitchFamily="34" charset="0"/>
                <a:ea typeface="Calibri" pitchFamily="34" charset="-122"/>
                <a:cs typeface="Calibri" pitchFamily="34" charset="-120"/>
              </a:rPr>
              <a:t>")))</a:t>
            </a:r>
            <a:endParaRPr lang="en-US" sz="1400" spc="80" dirty="0"/>
          </a:p>
        </p:txBody>
      </p:sp>
    </p:spTree>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62000" y="444500"/>
            <a:ext cx="12700000" cy="444500"/>
          </a:xfrm>
          <a:prstGeom prst="rect">
            <a:avLst/>
          </a:prstGeom>
          <a:noFill/>
          <a:ln/>
        </p:spPr>
        <p:txBody>
          <a:bodyPr wrap="none" lIns="0" tIns="0" rIns="0" bIns="0" rtlCol="0" anchor="ctr"/>
          <a:lstStyle/>
          <a:p>
            <a:pPr algn="l">
              <a:lnSpc>
                <a:spcPct val="130000"/>
              </a:lnSpc>
            </a:pPr>
            <a:r>
              <a:rPr lang="en-US" sz="2400" b="1" dirty="0">
                <a:solidFill>
                  <a:srgbClr val="2D3748"/>
                </a:solidFill>
                <a:latin typeface="Calibri" pitchFamily="34" charset="0"/>
                <a:ea typeface="Calibri" pitchFamily="34" charset="-122"/>
                <a:cs typeface="Calibri" pitchFamily="34" charset="-120"/>
              </a:rPr>
              <a:t>Query 7 — Peak Hours of Order Placement</a:t>
            </a:r>
            <a:endParaRPr lang="en-US" sz="2400" dirty="0"/>
          </a:p>
        </p:txBody>
      </p:sp>
      <p:sp>
        <p:nvSpPr>
          <p:cNvPr id="3" name="Shape 1"/>
          <p:cNvSpPr/>
          <p:nvPr/>
        </p:nvSpPr>
        <p:spPr>
          <a:xfrm>
            <a:off x="762000" y="952500"/>
            <a:ext cx="14732000" cy="25400"/>
          </a:xfrm>
          <a:prstGeom prst="rect">
            <a:avLst/>
          </a:prstGeom>
          <a:solidFill>
            <a:srgbClr val="1B4F8F"/>
          </a:solidFill>
          <a:ln/>
        </p:spPr>
        <p:txBody>
          <a:bodyPr/>
          <a:lstStyle/>
          <a:p>
            <a:endParaRPr lang="en-IN"/>
          </a:p>
        </p:txBody>
      </p:sp>
      <p:sp>
        <p:nvSpPr>
          <p:cNvPr id="4" name="Text 2"/>
          <p:cNvSpPr/>
          <p:nvPr/>
        </p:nvSpPr>
        <p:spPr>
          <a:xfrm>
            <a:off x="762000" y="1079500"/>
            <a:ext cx="14732000" cy="279400"/>
          </a:xfrm>
          <a:prstGeom prst="rect">
            <a:avLst/>
          </a:prstGeom>
          <a:noFill/>
          <a:ln/>
        </p:spPr>
        <p:txBody>
          <a:bodyPr wrap="none" lIns="0" tIns="0" rIns="0" bIns="0" rtlCol="0" anchor="ctr"/>
          <a:lstStyle/>
          <a:p>
            <a:pPr algn="l">
              <a:lnSpc>
                <a:spcPct val="120000"/>
              </a:lnSpc>
            </a:pPr>
            <a:r>
              <a:rPr lang="en-US" sz="1300" dirty="0">
                <a:solidFill>
                  <a:srgbClr val="718096"/>
                </a:solidFill>
                <a:latin typeface="Calibri" pitchFamily="34" charset="0"/>
                <a:ea typeface="Calibri" pitchFamily="34" charset="-122"/>
                <a:cs typeface="Calibri" pitchFamily="34" charset="-120"/>
              </a:rPr>
              <a:t>Objective: Identify highest order volume hours | Temporal / Demand-Timing Objective</a:t>
            </a:r>
            <a:endParaRPr lang="en-US" sz="1300" dirty="0"/>
          </a:p>
        </p:txBody>
      </p:sp>
      <p:sp>
        <p:nvSpPr>
          <p:cNvPr id="15" name="Shape 12"/>
          <p:cNvSpPr/>
          <p:nvPr/>
        </p:nvSpPr>
        <p:spPr>
          <a:xfrm>
            <a:off x="762000" y="8763000"/>
            <a:ext cx="14732000" cy="25400"/>
          </a:xfrm>
          <a:prstGeom prst="rect">
            <a:avLst/>
          </a:prstGeom>
          <a:solidFill>
            <a:srgbClr val="1B4F8F"/>
          </a:solidFill>
          <a:ln/>
        </p:spPr>
        <p:txBody>
          <a:bodyPr/>
          <a:lstStyle/>
          <a:p>
            <a:endParaRPr lang="en-IN"/>
          </a:p>
        </p:txBody>
      </p:sp>
      <p:sp>
        <p:nvSpPr>
          <p:cNvPr id="16" name="Text 13"/>
          <p:cNvSpPr/>
          <p:nvPr/>
        </p:nvSpPr>
        <p:spPr>
          <a:xfrm>
            <a:off x="14478000" y="8826500"/>
            <a:ext cx="1016000" cy="254000"/>
          </a:xfrm>
          <a:prstGeom prst="rect">
            <a:avLst/>
          </a:prstGeom>
          <a:noFill/>
          <a:ln/>
        </p:spPr>
        <p:txBody>
          <a:bodyPr wrap="none" lIns="0" tIns="0" rIns="0" bIns="0" rtlCol="0" anchor="ctr"/>
          <a:lstStyle/>
          <a:p>
            <a:pPr algn="r">
              <a:lnSpc>
                <a:spcPct val="120000"/>
              </a:lnSpc>
            </a:pPr>
            <a:r>
              <a:rPr lang="en-US" sz="1200" dirty="0">
                <a:solidFill>
                  <a:srgbClr val="718096"/>
                </a:solidFill>
                <a:latin typeface="Calibri" pitchFamily="34" charset="0"/>
                <a:ea typeface="Calibri" pitchFamily="34" charset="-122"/>
                <a:cs typeface="Calibri" pitchFamily="34" charset="-120"/>
              </a:rPr>
              <a:t>26 / 55</a:t>
            </a:r>
            <a:endParaRPr lang="en-US" sz="1200" dirty="0"/>
          </a:p>
        </p:txBody>
      </p:sp>
      <p:sp>
        <p:nvSpPr>
          <p:cNvPr id="17" name="Text 9">
            <a:extLst>
              <a:ext uri="{FF2B5EF4-FFF2-40B4-BE49-F238E27FC236}">
                <a16:creationId xmlns:a16="http://schemas.microsoft.com/office/drawing/2014/main" id="{70403E8E-D0B0-9898-2079-000B63279410}"/>
              </a:ext>
            </a:extLst>
          </p:cNvPr>
          <p:cNvSpPr/>
          <p:nvPr/>
        </p:nvSpPr>
        <p:spPr>
          <a:xfrm>
            <a:off x="812800" y="5293893"/>
            <a:ext cx="6502401" cy="1610559"/>
          </a:xfrm>
          <a:prstGeom prst="rect">
            <a:avLst/>
          </a:prstGeom>
          <a:noFill/>
          <a:ln/>
        </p:spPr>
        <p:txBody>
          <a:bodyPr wrap="square" lIns="0" tIns="0" rIns="0" bIns="0" rtlCol="0" anchor="t"/>
          <a:lstStyle/>
          <a:p>
            <a:pPr algn="just">
              <a:lnSpc>
                <a:spcPct val="145000"/>
              </a:lnSpc>
            </a:pPr>
            <a:r>
              <a:rPr lang="en-US" sz="1500" b="1" dirty="0">
                <a:solidFill>
                  <a:srgbClr val="1B4F8F"/>
                </a:solidFill>
                <a:latin typeface="Calibri" pitchFamily="34" charset="0"/>
                <a:ea typeface="Calibri" pitchFamily="34" charset="-122"/>
                <a:cs typeface="Calibri" pitchFamily="34" charset="-120"/>
              </a:rPr>
              <a:t>Interpretation </a:t>
            </a:r>
          </a:p>
          <a:p>
            <a:pPr algn="just">
              <a:lnSpc>
                <a:spcPct val="150000"/>
              </a:lnSpc>
            </a:pPr>
            <a:r>
              <a:rPr lang="en-US" sz="1500" dirty="0">
                <a:solidFill>
                  <a:srgbClr val="2D3748"/>
                </a:solidFill>
                <a:latin typeface="Calibri" pitchFamily="34" charset="0"/>
                <a:ea typeface="Calibri" pitchFamily="34" charset="-122"/>
                <a:cs typeface="Calibri" pitchFamily="34" charset="-120"/>
              </a:rPr>
              <a:t>Customer ordering is highest between </a:t>
            </a:r>
            <a:r>
              <a:rPr lang="en-US" sz="1500" b="1" dirty="0">
                <a:solidFill>
                  <a:srgbClr val="2D3748"/>
                </a:solidFill>
                <a:latin typeface="Calibri" pitchFamily="34" charset="0"/>
                <a:ea typeface="Calibri" pitchFamily="34" charset="-122"/>
                <a:cs typeface="Calibri" pitchFamily="34" charset="-120"/>
              </a:rPr>
              <a:t>10:00 AM and 4:00 PM</a:t>
            </a:r>
            <a:r>
              <a:rPr lang="en-US" sz="1500" dirty="0">
                <a:solidFill>
                  <a:srgbClr val="2D3748"/>
                </a:solidFill>
                <a:latin typeface="Calibri" pitchFamily="34" charset="0"/>
                <a:ea typeface="Calibri" pitchFamily="34" charset="-122"/>
                <a:cs typeface="Calibri" pitchFamily="34" charset="-120"/>
              </a:rPr>
              <a:t>. The single busiest hour is </a:t>
            </a:r>
            <a:r>
              <a:rPr lang="en-US" sz="1500" b="1" dirty="0">
                <a:solidFill>
                  <a:srgbClr val="2D3748"/>
                </a:solidFill>
                <a:latin typeface="Calibri" pitchFamily="34" charset="0"/>
                <a:ea typeface="Calibri" pitchFamily="34" charset="-122"/>
                <a:cs typeface="Calibri" pitchFamily="34" charset="-120"/>
              </a:rPr>
              <a:t>10:00 AM</a:t>
            </a:r>
            <a:r>
              <a:rPr lang="en-US" sz="1500" dirty="0">
                <a:solidFill>
                  <a:srgbClr val="2D3748"/>
                </a:solidFill>
                <a:latin typeface="Calibri" pitchFamily="34" charset="0"/>
                <a:ea typeface="Calibri" pitchFamily="34" charset="-122"/>
                <a:cs typeface="Calibri" pitchFamily="34" charset="-120"/>
              </a:rPr>
              <a:t> with </a:t>
            </a:r>
            <a:r>
              <a:rPr lang="en-US" sz="1500" b="1" dirty="0">
                <a:solidFill>
                  <a:srgbClr val="2D3748"/>
                </a:solidFill>
                <a:latin typeface="Calibri" pitchFamily="34" charset="0"/>
                <a:ea typeface="Calibri" pitchFamily="34" charset="-122"/>
                <a:cs typeface="Calibri" pitchFamily="34" charset="-120"/>
              </a:rPr>
              <a:t>88,228 orders</a:t>
            </a:r>
            <a:r>
              <a:rPr lang="en-US" sz="1500" dirty="0">
                <a:solidFill>
                  <a:srgbClr val="2D3748"/>
                </a:solidFill>
                <a:latin typeface="Calibri" pitchFamily="34" charset="0"/>
                <a:ea typeface="Calibri" pitchFamily="34" charset="-122"/>
                <a:cs typeface="Calibri" pitchFamily="34" charset="-120"/>
              </a:rPr>
              <a:t>. Order volume gradually decreases after 4:00 PM. Lowest activity occurs during early morning hours (12:00 AM to 5:00 AM), when customer activity is minimal.</a:t>
            </a:r>
            <a:endParaRPr lang="en-US" sz="1500" dirty="0"/>
          </a:p>
        </p:txBody>
      </p:sp>
      <p:sp>
        <p:nvSpPr>
          <p:cNvPr id="19" name="Shape 10">
            <a:extLst>
              <a:ext uri="{FF2B5EF4-FFF2-40B4-BE49-F238E27FC236}">
                <a16:creationId xmlns:a16="http://schemas.microsoft.com/office/drawing/2014/main" id="{8075718F-D9C9-242E-C2FD-765CEC3DAB7B}"/>
              </a:ext>
            </a:extLst>
          </p:cNvPr>
          <p:cNvSpPr/>
          <p:nvPr/>
        </p:nvSpPr>
        <p:spPr>
          <a:xfrm>
            <a:off x="842879" y="7277100"/>
            <a:ext cx="14651122" cy="1016000"/>
          </a:xfrm>
          <a:prstGeom prst="rect">
            <a:avLst/>
          </a:prstGeom>
          <a:solidFill>
            <a:srgbClr val="EDF2F7"/>
          </a:solidFill>
          <a:ln/>
        </p:spPr>
        <p:txBody>
          <a:bodyPr/>
          <a:lstStyle/>
          <a:p>
            <a:endParaRPr lang="en-IN"/>
          </a:p>
        </p:txBody>
      </p:sp>
      <p:sp>
        <p:nvSpPr>
          <p:cNvPr id="21" name="Shape 11">
            <a:extLst>
              <a:ext uri="{FF2B5EF4-FFF2-40B4-BE49-F238E27FC236}">
                <a16:creationId xmlns:a16="http://schemas.microsoft.com/office/drawing/2014/main" id="{D7193C0D-F8A7-CD27-B774-6CC5FBE8C855}"/>
              </a:ext>
            </a:extLst>
          </p:cNvPr>
          <p:cNvSpPr/>
          <p:nvPr/>
        </p:nvSpPr>
        <p:spPr>
          <a:xfrm>
            <a:off x="842879" y="7277100"/>
            <a:ext cx="50800" cy="1016000"/>
          </a:xfrm>
          <a:prstGeom prst="rect">
            <a:avLst/>
          </a:prstGeom>
          <a:solidFill>
            <a:srgbClr val="1B4F8F"/>
          </a:solidFill>
          <a:ln/>
        </p:spPr>
        <p:txBody>
          <a:bodyPr/>
          <a:lstStyle/>
          <a:p>
            <a:endParaRPr lang="en-IN"/>
          </a:p>
        </p:txBody>
      </p:sp>
      <p:sp>
        <p:nvSpPr>
          <p:cNvPr id="23" name="Text 12">
            <a:extLst>
              <a:ext uri="{FF2B5EF4-FFF2-40B4-BE49-F238E27FC236}">
                <a16:creationId xmlns:a16="http://schemas.microsoft.com/office/drawing/2014/main" id="{5DD1009B-A9AD-A04A-315D-20306AFC406D}"/>
              </a:ext>
            </a:extLst>
          </p:cNvPr>
          <p:cNvSpPr/>
          <p:nvPr/>
        </p:nvSpPr>
        <p:spPr>
          <a:xfrm>
            <a:off x="1041400" y="7378700"/>
            <a:ext cx="14287500" cy="825500"/>
          </a:xfrm>
          <a:prstGeom prst="rect">
            <a:avLst/>
          </a:prstGeom>
          <a:noFill/>
          <a:ln/>
        </p:spPr>
        <p:txBody>
          <a:bodyPr wrap="square" lIns="0" tIns="0" rIns="0" bIns="0" rtlCol="0" anchor="ctr"/>
          <a:lstStyle/>
          <a:p>
            <a:pPr>
              <a:lnSpc>
                <a:spcPct val="150000"/>
              </a:lnSpc>
            </a:pPr>
            <a:r>
              <a:rPr lang="en-US" sz="1500" b="1" dirty="0">
                <a:solidFill>
                  <a:srgbClr val="2D3748"/>
                </a:solidFill>
                <a:latin typeface="Calibri" pitchFamily="34" charset="0"/>
                <a:ea typeface="Calibri" pitchFamily="34" charset="-122"/>
                <a:cs typeface="Calibri" pitchFamily="34" charset="-120"/>
              </a:rPr>
              <a:t>Business Insight:</a:t>
            </a:r>
            <a:r>
              <a:rPr lang="en-US" sz="1500" dirty="0">
                <a:solidFill>
                  <a:srgbClr val="2D3748"/>
                </a:solidFill>
                <a:latin typeface="Calibri" pitchFamily="34" charset="0"/>
                <a:ea typeface="Calibri" pitchFamily="34" charset="-122"/>
                <a:cs typeface="Calibri" pitchFamily="34" charset="-120"/>
              </a:rPr>
              <a:t> Customer demand is concentrated during late morning and afternoon, indicating predictable shopping </a:t>
            </a:r>
            <a:r>
              <a:rPr lang="en-US" sz="1500" dirty="0" err="1">
                <a:solidFill>
                  <a:srgbClr val="2D3748"/>
                </a:solidFill>
                <a:latin typeface="Calibri" pitchFamily="34" charset="0"/>
                <a:ea typeface="Calibri" pitchFamily="34" charset="-122"/>
                <a:cs typeface="Calibri" pitchFamily="34" charset="-120"/>
              </a:rPr>
              <a:t>behaviour</a:t>
            </a:r>
            <a:r>
              <a:rPr lang="en-US" sz="1500" dirty="0">
                <a:solidFill>
                  <a:srgbClr val="2D3748"/>
                </a:solidFill>
                <a:latin typeface="Calibri" pitchFamily="34" charset="0"/>
                <a:ea typeface="Calibri" pitchFamily="34" charset="-122"/>
                <a:cs typeface="Calibri" pitchFamily="34" charset="-120"/>
              </a:rPr>
              <a:t>. This information can be used to optimize staffing levels, warehouse operations, inventory replenishment schedules, and delivery planning during peak demand periods.</a:t>
            </a:r>
            <a:endParaRPr lang="en-US" sz="1500" dirty="0"/>
          </a:p>
        </p:txBody>
      </p:sp>
      <p:sp>
        <p:nvSpPr>
          <p:cNvPr id="25" name="Shape 3">
            <a:extLst>
              <a:ext uri="{FF2B5EF4-FFF2-40B4-BE49-F238E27FC236}">
                <a16:creationId xmlns:a16="http://schemas.microsoft.com/office/drawing/2014/main" id="{F22B2D8F-3B53-AE1A-17F1-B1A873D3214B}"/>
              </a:ext>
            </a:extLst>
          </p:cNvPr>
          <p:cNvSpPr/>
          <p:nvPr/>
        </p:nvSpPr>
        <p:spPr>
          <a:xfrm>
            <a:off x="756653" y="2035668"/>
            <a:ext cx="6553201" cy="3216780"/>
          </a:xfrm>
          <a:prstGeom prst="rect">
            <a:avLst/>
          </a:prstGeom>
          <a:solidFill>
            <a:srgbClr val="EDF2F7"/>
          </a:solidFill>
          <a:ln/>
        </p:spPr>
        <p:txBody>
          <a:bodyPr/>
          <a:lstStyle/>
          <a:p>
            <a:endParaRPr lang="en-IN" dirty="0"/>
          </a:p>
        </p:txBody>
      </p:sp>
      <p:sp>
        <p:nvSpPr>
          <p:cNvPr id="28" name="TextBox 27">
            <a:extLst>
              <a:ext uri="{FF2B5EF4-FFF2-40B4-BE49-F238E27FC236}">
                <a16:creationId xmlns:a16="http://schemas.microsoft.com/office/drawing/2014/main" id="{E1EE1F74-D83D-A02E-84E5-8364B075D5E2}"/>
              </a:ext>
            </a:extLst>
          </p:cNvPr>
          <p:cNvSpPr txBox="1"/>
          <p:nvPr/>
        </p:nvSpPr>
        <p:spPr>
          <a:xfrm>
            <a:off x="812800" y="2086811"/>
            <a:ext cx="1851526" cy="307777"/>
          </a:xfrm>
          <a:prstGeom prst="rect">
            <a:avLst/>
          </a:prstGeom>
          <a:noFill/>
        </p:spPr>
        <p:txBody>
          <a:bodyPr wrap="square">
            <a:spAutoFit/>
          </a:bodyPr>
          <a:lstStyle/>
          <a:p>
            <a:r>
              <a:rPr lang="en-US" sz="1400" b="1" dirty="0">
                <a:solidFill>
                  <a:srgbClr val="718096"/>
                </a:solidFill>
                <a:latin typeface="Calibri" pitchFamily="34" charset="0"/>
                <a:ea typeface="Calibri" pitchFamily="34" charset="-122"/>
                <a:cs typeface="Calibri" pitchFamily="34" charset="-120"/>
              </a:rPr>
              <a:t>PYTHON CODE</a:t>
            </a:r>
            <a:endParaRPr lang="en-IN" sz="1400" dirty="0"/>
          </a:p>
        </p:txBody>
      </p:sp>
      <p:sp>
        <p:nvSpPr>
          <p:cNvPr id="30" name="Text 5">
            <a:extLst>
              <a:ext uri="{FF2B5EF4-FFF2-40B4-BE49-F238E27FC236}">
                <a16:creationId xmlns:a16="http://schemas.microsoft.com/office/drawing/2014/main" id="{E71DDEDC-2F28-F08C-D42E-41752A3776E1}"/>
              </a:ext>
            </a:extLst>
          </p:cNvPr>
          <p:cNvSpPr/>
          <p:nvPr/>
        </p:nvSpPr>
        <p:spPr>
          <a:xfrm>
            <a:off x="909053" y="2390270"/>
            <a:ext cx="6184233" cy="2032335"/>
          </a:xfrm>
          <a:prstGeom prst="rect">
            <a:avLst/>
          </a:prstGeom>
          <a:noFill/>
          <a:ln/>
        </p:spPr>
        <p:txBody>
          <a:bodyPr wrap="square" lIns="0" tIns="0" rIns="0" bIns="0" rtlCol="0" anchor="t"/>
          <a:lstStyle/>
          <a:p>
            <a:pPr>
              <a:lnSpc>
                <a:spcPct val="135000"/>
              </a:lnSpc>
            </a:pPr>
            <a:r>
              <a:rPr lang="en-US" sz="1400" spc="80" dirty="0">
                <a:solidFill>
                  <a:srgbClr val="2D3748"/>
                </a:solidFill>
                <a:latin typeface="Calibri" pitchFamily="34" charset="0"/>
                <a:ea typeface="Calibri" pitchFamily="34" charset="-122"/>
                <a:cs typeface="Calibri" pitchFamily="34" charset="-120"/>
              </a:rPr>
              <a:t>q7 = </a:t>
            </a:r>
            <a:r>
              <a:rPr lang="en-US" sz="1400" spc="80" dirty="0" err="1">
                <a:solidFill>
                  <a:srgbClr val="2D3748"/>
                </a:solidFill>
                <a:latin typeface="Calibri" pitchFamily="34" charset="0"/>
                <a:ea typeface="Calibri" pitchFamily="34" charset="-122"/>
                <a:cs typeface="Calibri" pitchFamily="34" charset="-120"/>
              </a:rPr>
              <a:t>orders.groupby</a:t>
            </a:r>
            <a:r>
              <a:rPr lang="en-US" sz="1400" spc="80" dirty="0">
                <a:solidFill>
                  <a:srgbClr val="2D3748"/>
                </a:solidFill>
                <a:latin typeface="Calibri" pitchFamily="34" charset="0"/>
                <a:ea typeface="Calibri" pitchFamily="34" charset="-122"/>
                <a:cs typeface="Calibri" pitchFamily="34" charset="-120"/>
              </a:rPr>
              <a:t>("</a:t>
            </a:r>
            <a:r>
              <a:rPr lang="en-US" sz="1400" spc="80" dirty="0" err="1">
                <a:solidFill>
                  <a:srgbClr val="2D3748"/>
                </a:solidFill>
                <a:latin typeface="Calibri" pitchFamily="34" charset="0"/>
                <a:ea typeface="Calibri" pitchFamily="34" charset="-122"/>
                <a:cs typeface="Calibri" pitchFamily="34" charset="-120"/>
              </a:rPr>
              <a:t>order_hour_of_day</a:t>
            </a:r>
            <a:r>
              <a:rPr lang="en-US" sz="1400" spc="80" dirty="0">
                <a:solidFill>
                  <a:srgbClr val="2D3748"/>
                </a:solidFill>
                <a:latin typeface="Calibri" pitchFamily="34" charset="0"/>
                <a:ea typeface="Calibri" pitchFamily="34" charset="-122"/>
                <a:cs typeface="Calibri" pitchFamily="34" charset="-120"/>
              </a:rPr>
              <a:t>", </a:t>
            </a:r>
            <a:r>
              <a:rPr lang="en-US" sz="1400" spc="80" dirty="0" err="1">
                <a:solidFill>
                  <a:srgbClr val="2D3748"/>
                </a:solidFill>
                <a:latin typeface="Calibri" pitchFamily="34" charset="0"/>
                <a:ea typeface="Calibri" pitchFamily="34" charset="-122"/>
                <a:cs typeface="Calibri" pitchFamily="34" charset="-120"/>
              </a:rPr>
              <a:t>as_index</a:t>
            </a:r>
            <a:r>
              <a:rPr lang="en-US" sz="1400" spc="80" dirty="0">
                <a:solidFill>
                  <a:srgbClr val="2D3748"/>
                </a:solidFill>
                <a:latin typeface="Calibri" pitchFamily="34" charset="0"/>
                <a:ea typeface="Calibri" pitchFamily="34" charset="-122"/>
                <a:cs typeface="Calibri" pitchFamily="34" charset="-120"/>
              </a:rPr>
              <a:t>=False)</a:t>
            </a:r>
            <a:endParaRPr lang="en-US" sz="1400" spc="80" dirty="0"/>
          </a:p>
          <a:p>
            <a:pPr>
              <a:lnSpc>
                <a:spcPct val="135000"/>
              </a:lnSpc>
            </a:pPr>
            <a:r>
              <a:rPr lang="en-US" sz="1400" spc="80" dirty="0">
                <a:solidFill>
                  <a:srgbClr val="2D3748"/>
                </a:solidFill>
                <a:latin typeface="Calibri" pitchFamily="34" charset="0"/>
                <a:ea typeface="Calibri" pitchFamily="34" charset="-122"/>
                <a:cs typeface="Calibri" pitchFamily="34" charset="-120"/>
              </a:rPr>
              <a:t>  .</a:t>
            </a:r>
            <a:r>
              <a:rPr lang="en-US" sz="1400" spc="80" dirty="0" err="1">
                <a:solidFill>
                  <a:srgbClr val="2D3748"/>
                </a:solidFill>
                <a:latin typeface="Calibri" pitchFamily="34" charset="0"/>
                <a:ea typeface="Calibri" pitchFamily="34" charset="-122"/>
                <a:cs typeface="Calibri" pitchFamily="34" charset="-120"/>
              </a:rPr>
              <a:t>agg</a:t>
            </a:r>
            <a:r>
              <a:rPr lang="en-US" sz="1400" spc="80" dirty="0">
                <a:solidFill>
                  <a:srgbClr val="2D3748"/>
                </a:solidFill>
                <a:latin typeface="Calibri" pitchFamily="34" charset="0"/>
                <a:ea typeface="Calibri" pitchFamily="34" charset="-122"/>
                <a:cs typeface="Calibri" pitchFamily="34" charset="-120"/>
              </a:rPr>
              <a:t>(</a:t>
            </a:r>
            <a:r>
              <a:rPr lang="en-US" sz="1400" spc="80" dirty="0" err="1">
                <a:solidFill>
                  <a:srgbClr val="2D3748"/>
                </a:solidFill>
                <a:latin typeface="Calibri" pitchFamily="34" charset="0"/>
                <a:ea typeface="Calibri" pitchFamily="34" charset="-122"/>
                <a:cs typeface="Calibri" pitchFamily="34" charset="-120"/>
              </a:rPr>
              <a:t>total_orders</a:t>
            </a:r>
            <a:r>
              <a:rPr lang="en-US" sz="1400" spc="80" dirty="0">
                <a:solidFill>
                  <a:srgbClr val="2D3748"/>
                </a:solidFill>
                <a:latin typeface="Calibri" pitchFamily="34" charset="0"/>
                <a:ea typeface="Calibri" pitchFamily="34" charset="-122"/>
                <a:cs typeface="Calibri" pitchFamily="34" charset="-120"/>
              </a:rPr>
              <a:t>=("</a:t>
            </a:r>
            <a:r>
              <a:rPr lang="en-US" sz="1400" spc="80" dirty="0" err="1">
                <a:solidFill>
                  <a:srgbClr val="2D3748"/>
                </a:solidFill>
                <a:latin typeface="Calibri" pitchFamily="34" charset="0"/>
                <a:ea typeface="Calibri" pitchFamily="34" charset="-122"/>
                <a:cs typeface="Calibri" pitchFamily="34" charset="-120"/>
              </a:rPr>
              <a:t>order_id","count</a:t>
            </a:r>
            <a:r>
              <a:rPr lang="en-US" sz="1400" spc="80" dirty="0">
                <a:solidFill>
                  <a:srgbClr val="2D3748"/>
                </a:solidFill>
                <a:latin typeface="Calibri" pitchFamily="34" charset="0"/>
                <a:ea typeface="Calibri" pitchFamily="34" charset="-122"/>
                <a:cs typeface="Calibri" pitchFamily="34" charset="-120"/>
              </a:rPr>
              <a:t>"))</a:t>
            </a:r>
            <a:endParaRPr lang="en-US" sz="1400" spc="80" dirty="0"/>
          </a:p>
          <a:p>
            <a:pPr>
              <a:lnSpc>
                <a:spcPct val="135000"/>
              </a:lnSpc>
            </a:pPr>
            <a:r>
              <a:rPr lang="en-US" sz="1400" spc="80" dirty="0">
                <a:solidFill>
                  <a:srgbClr val="2D3748"/>
                </a:solidFill>
                <a:latin typeface="Calibri" pitchFamily="34" charset="0"/>
                <a:ea typeface="Calibri" pitchFamily="34" charset="-122"/>
                <a:cs typeface="Calibri" pitchFamily="34" charset="-120"/>
              </a:rPr>
              <a:t>  .</a:t>
            </a:r>
            <a:r>
              <a:rPr lang="en-US" sz="1400" spc="80" dirty="0" err="1">
                <a:solidFill>
                  <a:srgbClr val="2D3748"/>
                </a:solidFill>
                <a:latin typeface="Calibri" pitchFamily="34" charset="0"/>
                <a:ea typeface="Calibri" pitchFamily="34" charset="-122"/>
                <a:cs typeface="Calibri" pitchFamily="34" charset="-120"/>
              </a:rPr>
              <a:t>sort_values</a:t>
            </a:r>
            <a:r>
              <a:rPr lang="en-US" sz="1400" spc="80" dirty="0">
                <a:solidFill>
                  <a:srgbClr val="2D3748"/>
                </a:solidFill>
                <a:latin typeface="Calibri" pitchFamily="34" charset="0"/>
                <a:ea typeface="Calibri" pitchFamily="34" charset="-122"/>
                <a:cs typeface="Calibri" pitchFamily="34" charset="-120"/>
              </a:rPr>
              <a:t>("</a:t>
            </a:r>
            <a:r>
              <a:rPr lang="en-US" sz="1400" spc="80" dirty="0" err="1">
                <a:solidFill>
                  <a:srgbClr val="2D3748"/>
                </a:solidFill>
                <a:latin typeface="Calibri" pitchFamily="34" charset="0"/>
                <a:ea typeface="Calibri" pitchFamily="34" charset="-122"/>
                <a:cs typeface="Calibri" pitchFamily="34" charset="-120"/>
              </a:rPr>
              <a:t>total_orders</a:t>
            </a:r>
            <a:r>
              <a:rPr lang="en-US" sz="1400" spc="80" dirty="0">
                <a:solidFill>
                  <a:srgbClr val="2D3748"/>
                </a:solidFill>
                <a:latin typeface="Calibri" pitchFamily="34" charset="0"/>
                <a:ea typeface="Calibri" pitchFamily="34" charset="-122"/>
                <a:cs typeface="Calibri" pitchFamily="34" charset="-120"/>
              </a:rPr>
              <a:t>", ascending=False)</a:t>
            </a:r>
            <a:endParaRPr lang="en-US" sz="1400" spc="80" dirty="0"/>
          </a:p>
          <a:p>
            <a:pPr>
              <a:lnSpc>
                <a:spcPct val="135000"/>
              </a:lnSpc>
            </a:pPr>
            <a:r>
              <a:rPr lang="en-US" sz="1400" spc="80" dirty="0" err="1">
                <a:solidFill>
                  <a:srgbClr val="2D3748"/>
                </a:solidFill>
                <a:latin typeface="Calibri" pitchFamily="34" charset="0"/>
                <a:ea typeface="Calibri" pitchFamily="34" charset="-122"/>
                <a:cs typeface="Calibri" pitchFamily="34" charset="-120"/>
              </a:rPr>
              <a:t>plt.bar</a:t>
            </a:r>
            <a:r>
              <a:rPr lang="en-US" sz="1400" spc="80" dirty="0">
                <a:solidFill>
                  <a:srgbClr val="2D3748"/>
                </a:solidFill>
                <a:latin typeface="Calibri" pitchFamily="34" charset="0"/>
                <a:ea typeface="Calibri" pitchFamily="34" charset="-122"/>
                <a:cs typeface="Calibri" pitchFamily="34" charset="-120"/>
              </a:rPr>
              <a:t>(q7["</a:t>
            </a:r>
            <a:r>
              <a:rPr lang="en-US" sz="1400" spc="80" dirty="0" err="1">
                <a:solidFill>
                  <a:srgbClr val="2D3748"/>
                </a:solidFill>
                <a:latin typeface="Calibri" pitchFamily="34" charset="0"/>
                <a:ea typeface="Calibri" pitchFamily="34" charset="-122"/>
                <a:cs typeface="Calibri" pitchFamily="34" charset="-120"/>
              </a:rPr>
              <a:t>order_hour_of_day</a:t>
            </a:r>
            <a:r>
              <a:rPr lang="en-US" sz="1400" spc="80" dirty="0">
                <a:solidFill>
                  <a:srgbClr val="2D3748"/>
                </a:solidFill>
                <a:latin typeface="Calibri" pitchFamily="34" charset="0"/>
                <a:ea typeface="Calibri" pitchFamily="34" charset="-122"/>
                <a:cs typeface="Calibri" pitchFamily="34" charset="-120"/>
              </a:rPr>
              <a:t>"], q7["</a:t>
            </a:r>
            <a:r>
              <a:rPr lang="en-US" sz="1400" spc="80" dirty="0" err="1">
                <a:solidFill>
                  <a:srgbClr val="2D3748"/>
                </a:solidFill>
                <a:latin typeface="Calibri" pitchFamily="34" charset="0"/>
                <a:ea typeface="Calibri" pitchFamily="34" charset="-122"/>
                <a:cs typeface="Calibri" pitchFamily="34" charset="-120"/>
              </a:rPr>
              <a:t>total_orders</a:t>
            </a:r>
            <a:r>
              <a:rPr lang="en-US" sz="1400" spc="80" dirty="0">
                <a:solidFill>
                  <a:srgbClr val="2D3748"/>
                </a:solidFill>
                <a:latin typeface="Calibri" pitchFamily="34" charset="0"/>
                <a:ea typeface="Calibri" pitchFamily="34" charset="-122"/>
                <a:cs typeface="Calibri" pitchFamily="34" charset="-120"/>
              </a:rPr>
              <a:t>"])</a:t>
            </a:r>
            <a:endParaRPr lang="en-US" sz="1400" spc="80" dirty="0"/>
          </a:p>
        </p:txBody>
      </p:sp>
      <p:pic>
        <p:nvPicPr>
          <p:cNvPr id="31" name="Picture 30">
            <a:extLst>
              <a:ext uri="{FF2B5EF4-FFF2-40B4-BE49-F238E27FC236}">
                <a16:creationId xmlns:a16="http://schemas.microsoft.com/office/drawing/2014/main" id="{9379B009-79FE-D70C-6403-A9370B80DB7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001001" y="2045710"/>
            <a:ext cx="7493000" cy="4475406"/>
          </a:xfrm>
          <a:prstGeom prst="rect">
            <a:avLst/>
          </a:prstGeom>
          <a:noFill/>
          <a:ln>
            <a:noFill/>
          </a:ln>
        </p:spPr>
      </p:pic>
    </p:spTree>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pic>
        <p:nvPicPr>
          <p:cNvPr id="31" name="Picture 30">
            <a:extLst>
              <a:ext uri="{FF2B5EF4-FFF2-40B4-BE49-F238E27FC236}">
                <a16:creationId xmlns:a16="http://schemas.microsoft.com/office/drawing/2014/main" id="{A540E194-DCE9-7011-CAB6-F325A0BBDF6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995654" y="2030841"/>
            <a:ext cx="7503693" cy="4475406"/>
          </a:xfrm>
          <a:prstGeom prst="rect">
            <a:avLst/>
          </a:prstGeom>
          <a:noFill/>
          <a:ln>
            <a:noFill/>
          </a:ln>
        </p:spPr>
      </p:pic>
      <p:sp>
        <p:nvSpPr>
          <p:cNvPr id="2" name="Text 0"/>
          <p:cNvSpPr/>
          <p:nvPr/>
        </p:nvSpPr>
        <p:spPr>
          <a:xfrm>
            <a:off x="762000" y="444500"/>
            <a:ext cx="12700000" cy="444500"/>
          </a:xfrm>
          <a:prstGeom prst="rect">
            <a:avLst/>
          </a:prstGeom>
          <a:noFill/>
          <a:ln/>
        </p:spPr>
        <p:txBody>
          <a:bodyPr wrap="none" lIns="0" tIns="0" rIns="0" bIns="0" rtlCol="0" anchor="ctr"/>
          <a:lstStyle/>
          <a:p>
            <a:pPr algn="l">
              <a:lnSpc>
                <a:spcPct val="130000"/>
              </a:lnSpc>
            </a:pPr>
            <a:r>
              <a:rPr lang="en-US" sz="2400" b="1" dirty="0">
                <a:solidFill>
                  <a:srgbClr val="2D3748"/>
                </a:solidFill>
                <a:latin typeface="Calibri" pitchFamily="34" charset="0"/>
                <a:ea typeface="Calibri" pitchFamily="34" charset="-122"/>
                <a:cs typeface="Calibri" pitchFamily="34" charset="-120"/>
              </a:rPr>
              <a:t>Query 8 — Order Volume by Day of Week</a:t>
            </a:r>
            <a:endParaRPr lang="en-US" sz="2400" dirty="0"/>
          </a:p>
        </p:txBody>
      </p:sp>
      <p:sp>
        <p:nvSpPr>
          <p:cNvPr id="3" name="Shape 1"/>
          <p:cNvSpPr/>
          <p:nvPr/>
        </p:nvSpPr>
        <p:spPr>
          <a:xfrm>
            <a:off x="762000" y="952500"/>
            <a:ext cx="14732000" cy="25400"/>
          </a:xfrm>
          <a:prstGeom prst="rect">
            <a:avLst/>
          </a:prstGeom>
          <a:solidFill>
            <a:srgbClr val="1B4F8F"/>
          </a:solidFill>
          <a:ln/>
        </p:spPr>
        <p:txBody>
          <a:bodyPr/>
          <a:lstStyle/>
          <a:p>
            <a:endParaRPr lang="en-IN"/>
          </a:p>
        </p:txBody>
      </p:sp>
      <p:sp>
        <p:nvSpPr>
          <p:cNvPr id="4" name="Text 2"/>
          <p:cNvSpPr/>
          <p:nvPr/>
        </p:nvSpPr>
        <p:spPr>
          <a:xfrm>
            <a:off x="762000" y="1079500"/>
            <a:ext cx="14732000" cy="279400"/>
          </a:xfrm>
          <a:prstGeom prst="rect">
            <a:avLst/>
          </a:prstGeom>
          <a:noFill/>
          <a:ln/>
        </p:spPr>
        <p:txBody>
          <a:bodyPr wrap="none" lIns="0" tIns="0" rIns="0" bIns="0" rtlCol="0" anchor="ctr"/>
          <a:lstStyle/>
          <a:p>
            <a:pPr algn="l">
              <a:lnSpc>
                <a:spcPct val="120000"/>
              </a:lnSpc>
            </a:pPr>
            <a:r>
              <a:rPr lang="en-US" sz="1300" dirty="0">
                <a:solidFill>
                  <a:srgbClr val="718096"/>
                </a:solidFill>
                <a:latin typeface="Calibri" pitchFamily="34" charset="0"/>
                <a:ea typeface="Calibri" pitchFamily="34" charset="-122"/>
                <a:cs typeface="Calibri" pitchFamily="34" charset="-120"/>
              </a:rPr>
              <a:t>Objective: Analyze order distribution across days | Temporal / Demand-Timing Objective</a:t>
            </a:r>
            <a:endParaRPr lang="en-US" sz="1300" dirty="0"/>
          </a:p>
        </p:txBody>
      </p:sp>
      <p:sp>
        <p:nvSpPr>
          <p:cNvPr id="15" name="Shape 12"/>
          <p:cNvSpPr/>
          <p:nvPr/>
        </p:nvSpPr>
        <p:spPr>
          <a:xfrm>
            <a:off x="762000" y="8763000"/>
            <a:ext cx="14732000" cy="25400"/>
          </a:xfrm>
          <a:prstGeom prst="rect">
            <a:avLst/>
          </a:prstGeom>
          <a:solidFill>
            <a:srgbClr val="1B4F8F"/>
          </a:solidFill>
          <a:ln/>
        </p:spPr>
        <p:txBody>
          <a:bodyPr/>
          <a:lstStyle/>
          <a:p>
            <a:endParaRPr lang="en-IN"/>
          </a:p>
        </p:txBody>
      </p:sp>
      <p:sp>
        <p:nvSpPr>
          <p:cNvPr id="16" name="Text 13"/>
          <p:cNvSpPr/>
          <p:nvPr/>
        </p:nvSpPr>
        <p:spPr>
          <a:xfrm>
            <a:off x="14478000" y="8826500"/>
            <a:ext cx="1016000" cy="254000"/>
          </a:xfrm>
          <a:prstGeom prst="rect">
            <a:avLst/>
          </a:prstGeom>
          <a:noFill/>
          <a:ln/>
        </p:spPr>
        <p:txBody>
          <a:bodyPr wrap="none" lIns="0" tIns="0" rIns="0" bIns="0" rtlCol="0" anchor="ctr"/>
          <a:lstStyle/>
          <a:p>
            <a:pPr algn="r">
              <a:lnSpc>
                <a:spcPct val="120000"/>
              </a:lnSpc>
            </a:pPr>
            <a:r>
              <a:rPr lang="en-US" sz="1200" dirty="0">
                <a:solidFill>
                  <a:srgbClr val="718096"/>
                </a:solidFill>
                <a:latin typeface="Calibri" pitchFamily="34" charset="0"/>
                <a:ea typeface="Calibri" pitchFamily="34" charset="-122"/>
                <a:cs typeface="Calibri" pitchFamily="34" charset="-120"/>
              </a:rPr>
              <a:t>27 / 55</a:t>
            </a:r>
            <a:endParaRPr lang="en-US" sz="1200" dirty="0"/>
          </a:p>
        </p:txBody>
      </p:sp>
      <p:sp>
        <p:nvSpPr>
          <p:cNvPr id="17" name="Text 9">
            <a:extLst>
              <a:ext uri="{FF2B5EF4-FFF2-40B4-BE49-F238E27FC236}">
                <a16:creationId xmlns:a16="http://schemas.microsoft.com/office/drawing/2014/main" id="{0E517577-DA29-7E26-DDCA-5AF0BED60915}"/>
              </a:ext>
            </a:extLst>
          </p:cNvPr>
          <p:cNvSpPr/>
          <p:nvPr/>
        </p:nvSpPr>
        <p:spPr>
          <a:xfrm>
            <a:off x="812800" y="5293893"/>
            <a:ext cx="6502401" cy="1610559"/>
          </a:xfrm>
          <a:prstGeom prst="rect">
            <a:avLst/>
          </a:prstGeom>
          <a:noFill/>
          <a:ln/>
        </p:spPr>
        <p:txBody>
          <a:bodyPr wrap="square" lIns="0" tIns="0" rIns="0" bIns="0" rtlCol="0" anchor="t"/>
          <a:lstStyle/>
          <a:p>
            <a:pPr algn="just">
              <a:lnSpc>
                <a:spcPct val="145000"/>
              </a:lnSpc>
            </a:pPr>
            <a:r>
              <a:rPr lang="en-US" sz="1500" b="1" dirty="0">
                <a:solidFill>
                  <a:srgbClr val="1B4F8F"/>
                </a:solidFill>
                <a:latin typeface="Calibri" pitchFamily="34" charset="0"/>
                <a:ea typeface="Calibri" pitchFamily="34" charset="-122"/>
                <a:cs typeface="Calibri" pitchFamily="34" charset="-120"/>
              </a:rPr>
              <a:t>Interpretation </a:t>
            </a:r>
          </a:p>
          <a:p>
            <a:pPr algn="just">
              <a:lnSpc>
                <a:spcPct val="150000"/>
              </a:lnSpc>
            </a:pPr>
            <a:r>
              <a:rPr lang="en-US" sz="1500" dirty="0">
                <a:solidFill>
                  <a:srgbClr val="2D3748"/>
                </a:solidFill>
                <a:latin typeface="Calibri" pitchFamily="34" charset="0"/>
                <a:ea typeface="Calibri" pitchFamily="34" charset="-122"/>
                <a:cs typeface="Calibri" pitchFamily="34" charset="-120"/>
              </a:rPr>
              <a:t>The highest number of orders was placed on </a:t>
            </a:r>
            <a:r>
              <a:rPr lang="en-US" sz="1500" b="1" dirty="0">
                <a:solidFill>
                  <a:srgbClr val="2D3748"/>
                </a:solidFill>
                <a:latin typeface="Calibri" pitchFamily="34" charset="0"/>
                <a:ea typeface="Calibri" pitchFamily="34" charset="-122"/>
                <a:cs typeface="Calibri" pitchFamily="34" charset="-120"/>
              </a:rPr>
              <a:t>Sunday (183,939)</a:t>
            </a:r>
            <a:r>
              <a:rPr lang="en-US" sz="1500" dirty="0">
                <a:solidFill>
                  <a:srgbClr val="2D3748"/>
                </a:solidFill>
                <a:latin typeface="Calibri" pitchFamily="34" charset="0"/>
                <a:ea typeface="Calibri" pitchFamily="34" charset="-122"/>
                <a:cs typeface="Calibri" pitchFamily="34" charset="-120"/>
              </a:rPr>
              <a:t>, followed closely by </a:t>
            </a:r>
            <a:r>
              <a:rPr lang="en-US" sz="1500" b="1" dirty="0">
                <a:solidFill>
                  <a:srgbClr val="2D3748"/>
                </a:solidFill>
                <a:latin typeface="Calibri" pitchFamily="34" charset="0"/>
                <a:ea typeface="Calibri" pitchFamily="34" charset="-122"/>
                <a:cs typeface="Calibri" pitchFamily="34" charset="-120"/>
              </a:rPr>
              <a:t>Monday (180,025)</a:t>
            </a:r>
            <a:r>
              <a:rPr lang="en-US" sz="1500" dirty="0">
                <a:solidFill>
                  <a:srgbClr val="2D3748"/>
                </a:solidFill>
                <a:latin typeface="Calibri" pitchFamily="34" charset="0"/>
                <a:ea typeface="Calibri" pitchFamily="34" charset="-122"/>
                <a:cs typeface="Calibri" pitchFamily="34" charset="-120"/>
              </a:rPr>
              <a:t>. Order volume gradually decreases from Tuesday to Thursday. A slight increase is observed on Friday and Saturday. Customer purchasing activity is concentrated at the beginning of the week.</a:t>
            </a:r>
            <a:endParaRPr lang="en-US" sz="1500" dirty="0"/>
          </a:p>
        </p:txBody>
      </p:sp>
      <p:sp>
        <p:nvSpPr>
          <p:cNvPr id="19" name="Shape 10">
            <a:extLst>
              <a:ext uri="{FF2B5EF4-FFF2-40B4-BE49-F238E27FC236}">
                <a16:creationId xmlns:a16="http://schemas.microsoft.com/office/drawing/2014/main" id="{103F0D9A-DA76-303B-4FF0-A7F893CAD6D0}"/>
              </a:ext>
            </a:extLst>
          </p:cNvPr>
          <p:cNvSpPr/>
          <p:nvPr/>
        </p:nvSpPr>
        <p:spPr>
          <a:xfrm>
            <a:off x="842878" y="7277100"/>
            <a:ext cx="14656469" cy="1016000"/>
          </a:xfrm>
          <a:prstGeom prst="rect">
            <a:avLst/>
          </a:prstGeom>
          <a:solidFill>
            <a:srgbClr val="EDF2F7"/>
          </a:solidFill>
          <a:ln/>
        </p:spPr>
        <p:txBody>
          <a:bodyPr/>
          <a:lstStyle/>
          <a:p>
            <a:endParaRPr lang="en-IN"/>
          </a:p>
        </p:txBody>
      </p:sp>
      <p:sp>
        <p:nvSpPr>
          <p:cNvPr id="21" name="Shape 11">
            <a:extLst>
              <a:ext uri="{FF2B5EF4-FFF2-40B4-BE49-F238E27FC236}">
                <a16:creationId xmlns:a16="http://schemas.microsoft.com/office/drawing/2014/main" id="{6C0861E3-C927-7E0E-B715-151867C248DA}"/>
              </a:ext>
            </a:extLst>
          </p:cNvPr>
          <p:cNvSpPr/>
          <p:nvPr/>
        </p:nvSpPr>
        <p:spPr>
          <a:xfrm>
            <a:off x="842879" y="7277100"/>
            <a:ext cx="50800" cy="1016000"/>
          </a:xfrm>
          <a:prstGeom prst="rect">
            <a:avLst/>
          </a:prstGeom>
          <a:solidFill>
            <a:srgbClr val="1B4F8F"/>
          </a:solidFill>
          <a:ln/>
        </p:spPr>
        <p:txBody>
          <a:bodyPr/>
          <a:lstStyle/>
          <a:p>
            <a:endParaRPr lang="en-IN"/>
          </a:p>
        </p:txBody>
      </p:sp>
      <p:sp>
        <p:nvSpPr>
          <p:cNvPr id="23" name="Text 12">
            <a:extLst>
              <a:ext uri="{FF2B5EF4-FFF2-40B4-BE49-F238E27FC236}">
                <a16:creationId xmlns:a16="http://schemas.microsoft.com/office/drawing/2014/main" id="{0EC91206-0466-A723-4AF3-CF9DEC2448DF}"/>
              </a:ext>
            </a:extLst>
          </p:cNvPr>
          <p:cNvSpPr/>
          <p:nvPr/>
        </p:nvSpPr>
        <p:spPr>
          <a:xfrm>
            <a:off x="1041400" y="7378700"/>
            <a:ext cx="14287500" cy="825500"/>
          </a:xfrm>
          <a:prstGeom prst="rect">
            <a:avLst/>
          </a:prstGeom>
          <a:noFill/>
          <a:ln/>
        </p:spPr>
        <p:txBody>
          <a:bodyPr wrap="square" lIns="0" tIns="0" rIns="0" bIns="0" rtlCol="0" anchor="ctr"/>
          <a:lstStyle/>
          <a:p>
            <a:pPr>
              <a:lnSpc>
                <a:spcPct val="150000"/>
              </a:lnSpc>
            </a:pPr>
            <a:r>
              <a:rPr lang="en-US" sz="1500" b="1" dirty="0">
                <a:solidFill>
                  <a:srgbClr val="2D3748"/>
                </a:solidFill>
                <a:latin typeface="Calibri" pitchFamily="34" charset="0"/>
                <a:ea typeface="Calibri" pitchFamily="34" charset="-122"/>
                <a:cs typeface="Calibri" pitchFamily="34" charset="-120"/>
              </a:rPr>
              <a:t>Business Insight:</a:t>
            </a:r>
            <a:r>
              <a:rPr lang="en-US" sz="1500" dirty="0">
                <a:solidFill>
                  <a:srgbClr val="2D3748"/>
                </a:solidFill>
                <a:latin typeface="Calibri" pitchFamily="34" charset="0"/>
                <a:ea typeface="Calibri" pitchFamily="34" charset="-122"/>
                <a:cs typeface="Calibri" pitchFamily="34" charset="-120"/>
              </a:rPr>
              <a:t> Sunday and Monday are the busiest shopping days — critical periods for inventory availability and operational planning. Ensure adequate stock levels, workforce allocation, and delivery capacity during these peak days. Schedule promotional campaigns around high-traffic days.</a:t>
            </a:r>
            <a:endParaRPr lang="en-US" sz="1500" dirty="0"/>
          </a:p>
        </p:txBody>
      </p:sp>
      <p:sp>
        <p:nvSpPr>
          <p:cNvPr id="25" name="Shape 3">
            <a:extLst>
              <a:ext uri="{FF2B5EF4-FFF2-40B4-BE49-F238E27FC236}">
                <a16:creationId xmlns:a16="http://schemas.microsoft.com/office/drawing/2014/main" id="{8D73421E-40CE-0BCD-BE03-2F76F8BCB360}"/>
              </a:ext>
            </a:extLst>
          </p:cNvPr>
          <p:cNvSpPr/>
          <p:nvPr/>
        </p:nvSpPr>
        <p:spPr>
          <a:xfrm>
            <a:off x="756653" y="2035668"/>
            <a:ext cx="6553201" cy="3216780"/>
          </a:xfrm>
          <a:prstGeom prst="rect">
            <a:avLst/>
          </a:prstGeom>
          <a:solidFill>
            <a:srgbClr val="EDF2F7"/>
          </a:solidFill>
          <a:ln/>
        </p:spPr>
        <p:txBody>
          <a:bodyPr/>
          <a:lstStyle/>
          <a:p>
            <a:endParaRPr lang="en-IN" dirty="0"/>
          </a:p>
        </p:txBody>
      </p:sp>
      <p:sp>
        <p:nvSpPr>
          <p:cNvPr id="27" name="TextBox 26">
            <a:extLst>
              <a:ext uri="{FF2B5EF4-FFF2-40B4-BE49-F238E27FC236}">
                <a16:creationId xmlns:a16="http://schemas.microsoft.com/office/drawing/2014/main" id="{CB6DA73C-6798-E9D2-9B5B-4CF5520E6C56}"/>
              </a:ext>
            </a:extLst>
          </p:cNvPr>
          <p:cNvSpPr txBox="1"/>
          <p:nvPr/>
        </p:nvSpPr>
        <p:spPr>
          <a:xfrm>
            <a:off x="812800" y="2086811"/>
            <a:ext cx="1851526" cy="307777"/>
          </a:xfrm>
          <a:prstGeom prst="rect">
            <a:avLst/>
          </a:prstGeom>
          <a:noFill/>
        </p:spPr>
        <p:txBody>
          <a:bodyPr wrap="square">
            <a:spAutoFit/>
          </a:bodyPr>
          <a:lstStyle/>
          <a:p>
            <a:r>
              <a:rPr lang="en-US" sz="1400" b="1" dirty="0">
                <a:solidFill>
                  <a:srgbClr val="718096"/>
                </a:solidFill>
                <a:latin typeface="Calibri" pitchFamily="34" charset="0"/>
                <a:ea typeface="Calibri" pitchFamily="34" charset="-122"/>
                <a:cs typeface="Calibri" pitchFamily="34" charset="-120"/>
              </a:rPr>
              <a:t>PYTHON CODE</a:t>
            </a:r>
            <a:endParaRPr lang="en-IN" sz="1400" dirty="0"/>
          </a:p>
        </p:txBody>
      </p:sp>
      <p:sp>
        <p:nvSpPr>
          <p:cNvPr id="30" name="Text 5">
            <a:extLst>
              <a:ext uri="{FF2B5EF4-FFF2-40B4-BE49-F238E27FC236}">
                <a16:creationId xmlns:a16="http://schemas.microsoft.com/office/drawing/2014/main" id="{B0B0DB18-1AA7-FD98-FD5A-698CE102AE68}"/>
              </a:ext>
            </a:extLst>
          </p:cNvPr>
          <p:cNvSpPr/>
          <p:nvPr/>
        </p:nvSpPr>
        <p:spPr>
          <a:xfrm>
            <a:off x="909053" y="2390270"/>
            <a:ext cx="6184233" cy="2032335"/>
          </a:xfrm>
          <a:prstGeom prst="rect">
            <a:avLst/>
          </a:prstGeom>
          <a:noFill/>
          <a:ln/>
        </p:spPr>
        <p:txBody>
          <a:bodyPr wrap="square" lIns="0" tIns="0" rIns="0" bIns="0" rtlCol="0" anchor="t"/>
          <a:lstStyle/>
          <a:p>
            <a:pPr>
              <a:lnSpc>
                <a:spcPct val="135000"/>
              </a:lnSpc>
            </a:pPr>
            <a:r>
              <a:rPr lang="en-US" sz="1400" spc="80" dirty="0">
                <a:solidFill>
                  <a:srgbClr val="2D3748"/>
                </a:solidFill>
                <a:latin typeface="Calibri" pitchFamily="34" charset="0"/>
                <a:ea typeface="Calibri" pitchFamily="34" charset="-122"/>
                <a:cs typeface="Calibri" pitchFamily="34" charset="-120"/>
              </a:rPr>
              <a:t>q8 = </a:t>
            </a:r>
            <a:r>
              <a:rPr lang="en-US" sz="1400" spc="80" dirty="0" err="1">
                <a:solidFill>
                  <a:srgbClr val="2D3748"/>
                </a:solidFill>
                <a:latin typeface="Calibri" pitchFamily="34" charset="0"/>
                <a:ea typeface="Calibri" pitchFamily="34" charset="-122"/>
                <a:cs typeface="Calibri" pitchFamily="34" charset="-120"/>
              </a:rPr>
              <a:t>orders.groupby</a:t>
            </a:r>
            <a:r>
              <a:rPr lang="en-US" sz="1400" spc="80" dirty="0">
                <a:solidFill>
                  <a:srgbClr val="2D3748"/>
                </a:solidFill>
                <a:latin typeface="Calibri" pitchFamily="34" charset="0"/>
                <a:ea typeface="Calibri" pitchFamily="34" charset="-122"/>
                <a:cs typeface="Calibri" pitchFamily="34" charset="-120"/>
              </a:rPr>
              <a:t>("</a:t>
            </a:r>
            <a:r>
              <a:rPr lang="en-US" sz="1400" spc="80" dirty="0" err="1">
                <a:solidFill>
                  <a:srgbClr val="2D3748"/>
                </a:solidFill>
                <a:latin typeface="Calibri" pitchFamily="34" charset="0"/>
                <a:ea typeface="Calibri" pitchFamily="34" charset="-122"/>
                <a:cs typeface="Calibri" pitchFamily="34" charset="-120"/>
              </a:rPr>
              <a:t>order_dow</a:t>
            </a:r>
            <a:r>
              <a:rPr lang="en-US" sz="1400" spc="80" dirty="0">
                <a:solidFill>
                  <a:srgbClr val="2D3748"/>
                </a:solidFill>
                <a:latin typeface="Calibri" pitchFamily="34" charset="0"/>
                <a:ea typeface="Calibri" pitchFamily="34" charset="-122"/>
                <a:cs typeface="Calibri" pitchFamily="34" charset="-120"/>
              </a:rPr>
              <a:t>", </a:t>
            </a:r>
            <a:r>
              <a:rPr lang="en-US" sz="1400" spc="80" dirty="0" err="1">
                <a:solidFill>
                  <a:srgbClr val="2D3748"/>
                </a:solidFill>
                <a:latin typeface="Calibri" pitchFamily="34" charset="0"/>
                <a:ea typeface="Calibri" pitchFamily="34" charset="-122"/>
                <a:cs typeface="Calibri" pitchFamily="34" charset="-120"/>
              </a:rPr>
              <a:t>as_index</a:t>
            </a:r>
            <a:r>
              <a:rPr lang="en-US" sz="1400" spc="80" dirty="0">
                <a:solidFill>
                  <a:srgbClr val="2D3748"/>
                </a:solidFill>
                <a:latin typeface="Calibri" pitchFamily="34" charset="0"/>
                <a:ea typeface="Calibri" pitchFamily="34" charset="-122"/>
                <a:cs typeface="Calibri" pitchFamily="34" charset="-120"/>
              </a:rPr>
              <a:t>=False)</a:t>
            </a:r>
            <a:endParaRPr lang="en-US" sz="1400" spc="80" dirty="0"/>
          </a:p>
          <a:p>
            <a:pPr>
              <a:lnSpc>
                <a:spcPct val="135000"/>
              </a:lnSpc>
            </a:pPr>
            <a:r>
              <a:rPr lang="en-US" sz="1400" spc="80" dirty="0">
                <a:solidFill>
                  <a:srgbClr val="2D3748"/>
                </a:solidFill>
                <a:latin typeface="Calibri" pitchFamily="34" charset="0"/>
                <a:ea typeface="Calibri" pitchFamily="34" charset="-122"/>
                <a:cs typeface="Calibri" pitchFamily="34" charset="-120"/>
              </a:rPr>
              <a:t>  .</a:t>
            </a:r>
            <a:r>
              <a:rPr lang="en-US" sz="1400" spc="80" dirty="0" err="1">
                <a:solidFill>
                  <a:srgbClr val="2D3748"/>
                </a:solidFill>
                <a:latin typeface="Calibri" pitchFamily="34" charset="0"/>
                <a:ea typeface="Calibri" pitchFamily="34" charset="-122"/>
                <a:cs typeface="Calibri" pitchFamily="34" charset="-120"/>
              </a:rPr>
              <a:t>agg</a:t>
            </a:r>
            <a:r>
              <a:rPr lang="en-US" sz="1400" spc="80" dirty="0">
                <a:solidFill>
                  <a:srgbClr val="2D3748"/>
                </a:solidFill>
                <a:latin typeface="Calibri" pitchFamily="34" charset="0"/>
                <a:ea typeface="Calibri" pitchFamily="34" charset="-122"/>
                <a:cs typeface="Calibri" pitchFamily="34" charset="-120"/>
              </a:rPr>
              <a:t>(</a:t>
            </a:r>
            <a:r>
              <a:rPr lang="en-US" sz="1400" spc="80" dirty="0" err="1">
                <a:solidFill>
                  <a:srgbClr val="2D3748"/>
                </a:solidFill>
                <a:latin typeface="Calibri" pitchFamily="34" charset="0"/>
                <a:ea typeface="Calibri" pitchFamily="34" charset="-122"/>
                <a:cs typeface="Calibri" pitchFamily="34" charset="-120"/>
              </a:rPr>
              <a:t>total_orders</a:t>
            </a:r>
            <a:r>
              <a:rPr lang="en-US" sz="1400" spc="80" dirty="0">
                <a:solidFill>
                  <a:srgbClr val="2D3748"/>
                </a:solidFill>
                <a:latin typeface="Calibri" pitchFamily="34" charset="0"/>
                <a:ea typeface="Calibri" pitchFamily="34" charset="-122"/>
                <a:cs typeface="Calibri" pitchFamily="34" charset="-120"/>
              </a:rPr>
              <a:t>=("</a:t>
            </a:r>
            <a:r>
              <a:rPr lang="en-US" sz="1400" spc="80" dirty="0" err="1">
                <a:solidFill>
                  <a:srgbClr val="2D3748"/>
                </a:solidFill>
                <a:latin typeface="Calibri" pitchFamily="34" charset="0"/>
                <a:ea typeface="Calibri" pitchFamily="34" charset="-122"/>
                <a:cs typeface="Calibri" pitchFamily="34" charset="-120"/>
              </a:rPr>
              <a:t>order_id","count</a:t>
            </a:r>
            <a:r>
              <a:rPr lang="en-US" sz="1400" spc="80" dirty="0">
                <a:solidFill>
                  <a:srgbClr val="2D3748"/>
                </a:solidFill>
                <a:latin typeface="Calibri" pitchFamily="34" charset="0"/>
                <a:ea typeface="Calibri" pitchFamily="34" charset="-122"/>
                <a:cs typeface="Calibri" pitchFamily="34" charset="-120"/>
              </a:rPr>
              <a:t>"))</a:t>
            </a:r>
            <a:endParaRPr lang="en-US" sz="1400" spc="80" dirty="0"/>
          </a:p>
          <a:p>
            <a:pPr>
              <a:lnSpc>
                <a:spcPct val="135000"/>
              </a:lnSpc>
            </a:pPr>
            <a:r>
              <a:rPr lang="en-US" sz="1400" spc="80" dirty="0">
                <a:solidFill>
                  <a:srgbClr val="2D3748"/>
                </a:solidFill>
                <a:latin typeface="Calibri" pitchFamily="34" charset="0"/>
                <a:ea typeface="Calibri" pitchFamily="34" charset="-122"/>
                <a:cs typeface="Calibri" pitchFamily="34" charset="-120"/>
              </a:rPr>
              <a:t>  .</a:t>
            </a:r>
            <a:r>
              <a:rPr lang="en-US" sz="1400" spc="80" dirty="0" err="1">
                <a:solidFill>
                  <a:srgbClr val="2D3748"/>
                </a:solidFill>
                <a:latin typeface="Calibri" pitchFamily="34" charset="0"/>
                <a:ea typeface="Calibri" pitchFamily="34" charset="-122"/>
                <a:cs typeface="Calibri" pitchFamily="34" charset="-120"/>
              </a:rPr>
              <a:t>sort_values</a:t>
            </a:r>
            <a:r>
              <a:rPr lang="en-US" sz="1400" spc="80" dirty="0">
                <a:solidFill>
                  <a:srgbClr val="2D3748"/>
                </a:solidFill>
                <a:latin typeface="Calibri" pitchFamily="34" charset="0"/>
                <a:ea typeface="Calibri" pitchFamily="34" charset="-122"/>
                <a:cs typeface="Calibri" pitchFamily="34" charset="-120"/>
              </a:rPr>
              <a:t>("</a:t>
            </a:r>
            <a:r>
              <a:rPr lang="en-US" sz="1400" spc="80" dirty="0" err="1">
                <a:solidFill>
                  <a:srgbClr val="2D3748"/>
                </a:solidFill>
                <a:latin typeface="Calibri" pitchFamily="34" charset="0"/>
                <a:ea typeface="Calibri" pitchFamily="34" charset="-122"/>
                <a:cs typeface="Calibri" pitchFamily="34" charset="-120"/>
              </a:rPr>
              <a:t>order_dow</a:t>
            </a:r>
            <a:r>
              <a:rPr lang="en-US" sz="1400" spc="80" dirty="0">
                <a:solidFill>
                  <a:srgbClr val="2D3748"/>
                </a:solidFill>
                <a:latin typeface="Calibri" pitchFamily="34" charset="0"/>
                <a:ea typeface="Calibri" pitchFamily="34" charset="-122"/>
                <a:cs typeface="Calibri" pitchFamily="34" charset="-120"/>
              </a:rPr>
              <a:t>")</a:t>
            </a:r>
            <a:endParaRPr lang="en-US" sz="1400" spc="80" dirty="0"/>
          </a:p>
          <a:p>
            <a:pPr>
              <a:lnSpc>
                <a:spcPct val="135000"/>
              </a:lnSpc>
            </a:pPr>
            <a:r>
              <a:rPr lang="en-US" sz="1400" spc="80" dirty="0" err="1">
                <a:solidFill>
                  <a:srgbClr val="2D3748"/>
                </a:solidFill>
                <a:latin typeface="Calibri" pitchFamily="34" charset="0"/>
                <a:ea typeface="Calibri" pitchFamily="34" charset="-122"/>
                <a:cs typeface="Calibri" pitchFamily="34" charset="-120"/>
              </a:rPr>
              <a:t>plt.bar</a:t>
            </a:r>
            <a:r>
              <a:rPr lang="en-US" sz="1400" spc="80" dirty="0">
                <a:solidFill>
                  <a:srgbClr val="2D3748"/>
                </a:solidFill>
                <a:latin typeface="Calibri" pitchFamily="34" charset="0"/>
                <a:ea typeface="Calibri" pitchFamily="34" charset="-122"/>
                <a:cs typeface="Calibri" pitchFamily="34" charset="-120"/>
              </a:rPr>
              <a:t>(q8["</a:t>
            </a:r>
            <a:r>
              <a:rPr lang="en-US" sz="1400" spc="80" dirty="0" err="1">
                <a:solidFill>
                  <a:srgbClr val="2D3748"/>
                </a:solidFill>
                <a:latin typeface="Calibri" pitchFamily="34" charset="0"/>
                <a:ea typeface="Calibri" pitchFamily="34" charset="-122"/>
                <a:cs typeface="Calibri" pitchFamily="34" charset="-120"/>
              </a:rPr>
              <a:t>order_dow</a:t>
            </a:r>
            <a:r>
              <a:rPr lang="en-US" sz="1400" spc="80" dirty="0">
                <a:solidFill>
                  <a:srgbClr val="2D3748"/>
                </a:solidFill>
                <a:latin typeface="Calibri" pitchFamily="34" charset="0"/>
                <a:ea typeface="Calibri" pitchFamily="34" charset="-122"/>
                <a:cs typeface="Calibri" pitchFamily="34" charset="-120"/>
              </a:rPr>
              <a:t>"], q8["</a:t>
            </a:r>
            <a:r>
              <a:rPr lang="en-US" sz="1400" spc="80" dirty="0" err="1">
                <a:solidFill>
                  <a:srgbClr val="2D3748"/>
                </a:solidFill>
                <a:latin typeface="Calibri" pitchFamily="34" charset="0"/>
                <a:ea typeface="Calibri" pitchFamily="34" charset="-122"/>
                <a:cs typeface="Calibri" pitchFamily="34" charset="-120"/>
              </a:rPr>
              <a:t>total_orders</a:t>
            </a:r>
            <a:r>
              <a:rPr lang="en-US" sz="1400" spc="80" dirty="0">
                <a:solidFill>
                  <a:srgbClr val="2D3748"/>
                </a:solidFill>
                <a:latin typeface="Calibri" pitchFamily="34" charset="0"/>
                <a:ea typeface="Calibri" pitchFamily="34" charset="-122"/>
                <a:cs typeface="Calibri" pitchFamily="34" charset="-120"/>
              </a:rPr>
              <a:t>"]); </a:t>
            </a:r>
            <a:r>
              <a:rPr lang="en-US" sz="1400" spc="80" dirty="0" err="1">
                <a:solidFill>
                  <a:srgbClr val="2D3748"/>
                </a:solidFill>
                <a:latin typeface="Calibri" pitchFamily="34" charset="0"/>
                <a:ea typeface="Calibri" pitchFamily="34" charset="-122"/>
                <a:cs typeface="Calibri" pitchFamily="34" charset="-120"/>
              </a:rPr>
              <a:t>plt.xticks</a:t>
            </a:r>
            <a:r>
              <a:rPr lang="en-US" sz="1400" spc="80" dirty="0">
                <a:solidFill>
                  <a:srgbClr val="2D3748"/>
                </a:solidFill>
                <a:latin typeface="Calibri" pitchFamily="34" charset="0"/>
                <a:ea typeface="Calibri" pitchFamily="34" charset="-122"/>
                <a:cs typeface="Calibri" pitchFamily="34" charset="-120"/>
              </a:rPr>
              <a:t>(range(7))</a:t>
            </a:r>
            <a:endParaRPr lang="en-US" sz="1400" spc="80" dirty="0"/>
          </a:p>
        </p:txBody>
      </p:sp>
    </p:spTree>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62000" y="444500"/>
            <a:ext cx="12700000" cy="444500"/>
          </a:xfrm>
          <a:prstGeom prst="rect">
            <a:avLst/>
          </a:prstGeom>
          <a:noFill/>
          <a:ln/>
        </p:spPr>
        <p:txBody>
          <a:bodyPr wrap="none" lIns="0" tIns="0" rIns="0" bIns="0" rtlCol="0" anchor="ctr"/>
          <a:lstStyle/>
          <a:p>
            <a:pPr algn="l">
              <a:lnSpc>
                <a:spcPct val="130000"/>
              </a:lnSpc>
            </a:pPr>
            <a:r>
              <a:rPr lang="en-US" sz="2400" b="1" dirty="0">
                <a:solidFill>
                  <a:srgbClr val="2D3748"/>
                </a:solidFill>
                <a:latin typeface="Calibri" pitchFamily="34" charset="0"/>
                <a:ea typeface="Calibri" pitchFamily="34" charset="-122"/>
                <a:cs typeface="Calibri" pitchFamily="34" charset="-120"/>
              </a:rPr>
              <a:t>Query 9 — Top 10 Most Ordered Products</a:t>
            </a:r>
            <a:endParaRPr lang="en-US" sz="2400" dirty="0"/>
          </a:p>
        </p:txBody>
      </p:sp>
      <p:sp>
        <p:nvSpPr>
          <p:cNvPr id="3" name="Shape 1"/>
          <p:cNvSpPr/>
          <p:nvPr/>
        </p:nvSpPr>
        <p:spPr>
          <a:xfrm>
            <a:off x="762000" y="952500"/>
            <a:ext cx="14732000" cy="25400"/>
          </a:xfrm>
          <a:prstGeom prst="rect">
            <a:avLst/>
          </a:prstGeom>
          <a:solidFill>
            <a:srgbClr val="1B4F8F"/>
          </a:solidFill>
          <a:ln/>
        </p:spPr>
        <p:txBody>
          <a:bodyPr/>
          <a:lstStyle/>
          <a:p>
            <a:endParaRPr lang="en-IN"/>
          </a:p>
        </p:txBody>
      </p:sp>
      <p:sp>
        <p:nvSpPr>
          <p:cNvPr id="4" name="Text 2"/>
          <p:cNvSpPr/>
          <p:nvPr/>
        </p:nvSpPr>
        <p:spPr>
          <a:xfrm>
            <a:off x="762000" y="1079500"/>
            <a:ext cx="14732000" cy="279400"/>
          </a:xfrm>
          <a:prstGeom prst="rect">
            <a:avLst/>
          </a:prstGeom>
          <a:noFill/>
          <a:ln/>
        </p:spPr>
        <p:txBody>
          <a:bodyPr wrap="none" lIns="0" tIns="0" rIns="0" bIns="0" rtlCol="0" anchor="ctr"/>
          <a:lstStyle/>
          <a:p>
            <a:pPr algn="l">
              <a:lnSpc>
                <a:spcPct val="120000"/>
              </a:lnSpc>
            </a:pPr>
            <a:r>
              <a:rPr lang="en-US" sz="1300" dirty="0">
                <a:solidFill>
                  <a:srgbClr val="718096"/>
                </a:solidFill>
                <a:latin typeface="Calibri" pitchFamily="34" charset="0"/>
                <a:ea typeface="Calibri" pitchFamily="34" charset="-122"/>
                <a:cs typeface="Calibri" pitchFamily="34" charset="-120"/>
              </a:rPr>
              <a:t>Objective: Identify most frequently purchased products | Product Performance &amp; Loyalty Objective</a:t>
            </a:r>
            <a:endParaRPr lang="en-US" sz="1300" dirty="0"/>
          </a:p>
        </p:txBody>
      </p:sp>
      <p:sp>
        <p:nvSpPr>
          <p:cNvPr id="15" name="Shape 12"/>
          <p:cNvSpPr/>
          <p:nvPr/>
        </p:nvSpPr>
        <p:spPr>
          <a:xfrm>
            <a:off x="762000" y="8763000"/>
            <a:ext cx="14732000" cy="25400"/>
          </a:xfrm>
          <a:prstGeom prst="rect">
            <a:avLst/>
          </a:prstGeom>
          <a:solidFill>
            <a:srgbClr val="1B4F8F"/>
          </a:solidFill>
          <a:ln/>
        </p:spPr>
        <p:txBody>
          <a:bodyPr/>
          <a:lstStyle/>
          <a:p>
            <a:endParaRPr lang="en-IN"/>
          </a:p>
        </p:txBody>
      </p:sp>
      <p:sp>
        <p:nvSpPr>
          <p:cNvPr id="16" name="Text 13"/>
          <p:cNvSpPr/>
          <p:nvPr/>
        </p:nvSpPr>
        <p:spPr>
          <a:xfrm>
            <a:off x="14478000" y="8826500"/>
            <a:ext cx="1016000" cy="254000"/>
          </a:xfrm>
          <a:prstGeom prst="rect">
            <a:avLst/>
          </a:prstGeom>
          <a:noFill/>
          <a:ln/>
        </p:spPr>
        <p:txBody>
          <a:bodyPr wrap="none" lIns="0" tIns="0" rIns="0" bIns="0" rtlCol="0" anchor="ctr"/>
          <a:lstStyle/>
          <a:p>
            <a:pPr algn="r">
              <a:lnSpc>
                <a:spcPct val="120000"/>
              </a:lnSpc>
            </a:pPr>
            <a:r>
              <a:rPr lang="en-US" sz="1200" dirty="0">
                <a:solidFill>
                  <a:srgbClr val="718096"/>
                </a:solidFill>
                <a:latin typeface="Calibri" pitchFamily="34" charset="0"/>
                <a:ea typeface="Calibri" pitchFamily="34" charset="-122"/>
                <a:cs typeface="Calibri" pitchFamily="34" charset="-120"/>
              </a:rPr>
              <a:t>28 / 55</a:t>
            </a:r>
            <a:endParaRPr lang="en-US" sz="1200" dirty="0"/>
          </a:p>
        </p:txBody>
      </p:sp>
      <p:sp>
        <p:nvSpPr>
          <p:cNvPr id="17" name="Text 9">
            <a:extLst>
              <a:ext uri="{FF2B5EF4-FFF2-40B4-BE49-F238E27FC236}">
                <a16:creationId xmlns:a16="http://schemas.microsoft.com/office/drawing/2014/main" id="{3285ED38-EB90-1E53-FC5F-5B2C404F881C}"/>
              </a:ext>
            </a:extLst>
          </p:cNvPr>
          <p:cNvSpPr/>
          <p:nvPr/>
        </p:nvSpPr>
        <p:spPr>
          <a:xfrm>
            <a:off x="812800" y="5293893"/>
            <a:ext cx="6502401" cy="1610559"/>
          </a:xfrm>
          <a:prstGeom prst="rect">
            <a:avLst/>
          </a:prstGeom>
          <a:noFill/>
          <a:ln/>
        </p:spPr>
        <p:txBody>
          <a:bodyPr wrap="square" lIns="0" tIns="0" rIns="0" bIns="0" rtlCol="0" anchor="t"/>
          <a:lstStyle/>
          <a:p>
            <a:pPr algn="just">
              <a:lnSpc>
                <a:spcPct val="145000"/>
              </a:lnSpc>
            </a:pPr>
            <a:r>
              <a:rPr lang="en-US" sz="1500" b="1" dirty="0">
                <a:solidFill>
                  <a:srgbClr val="1B4F8F"/>
                </a:solidFill>
                <a:latin typeface="Calibri" pitchFamily="34" charset="0"/>
                <a:ea typeface="Calibri" pitchFamily="34" charset="-122"/>
                <a:cs typeface="Calibri" pitchFamily="34" charset="-120"/>
              </a:rPr>
              <a:t>Interpretation </a:t>
            </a:r>
          </a:p>
          <a:p>
            <a:pPr algn="just">
              <a:lnSpc>
                <a:spcPct val="150000"/>
              </a:lnSpc>
            </a:pPr>
            <a:r>
              <a:rPr lang="en-US" sz="1500" b="1" dirty="0">
                <a:solidFill>
                  <a:srgbClr val="2D3748"/>
                </a:solidFill>
                <a:latin typeface="Calibri" pitchFamily="34" charset="0"/>
                <a:ea typeface="Calibri" pitchFamily="34" charset="-122"/>
                <a:cs typeface="Calibri" pitchFamily="34" charset="-120"/>
              </a:rPr>
              <a:t>Banana</a:t>
            </a:r>
            <a:r>
              <a:rPr lang="en-US" sz="1500" dirty="0">
                <a:solidFill>
                  <a:srgbClr val="2D3748"/>
                </a:solidFill>
                <a:latin typeface="Calibri" pitchFamily="34" charset="0"/>
                <a:ea typeface="Calibri" pitchFamily="34" charset="-122"/>
                <a:cs typeface="Calibri" pitchFamily="34" charset="-120"/>
              </a:rPr>
              <a:t> is the most ordered product (4,357). Fresh fruits and vegetables dominate the list. Organic products (Organic Bananas, Strawberries, Spinach, Avocados) appear multiple times, indicating strong preference for organic items.</a:t>
            </a:r>
            <a:endParaRPr lang="en-US" sz="1500" dirty="0"/>
          </a:p>
        </p:txBody>
      </p:sp>
      <p:sp>
        <p:nvSpPr>
          <p:cNvPr id="19" name="Shape 10">
            <a:extLst>
              <a:ext uri="{FF2B5EF4-FFF2-40B4-BE49-F238E27FC236}">
                <a16:creationId xmlns:a16="http://schemas.microsoft.com/office/drawing/2014/main" id="{89A21567-D4D3-2FCC-117F-2F099C1AD2D7}"/>
              </a:ext>
            </a:extLst>
          </p:cNvPr>
          <p:cNvSpPr/>
          <p:nvPr/>
        </p:nvSpPr>
        <p:spPr>
          <a:xfrm>
            <a:off x="842879" y="7277100"/>
            <a:ext cx="14651122" cy="1016000"/>
          </a:xfrm>
          <a:prstGeom prst="rect">
            <a:avLst/>
          </a:prstGeom>
          <a:solidFill>
            <a:srgbClr val="EDF2F7"/>
          </a:solidFill>
          <a:ln/>
        </p:spPr>
        <p:txBody>
          <a:bodyPr/>
          <a:lstStyle/>
          <a:p>
            <a:endParaRPr lang="en-IN"/>
          </a:p>
        </p:txBody>
      </p:sp>
      <p:sp>
        <p:nvSpPr>
          <p:cNvPr id="21" name="Shape 11">
            <a:extLst>
              <a:ext uri="{FF2B5EF4-FFF2-40B4-BE49-F238E27FC236}">
                <a16:creationId xmlns:a16="http://schemas.microsoft.com/office/drawing/2014/main" id="{225A3F23-9EB1-6BFA-9E86-AA7F2A3BB708}"/>
              </a:ext>
            </a:extLst>
          </p:cNvPr>
          <p:cNvSpPr/>
          <p:nvPr/>
        </p:nvSpPr>
        <p:spPr>
          <a:xfrm>
            <a:off x="842879" y="7277100"/>
            <a:ext cx="50800" cy="1016000"/>
          </a:xfrm>
          <a:prstGeom prst="rect">
            <a:avLst/>
          </a:prstGeom>
          <a:solidFill>
            <a:srgbClr val="1B4F8F"/>
          </a:solidFill>
          <a:ln/>
        </p:spPr>
        <p:txBody>
          <a:bodyPr/>
          <a:lstStyle/>
          <a:p>
            <a:endParaRPr lang="en-IN"/>
          </a:p>
        </p:txBody>
      </p:sp>
      <p:sp>
        <p:nvSpPr>
          <p:cNvPr id="23" name="Text 12">
            <a:extLst>
              <a:ext uri="{FF2B5EF4-FFF2-40B4-BE49-F238E27FC236}">
                <a16:creationId xmlns:a16="http://schemas.microsoft.com/office/drawing/2014/main" id="{ABCD293E-901A-BEB2-B900-81F14E38BE2F}"/>
              </a:ext>
            </a:extLst>
          </p:cNvPr>
          <p:cNvSpPr/>
          <p:nvPr/>
        </p:nvSpPr>
        <p:spPr>
          <a:xfrm>
            <a:off x="1041400" y="7378700"/>
            <a:ext cx="14287500" cy="825500"/>
          </a:xfrm>
          <a:prstGeom prst="rect">
            <a:avLst/>
          </a:prstGeom>
          <a:noFill/>
          <a:ln/>
        </p:spPr>
        <p:txBody>
          <a:bodyPr wrap="square" lIns="0" tIns="0" rIns="0" bIns="0" rtlCol="0" anchor="ctr"/>
          <a:lstStyle/>
          <a:p>
            <a:pPr>
              <a:lnSpc>
                <a:spcPct val="150000"/>
              </a:lnSpc>
            </a:pPr>
            <a:r>
              <a:rPr lang="en-US" sz="1500" b="1" dirty="0">
                <a:solidFill>
                  <a:srgbClr val="2D3748"/>
                </a:solidFill>
                <a:latin typeface="Calibri" pitchFamily="34" charset="0"/>
                <a:ea typeface="Calibri" pitchFamily="34" charset="-122"/>
                <a:cs typeface="Calibri" pitchFamily="34" charset="-120"/>
              </a:rPr>
              <a:t>Business Insight:</a:t>
            </a:r>
            <a:r>
              <a:rPr lang="en-US" sz="1500" dirty="0">
                <a:solidFill>
                  <a:srgbClr val="2D3748"/>
                </a:solidFill>
                <a:latin typeface="Calibri" pitchFamily="34" charset="0"/>
                <a:ea typeface="Calibri" pitchFamily="34" charset="-122"/>
                <a:cs typeface="Calibri" pitchFamily="34" charset="-120"/>
              </a:rPr>
              <a:t> Fresh produce and organic products are the primary demand drivers. Maintaining adequate inventory for these high-demand products is essential to prevent stock shortages. These products can be leveraged in promotional campaigns, bundle offers, and cross-selling strategies.</a:t>
            </a:r>
            <a:endParaRPr lang="en-US" sz="1500" dirty="0"/>
          </a:p>
        </p:txBody>
      </p:sp>
      <p:sp>
        <p:nvSpPr>
          <p:cNvPr id="25" name="Shape 3">
            <a:extLst>
              <a:ext uri="{FF2B5EF4-FFF2-40B4-BE49-F238E27FC236}">
                <a16:creationId xmlns:a16="http://schemas.microsoft.com/office/drawing/2014/main" id="{49790EB3-3D18-9DCF-FA43-4820286E2256}"/>
              </a:ext>
            </a:extLst>
          </p:cNvPr>
          <p:cNvSpPr/>
          <p:nvPr/>
        </p:nvSpPr>
        <p:spPr>
          <a:xfrm>
            <a:off x="756653" y="2035668"/>
            <a:ext cx="6553201" cy="3216780"/>
          </a:xfrm>
          <a:prstGeom prst="rect">
            <a:avLst/>
          </a:prstGeom>
          <a:solidFill>
            <a:srgbClr val="EDF2F7"/>
          </a:solidFill>
          <a:ln/>
        </p:spPr>
        <p:txBody>
          <a:bodyPr/>
          <a:lstStyle/>
          <a:p>
            <a:endParaRPr lang="en-IN" dirty="0"/>
          </a:p>
        </p:txBody>
      </p:sp>
      <p:sp>
        <p:nvSpPr>
          <p:cNvPr id="27" name="TextBox 26">
            <a:extLst>
              <a:ext uri="{FF2B5EF4-FFF2-40B4-BE49-F238E27FC236}">
                <a16:creationId xmlns:a16="http://schemas.microsoft.com/office/drawing/2014/main" id="{6A47DABC-01C4-377E-13BB-BE796CEFD055}"/>
              </a:ext>
            </a:extLst>
          </p:cNvPr>
          <p:cNvSpPr txBox="1"/>
          <p:nvPr/>
        </p:nvSpPr>
        <p:spPr>
          <a:xfrm>
            <a:off x="812800" y="2086811"/>
            <a:ext cx="1851526" cy="307777"/>
          </a:xfrm>
          <a:prstGeom prst="rect">
            <a:avLst/>
          </a:prstGeom>
          <a:noFill/>
        </p:spPr>
        <p:txBody>
          <a:bodyPr wrap="square">
            <a:spAutoFit/>
          </a:bodyPr>
          <a:lstStyle/>
          <a:p>
            <a:r>
              <a:rPr lang="en-US" sz="1400" b="1" dirty="0">
                <a:solidFill>
                  <a:srgbClr val="718096"/>
                </a:solidFill>
                <a:latin typeface="Calibri" pitchFamily="34" charset="0"/>
                <a:ea typeface="Calibri" pitchFamily="34" charset="-122"/>
                <a:cs typeface="Calibri" pitchFamily="34" charset="-120"/>
              </a:rPr>
              <a:t>PYTHON CODE</a:t>
            </a:r>
            <a:endParaRPr lang="en-IN" sz="1400" dirty="0"/>
          </a:p>
        </p:txBody>
      </p:sp>
      <p:sp>
        <p:nvSpPr>
          <p:cNvPr id="30" name="Text 5">
            <a:extLst>
              <a:ext uri="{FF2B5EF4-FFF2-40B4-BE49-F238E27FC236}">
                <a16:creationId xmlns:a16="http://schemas.microsoft.com/office/drawing/2014/main" id="{DD855E47-D09A-FD38-8D9B-D39F9291AAA6}"/>
              </a:ext>
            </a:extLst>
          </p:cNvPr>
          <p:cNvSpPr/>
          <p:nvPr/>
        </p:nvSpPr>
        <p:spPr>
          <a:xfrm>
            <a:off x="909053" y="2390270"/>
            <a:ext cx="6184233" cy="2032335"/>
          </a:xfrm>
          <a:prstGeom prst="rect">
            <a:avLst/>
          </a:prstGeom>
          <a:noFill/>
          <a:ln/>
        </p:spPr>
        <p:txBody>
          <a:bodyPr wrap="square" lIns="0" tIns="0" rIns="0" bIns="0" rtlCol="0" anchor="t"/>
          <a:lstStyle/>
          <a:p>
            <a:pPr>
              <a:lnSpc>
                <a:spcPct val="140000"/>
              </a:lnSpc>
            </a:pPr>
            <a:r>
              <a:rPr lang="en-US" sz="1400" spc="80" dirty="0">
                <a:solidFill>
                  <a:srgbClr val="2D3748"/>
                </a:solidFill>
                <a:latin typeface="Calibri" pitchFamily="34" charset="0"/>
                <a:ea typeface="Calibri" pitchFamily="34" charset="-122"/>
                <a:cs typeface="Calibri" pitchFamily="34" charset="-120"/>
              </a:rPr>
              <a:t>q9_top_ordered = (</a:t>
            </a:r>
            <a:endParaRPr lang="en-US" sz="1400" spc="80" dirty="0"/>
          </a:p>
          <a:p>
            <a:pPr>
              <a:lnSpc>
                <a:spcPct val="140000"/>
              </a:lnSpc>
            </a:pPr>
            <a:r>
              <a:rPr lang="en-US" sz="1400" spc="80" dirty="0">
                <a:solidFill>
                  <a:srgbClr val="2D3748"/>
                </a:solidFill>
                <a:latin typeface="Calibri" pitchFamily="34" charset="0"/>
                <a:ea typeface="Calibri" pitchFamily="34" charset="-122"/>
                <a:cs typeface="Calibri" pitchFamily="34" charset="-120"/>
              </a:rPr>
              <a:t>  </a:t>
            </a:r>
            <a:r>
              <a:rPr lang="en-US" sz="1400" spc="80" dirty="0" err="1">
                <a:solidFill>
                  <a:srgbClr val="2D3748"/>
                </a:solidFill>
                <a:latin typeface="Calibri" pitchFamily="34" charset="0"/>
                <a:ea typeface="Calibri" pitchFamily="34" charset="-122"/>
                <a:cs typeface="Calibri" pitchFamily="34" charset="-120"/>
              </a:rPr>
              <a:t>master_df.groupby</a:t>
            </a:r>
            <a:r>
              <a:rPr lang="en-US" sz="1400" spc="80" dirty="0">
                <a:solidFill>
                  <a:srgbClr val="2D3748"/>
                </a:solidFill>
                <a:latin typeface="Calibri" pitchFamily="34" charset="0"/>
                <a:ea typeface="Calibri" pitchFamily="34" charset="-122"/>
                <a:cs typeface="Calibri" pitchFamily="34" charset="-120"/>
              </a:rPr>
              <a:t>("</a:t>
            </a:r>
            <a:r>
              <a:rPr lang="en-US" sz="1400" spc="80" dirty="0" err="1">
                <a:solidFill>
                  <a:srgbClr val="2D3748"/>
                </a:solidFill>
                <a:latin typeface="Calibri" pitchFamily="34" charset="0"/>
                <a:ea typeface="Calibri" pitchFamily="34" charset="-122"/>
                <a:cs typeface="Calibri" pitchFamily="34" charset="-120"/>
              </a:rPr>
              <a:t>product_name</a:t>
            </a:r>
            <a:r>
              <a:rPr lang="en-US" sz="1400" spc="80" dirty="0">
                <a:solidFill>
                  <a:srgbClr val="2D3748"/>
                </a:solidFill>
                <a:latin typeface="Calibri" pitchFamily="34" charset="0"/>
                <a:ea typeface="Calibri" pitchFamily="34" charset="-122"/>
                <a:cs typeface="Calibri" pitchFamily="34" charset="-120"/>
              </a:rPr>
              <a:t>", </a:t>
            </a:r>
            <a:r>
              <a:rPr lang="en-US" sz="1400" spc="80" dirty="0" err="1">
                <a:solidFill>
                  <a:srgbClr val="2D3748"/>
                </a:solidFill>
                <a:latin typeface="Calibri" pitchFamily="34" charset="0"/>
                <a:ea typeface="Calibri" pitchFamily="34" charset="-122"/>
                <a:cs typeface="Calibri" pitchFamily="34" charset="-120"/>
              </a:rPr>
              <a:t>as_index</a:t>
            </a:r>
            <a:r>
              <a:rPr lang="en-US" sz="1400" spc="80" dirty="0">
                <a:solidFill>
                  <a:srgbClr val="2D3748"/>
                </a:solidFill>
                <a:latin typeface="Calibri" pitchFamily="34" charset="0"/>
                <a:ea typeface="Calibri" pitchFamily="34" charset="-122"/>
                <a:cs typeface="Calibri" pitchFamily="34" charset="-120"/>
              </a:rPr>
              <a:t>=False)</a:t>
            </a:r>
            <a:endParaRPr lang="en-US" sz="1400" spc="80" dirty="0"/>
          </a:p>
          <a:p>
            <a:pPr>
              <a:lnSpc>
                <a:spcPct val="140000"/>
              </a:lnSpc>
            </a:pPr>
            <a:r>
              <a:rPr lang="en-US" sz="1400" spc="80" dirty="0">
                <a:solidFill>
                  <a:srgbClr val="2D3748"/>
                </a:solidFill>
                <a:latin typeface="Calibri" pitchFamily="34" charset="0"/>
                <a:ea typeface="Calibri" pitchFamily="34" charset="-122"/>
                <a:cs typeface="Calibri" pitchFamily="34" charset="-120"/>
              </a:rPr>
              <a:t>  .</a:t>
            </a:r>
            <a:r>
              <a:rPr lang="en-US" sz="1400" spc="80" dirty="0" err="1">
                <a:solidFill>
                  <a:srgbClr val="2D3748"/>
                </a:solidFill>
                <a:latin typeface="Calibri" pitchFamily="34" charset="0"/>
                <a:ea typeface="Calibri" pitchFamily="34" charset="-122"/>
                <a:cs typeface="Calibri" pitchFamily="34" charset="-120"/>
              </a:rPr>
              <a:t>agg</a:t>
            </a:r>
            <a:r>
              <a:rPr lang="en-US" sz="1400" spc="80" dirty="0">
                <a:solidFill>
                  <a:srgbClr val="2D3748"/>
                </a:solidFill>
                <a:latin typeface="Calibri" pitchFamily="34" charset="0"/>
                <a:ea typeface="Calibri" pitchFamily="34" charset="-122"/>
                <a:cs typeface="Calibri" pitchFamily="34" charset="-120"/>
              </a:rPr>
              <a:t>(</a:t>
            </a:r>
            <a:r>
              <a:rPr lang="en-US" sz="1400" spc="80" dirty="0" err="1">
                <a:solidFill>
                  <a:srgbClr val="2D3748"/>
                </a:solidFill>
                <a:latin typeface="Calibri" pitchFamily="34" charset="0"/>
                <a:ea typeface="Calibri" pitchFamily="34" charset="-122"/>
                <a:cs typeface="Calibri" pitchFamily="34" charset="-120"/>
              </a:rPr>
              <a:t>total_orders</a:t>
            </a:r>
            <a:r>
              <a:rPr lang="en-US" sz="1400" spc="80" dirty="0">
                <a:solidFill>
                  <a:srgbClr val="2D3748"/>
                </a:solidFill>
                <a:latin typeface="Calibri" pitchFamily="34" charset="0"/>
                <a:ea typeface="Calibri" pitchFamily="34" charset="-122"/>
                <a:cs typeface="Calibri" pitchFamily="34" charset="-120"/>
              </a:rPr>
              <a:t>=("</a:t>
            </a:r>
            <a:r>
              <a:rPr lang="en-US" sz="1400" spc="80" dirty="0" err="1">
                <a:solidFill>
                  <a:srgbClr val="2D3748"/>
                </a:solidFill>
                <a:latin typeface="Calibri" pitchFamily="34" charset="0"/>
                <a:ea typeface="Calibri" pitchFamily="34" charset="-122"/>
                <a:cs typeface="Calibri" pitchFamily="34" charset="-120"/>
              </a:rPr>
              <a:t>product_id","count</a:t>
            </a:r>
            <a:r>
              <a:rPr lang="en-US" sz="1400" spc="80" dirty="0">
                <a:solidFill>
                  <a:srgbClr val="2D3748"/>
                </a:solidFill>
                <a:latin typeface="Calibri" pitchFamily="34" charset="0"/>
                <a:ea typeface="Calibri" pitchFamily="34" charset="-122"/>
                <a:cs typeface="Calibri" pitchFamily="34" charset="-120"/>
              </a:rPr>
              <a:t>"))</a:t>
            </a:r>
            <a:endParaRPr lang="en-US" sz="1400" spc="80" dirty="0"/>
          </a:p>
          <a:p>
            <a:pPr>
              <a:lnSpc>
                <a:spcPct val="140000"/>
              </a:lnSpc>
            </a:pPr>
            <a:r>
              <a:rPr lang="en-US" sz="1400" spc="80" dirty="0">
                <a:solidFill>
                  <a:srgbClr val="2D3748"/>
                </a:solidFill>
                <a:latin typeface="Calibri" pitchFamily="34" charset="0"/>
                <a:ea typeface="Calibri" pitchFamily="34" charset="-122"/>
                <a:cs typeface="Calibri" pitchFamily="34" charset="-120"/>
              </a:rPr>
              <a:t>  .</a:t>
            </a:r>
            <a:r>
              <a:rPr lang="en-US" sz="1400" spc="80" dirty="0" err="1">
                <a:solidFill>
                  <a:srgbClr val="2D3748"/>
                </a:solidFill>
                <a:latin typeface="Calibri" pitchFamily="34" charset="0"/>
                <a:ea typeface="Calibri" pitchFamily="34" charset="-122"/>
                <a:cs typeface="Calibri" pitchFamily="34" charset="-120"/>
              </a:rPr>
              <a:t>sort_values</a:t>
            </a:r>
            <a:r>
              <a:rPr lang="en-US" sz="1400" spc="80" dirty="0">
                <a:solidFill>
                  <a:srgbClr val="2D3748"/>
                </a:solidFill>
                <a:latin typeface="Calibri" pitchFamily="34" charset="0"/>
                <a:ea typeface="Calibri" pitchFamily="34" charset="-122"/>
                <a:cs typeface="Calibri" pitchFamily="34" charset="-120"/>
              </a:rPr>
              <a:t>("</a:t>
            </a:r>
            <a:r>
              <a:rPr lang="en-US" sz="1400" spc="80" dirty="0" err="1">
                <a:solidFill>
                  <a:srgbClr val="2D3748"/>
                </a:solidFill>
                <a:latin typeface="Calibri" pitchFamily="34" charset="0"/>
                <a:ea typeface="Calibri" pitchFamily="34" charset="-122"/>
                <a:cs typeface="Calibri" pitchFamily="34" charset="-120"/>
              </a:rPr>
              <a:t>total_orders</a:t>
            </a:r>
            <a:r>
              <a:rPr lang="en-US" sz="1400" spc="80" dirty="0">
                <a:solidFill>
                  <a:srgbClr val="2D3748"/>
                </a:solidFill>
                <a:latin typeface="Calibri" pitchFamily="34" charset="0"/>
                <a:ea typeface="Calibri" pitchFamily="34" charset="-122"/>
                <a:cs typeface="Calibri" pitchFamily="34" charset="-120"/>
              </a:rPr>
              <a:t>", ascending=False)</a:t>
            </a:r>
            <a:endParaRPr lang="en-US" sz="1400" spc="80" dirty="0"/>
          </a:p>
          <a:p>
            <a:pPr>
              <a:lnSpc>
                <a:spcPct val="140000"/>
              </a:lnSpc>
            </a:pPr>
            <a:r>
              <a:rPr lang="en-US" sz="1400" spc="80" dirty="0">
                <a:solidFill>
                  <a:srgbClr val="2D3748"/>
                </a:solidFill>
                <a:latin typeface="Calibri" pitchFamily="34" charset="0"/>
                <a:ea typeface="Calibri" pitchFamily="34" charset="-122"/>
                <a:cs typeface="Calibri" pitchFamily="34" charset="-120"/>
              </a:rPr>
              <a:t>  .head(10))</a:t>
            </a:r>
            <a:endParaRPr lang="en-US" sz="1400" spc="80" dirty="0"/>
          </a:p>
        </p:txBody>
      </p:sp>
      <p:graphicFrame>
        <p:nvGraphicFramePr>
          <p:cNvPr id="32" name="Table 0">
            <a:extLst>
              <a:ext uri="{FF2B5EF4-FFF2-40B4-BE49-F238E27FC236}">
                <a16:creationId xmlns:a16="http://schemas.microsoft.com/office/drawing/2014/main" id="{E8070508-97B5-1F53-993E-CDA76DE5FC33}"/>
              </a:ext>
            </a:extLst>
          </p:cNvPr>
          <p:cNvGraphicFramePr>
            <a:graphicFrameLocks noGrp="1"/>
          </p:cNvGraphicFramePr>
          <p:nvPr>
            <p:extLst>
              <p:ext uri="{D42A27DB-BD31-4B8C-83A1-F6EECF244321}">
                <p14:modId xmlns:p14="http://schemas.microsoft.com/office/powerpoint/2010/main" val="1456767697"/>
              </p:ext>
            </p:extLst>
          </p:nvPr>
        </p:nvGraphicFramePr>
        <p:xfrm>
          <a:off x="8214894" y="2035668"/>
          <a:ext cx="7279106" cy="3929376"/>
        </p:xfrm>
        <a:graphic>
          <a:graphicData uri="http://schemas.openxmlformats.org/drawingml/2006/table">
            <a:tbl>
              <a:tblPr/>
              <a:tblGrid>
                <a:gridCol w="1154695">
                  <a:extLst>
                    <a:ext uri="{9D8B030D-6E8A-4147-A177-3AD203B41FA5}">
                      <a16:colId xmlns:a16="http://schemas.microsoft.com/office/drawing/2014/main" val="20000"/>
                    </a:ext>
                  </a:extLst>
                </a:gridCol>
                <a:gridCol w="3135789">
                  <a:extLst>
                    <a:ext uri="{9D8B030D-6E8A-4147-A177-3AD203B41FA5}">
                      <a16:colId xmlns:a16="http://schemas.microsoft.com/office/drawing/2014/main" val="20001"/>
                    </a:ext>
                  </a:extLst>
                </a:gridCol>
                <a:gridCol w="1475317">
                  <a:extLst>
                    <a:ext uri="{9D8B030D-6E8A-4147-A177-3AD203B41FA5}">
                      <a16:colId xmlns:a16="http://schemas.microsoft.com/office/drawing/2014/main" val="20002"/>
                    </a:ext>
                  </a:extLst>
                </a:gridCol>
                <a:gridCol w="1513305">
                  <a:extLst>
                    <a:ext uri="{9D8B030D-6E8A-4147-A177-3AD203B41FA5}">
                      <a16:colId xmlns:a16="http://schemas.microsoft.com/office/drawing/2014/main" val="20003"/>
                    </a:ext>
                  </a:extLst>
                </a:gridCol>
              </a:tblGrid>
              <a:tr h="357216">
                <a:tc>
                  <a:txBody>
                    <a:bodyPr/>
                    <a:lstStyle/>
                    <a:p>
                      <a:pPr algn="ctr"/>
                      <a:r>
                        <a:rPr lang="en-US" sz="1400" b="1" dirty="0">
                          <a:solidFill>
                            <a:srgbClr val="FFFFFF"/>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B4F8F"/>
                    </a:solidFill>
                  </a:tcPr>
                </a:tc>
                <a:tc>
                  <a:txBody>
                    <a:bodyPr/>
                    <a:lstStyle/>
                    <a:p>
                      <a:pPr algn="ctr"/>
                      <a:r>
                        <a:rPr lang="en-US" sz="1400" b="1" dirty="0">
                          <a:solidFill>
                            <a:srgbClr val="FFFFFF"/>
                          </a:solidFill>
                          <a:latin typeface="Calibri" pitchFamily="34" charset="0"/>
                          <a:ea typeface="Calibri" pitchFamily="34" charset="-122"/>
                          <a:cs typeface="Calibri" pitchFamily="34" charset="-120"/>
                        </a:rPr>
                        <a:t>Product Name</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B4F8F"/>
                    </a:solidFill>
                  </a:tcPr>
                </a:tc>
                <a:tc>
                  <a:txBody>
                    <a:bodyPr/>
                    <a:lstStyle/>
                    <a:p>
                      <a:pPr algn="ctr"/>
                      <a:r>
                        <a:rPr lang="en-US" sz="1400" b="1" dirty="0">
                          <a:solidFill>
                            <a:srgbClr val="FFFFFF"/>
                          </a:solidFill>
                          <a:latin typeface="Calibri" pitchFamily="34" charset="0"/>
                          <a:ea typeface="Calibri" pitchFamily="34" charset="-122"/>
                          <a:cs typeface="Calibri" pitchFamily="34" charset="-120"/>
                        </a:rPr>
                        <a:t>Total Orders</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B4F8F"/>
                    </a:solidFill>
                  </a:tcPr>
                </a:tc>
                <a:tc>
                  <a:txBody>
                    <a:bodyPr/>
                    <a:lstStyle/>
                    <a:p>
                      <a:pPr algn="ctr"/>
                      <a:r>
                        <a:rPr lang="en-US" sz="1400" b="1" dirty="0">
                          <a:solidFill>
                            <a:srgbClr val="FFFFFF"/>
                          </a:solidFill>
                          <a:latin typeface="Calibri" pitchFamily="34" charset="0"/>
                          <a:ea typeface="Calibri" pitchFamily="34" charset="-122"/>
                          <a:cs typeface="Calibri" pitchFamily="34" charset="-120"/>
                        </a:rPr>
                        <a:t>Category</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B4F8F"/>
                    </a:solidFill>
                  </a:tcPr>
                </a:tc>
                <a:extLst>
                  <a:ext uri="{0D108BD9-81ED-4DB2-BD59-A6C34878D82A}">
                    <a16:rowId xmlns:a16="http://schemas.microsoft.com/office/drawing/2014/main" val="10000"/>
                  </a:ext>
                </a:extLst>
              </a:tr>
              <a:tr h="357216">
                <a:tc>
                  <a:txBody>
                    <a:bodyPr/>
                    <a:lstStyle/>
                    <a:p>
                      <a:pPr algn="ctr"/>
                      <a:r>
                        <a:rPr lang="en-US" sz="1400" dirty="0">
                          <a:solidFill>
                            <a:srgbClr val="2D3748"/>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Banana</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b="1" dirty="0">
                          <a:solidFill>
                            <a:srgbClr val="2D3748"/>
                          </a:solidFill>
                          <a:latin typeface="Calibri" pitchFamily="34" charset="0"/>
                          <a:ea typeface="Calibri" pitchFamily="34" charset="-122"/>
                          <a:cs typeface="Calibri" pitchFamily="34" charset="-120"/>
                        </a:rPr>
                        <a:t>4,357</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Fresh Fruit</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57216">
                <a:tc>
                  <a:txBody>
                    <a:bodyPr/>
                    <a:lstStyle/>
                    <a:p>
                      <a:pPr algn="ctr"/>
                      <a:r>
                        <a:rPr lang="en-US" sz="1400" dirty="0">
                          <a:solidFill>
                            <a:srgbClr val="2D3748"/>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Bag of Organic Bananas</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3,522</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Organic</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extLst>
                  <a:ext uri="{0D108BD9-81ED-4DB2-BD59-A6C34878D82A}">
                    <a16:rowId xmlns:a16="http://schemas.microsoft.com/office/drawing/2014/main" val="10002"/>
                  </a:ext>
                </a:extLst>
              </a:tr>
              <a:tr h="357216">
                <a:tc>
                  <a:txBody>
                    <a:bodyPr/>
                    <a:lstStyle/>
                    <a:p>
                      <a:pPr algn="ctr"/>
                      <a:r>
                        <a:rPr lang="en-US" sz="1400" dirty="0">
                          <a:solidFill>
                            <a:srgbClr val="2D3748"/>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Organic Strawberries</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2,520</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Organic</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57216">
                <a:tc>
                  <a:txBody>
                    <a:bodyPr/>
                    <a:lstStyle/>
                    <a:p>
                      <a:pPr algn="ctr"/>
                      <a:r>
                        <a:rPr lang="en-US" sz="1400" dirty="0">
                          <a:solidFill>
                            <a:srgbClr val="2D3748"/>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Organic Baby Spinach</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2,286</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Organic</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extLst>
                  <a:ext uri="{0D108BD9-81ED-4DB2-BD59-A6C34878D82A}">
                    <a16:rowId xmlns:a16="http://schemas.microsoft.com/office/drawing/2014/main" val="10004"/>
                  </a:ext>
                </a:extLst>
              </a:tr>
              <a:tr h="357216">
                <a:tc>
                  <a:txBody>
                    <a:bodyPr/>
                    <a:lstStyle/>
                    <a:p>
                      <a:pPr algn="ctr"/>
                      <a:r>
                        <a:rPr lang="en-US" sz="1400" dirty="0">
                          <a:solidFill>
                            <a:srgbClr val="2D3748"/>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Large Lemon</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1,841</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Fresh</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57216">
                <a:tc>
                  <a:txBody>
                    <a:bodyPr/>
                    <a:lstStyle/>
                    <a:p>
                      <a:pPr algn="ctr"/>
                      <a:r>
                        <a:rPr lang="en-US" sz="1400" dirty="0">
                          <a:solidFill>
                            <a:srgbClr val="2D3748"/>
                          </a:solidFill>
                          <a:latin typeface="Calibri" pitchFamily="34" charset="0"/>
                          <a:ea typeface="Calibri" pitchFamily="34" charset="-122"/>
                          <a:cs typeface="Calibri" pitchFamily="34" charset="-120"/>
                        </a:rPr>
                        <a:t>6</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Organic Hass Avocado</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1,705</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Organic</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extLst>
                  <a:ext uri="{0D108BD9-81ED-4DB2-BD59-A6C34878D82A}">
                    <a16:rowId xmlns:a16="http://schemas.microsoft.com/office/drawing/2014/main" val="10006"/>
                  </a:ext>
                </a:extLst>
              </a:tr>
              <a:tr h="357216">
                <a:tc>
                  <a:txBody>
                    <a:bodyPr/>
                    <a:lstStyle/>
                    <a:p>
                      <a:pPr algn="ctr"/>
                      <a:r>
                        <a:rPr lang="en-US" sz="1400" dirty="0">
                          <a:solidFill>
                            <a:srgbClr val="2D3748"/>
                          </a:solidFill>
                          <a:latin typeface="Calibri" pitchFamily="34" charset="0"/>
                          <a:ea typeface="Calibri" pitchFamily="34" charset="-122"/>
                          <a:cs typeface="Calibri" pitchFamily="34" charset="-120"/>
                        </a:rPr>
                        <a:t>7</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Organic Avocado</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1,661</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Organic</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57216">
                <a:tc>
                  <a:txBody>
                    <a:bodyPr/>
                    <a:lstStyle/>
                    <a:p>
                      <a:pPr algn="ctr"/>
                      <a:r>
                        <a:rPr lang="en-US" sz="1400" dirty="0">
                          <a:solidFill>
                            <a:srgbClr val="2D3748"/>
                          </a:solidFill>
                          <a:latin typeface="Calibri" pitchFamily="34" charset="0"/>
                          <a:ea typeface="Calibri" pitchFamily="34" charset="-122"/>
                          <a:cs typeface="Calibri" pitchFamily="34" charset="-120"/>
                        </a:rPr>
                        <a:t>8</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Strawberries</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1,479</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Fresh</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extLst>
                  <a:ext uri="{0D108BD9-81ED-4DB2-BD59-A6C34878D82A}">
                    <a16:rowId xmlns:a16="http://schemas.microsoft.com/office/drawing/2014/main" val="10008"/>
                  </a:ext>
                </a:extLst>
              </a:tr>
              <a:tr h="357216">
                <a:tc>
                  <a:txBody>
                    <a:bodyPr/>
                    <a:lstStyle/>
                    <a:p>
                      <a:pPr algn="ctr"/>
                      <a:r>
                        <a:rPr lang="en-US" sz="1400" dirty="0">
                          <a:solidFill>
                            <a:srgbClr val="2D3748"/>
                          </a:solidFill>
                          <a:latin typeface="Calibri" pitchFamily="34" charset="0"/>
                          <a:ea typeface="Calibri" pitchFamily="34" charset="-122"/>
                          <a:cs typeface="Calibri" pitchFamily="34" charset="-120"/>
                        </a:rPr>
                        <a:t>9</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Limes</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1,383</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Fresh</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57216">
                <a:tc>
                  <a:txBody>
                    <a:bodyPr/>
                    <a:lstStyle/>
                    <a:p>
                      <a:pPr algn="ctr"/>
                      <a:r>
                        <a:rPr lang="en-US" sz="1400" dirty="0">
                          <a:solidFill>
                            <a:srgbClr val="2D3748"/>
                          </a:solidFill>
                          <a:latin typeface="Calibri" pitchFamily="34" charset="0"/>
                          <a:ea typeface="Calibri" pitchFamily="34" charset="-122"/>
                          <a:cs typeface="Calibri" pitchFamily="34" charset="-120"/>
                        </a:rPr>
                        <a:t>10</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Organic Raspberries</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1,279</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Organic</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extLst>
                  <a:ext uri="{0D108BD9-81ED-4DB2-BD59-A6C34878D82A}">
                    <a16:rowId xmlns:a16="http://schemas.microsoft.com/office/drawing/2014/main" val="10010"/>
                  </a:ext>
                </a:extLst>
              </a:tr>
            </a:tbl>
          </a:graphicData>
        </a:graphic>
      </p:graphicFrame>
      <p:sp>
        <p:nvSpPr>
          <p:cNvPr id="36" name="Shape 7">
            <a:extLst>
              <a:ext uri="{FF2B5EF4-FFF2-40B4-BE49-F238E27FC236}">
                <a16:creationId xmlns:a16="http://schemas.microsoft.com/office/drawing/2014/main" id="{EF788C6A-3CE9-0C79-A3D6-595F968B816F}"/>
              </a:ext>
            </a:extLst>
          </p:cNvPr>
          <p:cNvSpPr/>
          <p:nvPr/>
        </p:nvSpPr>
        <p:spPr>
          <a:xfrm>
            <a:off x="756652" y="4524205"/>
            <a:ext cx="6553201" cy="726094"/>
          </a:xfrm>
          <a:prstGeom prst="rect">
            <a:avLst/>
          </a:prstGeom>
          <a:solidFill>
            <a:srgbClr val="E8F5E9"/>
          </a:solidFill>
          <a:ln/>
        </p:spPr>
        <p:txBody>
          <a:bodyPr/>
          <a:lstStyle/>
          <a:p>
            <a:endParaRPr lang="en-IN"/>
          </a:p>
        </p:txBody>
      </p:sp>
      <p:sp>
        <p:nvSpPr>
          <p:cNvPr id="11" name="Text 8"/>
          <p:cNvSpPr/>
          <p:nvPr/>
        </p:nvSpPr>
        <p:spPr>
          <a:xfrm>
            <a:off x="909053" y="4654873"/>
            <a:ext cx="5537200" cy="444500"/>
          </a:xfrm>
          <a:prstGeom prst="rect">
            <a:avLst/>
          </a:prstGeom>
          <a:noFill/>
          <a:ln/>
        </p:spPr>
        <p:txBody>
          <a:bodyPr wrap="square" lIns="0" tIns="0" rIns="0" bIns="0" rtlCol="0" anchor="ctr"/>
          <a:lstStyle/>
          <a:p>
            <a:pPr algn="l">
              <a:lnSpc>
                <a:spcPct val="140000"/>
              </a:lnSpc>
            </a:pPr>
            <a:r>
              <a:rPr lang="en-US" sz="1400" b="1" spc="80" dirty="0">
                <a:solidFill>
                  <a:srgbClr val="2D3748"/>
                </a:solidFill>
                <a:latin typeface="Calibri" pitchFamily="34" charset="0"/>
                <a:ea typeface="Calibri" pitchFamily="34" charset="-122"/>
                <a:cs typeface="Calibri" pitchFamily="34" charset="-120"/>
              </a:rPr>
              <a:t>7 of top 10 are organic/fresh produce items</a:t>
            </a:r>
            <a:endParaRPr lang="en-US" sz="1400" spc="80" dirty="0"/>
          </a:p>
        </p:txBody>
      </p:sp>
    </p:spTree>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graphicFrame>
        <p:nvGraphicFramePr>
          <p:cNvPr id="30" name="Table 0"/>
          <p:cNvGraphicFramePr>
            <a:graphicFrameLocks noGrp="1"/>
          </p:cNvGraphicFramePr>
          <p:nvPr>
            <p:extLst>
              <p:ext uri="{D42A27DB-BD31-4B8C-83A1-F6EECF244321}">
                <p14:modId xmlns:p14="http://schemas.microsoft.com/office/powerpoint/2010/main" val="3768088949"/>
              </p:ext>
            </p:extLst>
          </p:nvPr>
        </p:nvGraphicFramePr>
        <p:xfrm>
          <a:off x="8220241" y="2035668"/>
          <a:ext cx="7222959" cy="3929380"/>
        </p:xfrm>
        <a:graphic>
          <a:graphicData uri="http://schemas.openxmlformats.org/drawingml/2006/table">
            <a:tbl>
              <a:tblPr/>
              <a:tblGrid>
                <a:gridCol w="971284">
                  <a:extLst>
                    <a:ext uri="{9D8B030D-6E8A-4147-A177-3AD203B41FA5}">
                      <a16:colId xmlns:a16="http://schemas.microsoft.com/office/drawing/2014/main" val="20000"/>
                    </a:ext>
                  </a:extLst>
                </a:gridCol>
                <a:gridCol w="2483712">
                  <a:extLst>
                    <a:ext uri="{9D8B030D-6E8A-4147-A177-3AD203B41FA5}">
                      <a16:colId xmlns:a16="http://schemas.microsoft.com/office/drawing/2014/main" val="20001"/>
                    </a:ext>
                  </a:extLst>
                </a:gridCol>
                <a:gridCol w="2164575">
                  <a:extLst>
                    <a:ext uri="{9D8B030D-6E8A-4147-A177-3AD203B41FA5}">
                      <a16:colId xmlns:a16="http://schemas.microsoft.com/office/drawing/2014/main" val="20002"/>
                    </a:ext>
                  </a:extLst>
                </a:gridCol>
                <a:gridCol w="1603388">
                  <a:extLst>
                    <a:ext uri="{9D8B030D-6E8A-4147-A177-3AD203B41FA5}">
                      <a16:colId xmlns:a16="http://schemas.microsoft.com/office/drawing/2014/main" val="20003"/>
                    </a:ext>
                  </a:extLst>
                </a:gridCol>
              </a:tblGrid>
              <a:tr h="280670">
                <a:tc>
                  <a:txBody>
                    <a:bodyPr/>
                    <a:lstStyle/>
                    <a:p>
                      <a:pPr algn="ctr"/>
                      <a:r>
                        <a:rPr lang="en-US" sz="1400" b="1" dirty="0">
                          <a:solidFill>
                            <a:srgbClr val="FFFFFF"/>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B4F8F"/>
                    </a:solidFill>
                  </a:tcPr>
                </a:tc>
                <a:tc>
                  <a:txBody>
                    <a:bodyPr/>
                    <a:lstStyle/>
                    <a:p>
                      <a:pPr algn="ctr"/>
                      <a:r>
                        <a:rPr lang="en-US" sz="1400" b="1" dirty="0">
                          <a:solidFill>
                            <a:srgbClr val="FFFFFF"/>
                          </a:solidFill>
                          <a:latin typeface="Calibri" pitchFamily="34" charset="0"/>
                          <a:ea typeface="Calibri" pitchFamily="34" charset="-122"/>
                          <a:cs typeface="Calibri" pitchFamily="34" charset="-120"/>
                        </a:rPr>
                        <a:t>Department</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B4F8F"/>
                    </a:solidFill>
                  </a:tcPr>
                </a:tc>
                <a:tc>
                  <a:txBody>
                    <a:bodyPr/>
                    <a:lstStyle/>
                    <a:p>
                      <a:pPr algn="ctr"/>
                      <a:r>
                        <a:rPr lang="en-US" sz="1400" b="1" dirty="0">
                          <a:solidFill>
                            <a:srgbClr val="FFFFFF"/>
                          </a:solidFill>
                          <a:latin typeface="Calibri" pitchFamily="34" charset="0"/>
                          <a:ea typeface="Calibri" pitchFamily="34" charset="-122"/>
                          <a:cs typeface="Calibri" pitchFamily="34" charset="-120"/>
                        </a:rPr>
                        <a:t>Unique Users</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B4F8F"/>
                    </a:solidFill>
                  </a:tcPr>
                </a:tc>
                <a:tc>
                  <a:txBody>
                    <a:bodyPr/>
                    <a:lstStyle/>
                    <a:p>
                      <a:pPr algn="ctr"/>
                      <a:r>
                        <a:rPr lang="en-US" sz="1400" b="1" dirty="0">
                          <a:solidFill>
                            <a:srgbClr val="FFFFFF"/>
                          </a:solidFill>
                          <a:latin typeface="Calibri" pitchFamily="34" charset="0"/>
                          <a:ea typeface="Calibri" pitchFamily="34" charset="-122"/>
                          <a:cs typeface="Calibri" pitchFamily="34" charset="-120"/>
                        </a:rPr>
                        <a:t>Reach %</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B4F8F"/>
                    </a:solidFill>
                  </a:tcPr>
                </a:tc>
                <a:extLst>
                  <a:ext uri="{0D108BD9-81ED-4DB2-BD59-A6C34878D82A}">
                    <a16:rowId xmlns:a16="http://schemas.microsoft.com/office/drawing/2014/main" val="10000"/>
                  </a:ext>
                </a:extLst>
              </a:tr>
              <a:tr h="280670">
                <a:tc>
                  <a:txBody>
                    <a:bodyPr/>
                    <a:lstStyle/>
                    <a:p>
                      <a:pPr algn="ctr"/>
                      <a:r>
                        <a:rPr lang="en-US" sz="1400" dirty="0">
                          <a:solidFill>
                            <a:srgbClr val="2D3748"/>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produce</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b="1" dirty="0">
                          <a:solidFill>
                            <a:srgbClr val="2D3748"/>
                          </a:solidFill>
                          <a:latin typeface="Calibri" pitchFamily="34" charset="0"/>
                          <a:ea typeface="Calibri" pitchFamily="34" charset="-122"/>
                          <a:cs typeface="Calibri" pitchFamily="34" charset="-120"/>
                        </a:rPr>
                        <a:t>22,303</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35.3%</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80670">
                <a:tc>
                  <a:txBody>
                    <a:bodyPr/>
                    <a:lstStyle/>
                    <a:p>
                      <a:pPr algn="ctr"/>
                      <a:r>
                        <a:rPr lang="en-US" sz="1400" dirty="0">
                          <a:solidFill>
                            <a:srgbClr val="2D3748"/>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dairy eggs</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20,153</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31.9%</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extLst>
                  <a:ext uri="{0D108BD9-81ED-4DB2-BD59-A6C34878D82A}">
                    <a16:rowId xmlns:a16="http://schemas.microsoft.com/office/drawing/2014/main" val="10002"/>
                  </a:ext>
                </a:extLst>
              </a:tr>
              <a:tr h="280670">
                <a:tc>
                  <a:txBody>
                    <a:bodyPr/>
                    <a:lstStyle/>
                    <a:p>
                      <a:pPr algn="ctr"/>
                      <a:r>
                        <a:rPr lang="en-US" sz="1400" dirty="0">
                          <a:solidFill>
                            <a:srgbClr val="2D3748"/>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beverages</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14,024</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22.2%</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80670">
                <a:tc>
                  <a:txBody>
                    <a:bodyPr/>
                    <a:lstStyle/>
                    <a:p>
                      <a:pPr algn="ctr"/>
                      <a:r>
                        <a:rPr lang="en-US" sz="1400" dirty="0">
                          <a:solidFill>
                            <a:srgbClr val="2D3748"/>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snacks</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13,304</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21.1%</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extLst>
                  <a:ext uri="{0D108BD9-81ED-4DB2-BD59-A6C34878D82A}">
                    <a16:rowId xmlns:a16="http://schemas.microsoft.com/office/drawing/2014/main" val="10004"/>
                  </a:ext>
                </a:extLst>
              </a:tr>
              <a:tr h="280670">
                <a:tc>
                  <a:txBody>
                    <a:bodyPr/>
                    <a:lstStyle/>
                    <a:p>
                      <a:pPr algn="ctr"/>
                      <a:r>
                        <a:rPr lang="en-US" sz="1400" dirty="0">
                          <a:solidFill>
                            <a:srgbClr val="2D3748"/>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frozen</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11,742</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18.6%</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80670">
                <a:tc>
                  <a:txBody>
                    <a:bodyPr/>
                    <a:lstStyle/>
                    <a:p>
                      <a:pPr algn="ctr"/>
                      <a:r>
                        <a:rPr lang="en-US" sz="1400" dirty="0">
                          <a:solidFill>
                            <a:srgbClr val="2D3748"/>
                          </a:solidFill>
                          <a:latin typeface="Calibri" pitchFamily="34" charset="0"/>
                          <a:ea typeface="Calibri" pitchFamily="34" charset="-122"/>
                          <a:cs typeface="Calibri" pitchFamily="34" charset="-120"/>
                        </a:rPr>
                        <a:t>6</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pantry</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10,886</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17.3%</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extLst>
                  <a:ext uri="{0D108BD9-81ED-4DB2-BD59-A6C34878D82A}">
                    <a16:rowId xmlns:a16="http://schemas.microsoft.com/office/drawing/2014/main" val="10006"/>
                  </a:ext>
                </a:extLst>
              </a:tr>
              <a:tr h="280670">
                <a:tc>
                  <a:txBody>
                    <a:bodyPr/>
                    <a:lstStyle/>
                    <a:p>
                      <a:pPr algn="ctr"/>
                      <a:r>
                        <a:rPr lang="en-US" sz="1400" dirty="0">
                          <a:solidFill>
                            <a:srgbClr val="2D3748"/>
                          </a:solidFill>
                          <a:latin typeface="Calibri" pitchFamily="34" charset="0"/>
                          <a:ea typeface="Calibri" pitchFamily="34" charset="-122"/>
                          <a:cs typeface="Calibri" pitchFamily="34" charset="-120"/>
                        </a:rPr>
                        <a:t>7</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bakery</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8,326</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13.2%</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80670">
                <a:tc>
                  <a:txBody>
                    <a:bodyPr/>
                    <a:lstStyle/>
                    <a:p>
                      <a:pPr algn="ctr"/>
                      <a:r>
                        <a:rPr lang="en-US" sz="1400" dirty="0">
                          <a:solidFill>
                            <a:srgbClr val="2D3748"/>
                          </a:solidFill>
                          <a:latin typeface="Calibri" pitchFamily="34" charset="0"/>
                          <a:ea typeface="Calibri" pitchFamily="34" charset="-122"/>
                          <a:cs typeface="Calibri" pitchFamily="34" charset="-120"/>
                        </a:rPr>
                        <a:t>8</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deli</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7,430</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11.8%</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extLst>
                  <a:ext uri="{0D108BD9-81ED-4DB2-BD59-A6C34878D82A}">
                    <a16:rowId xmlns:a16="http://schemas.microsoft.com/office/drawing/2014/main" val="10008"/>
                  </a:ext>
                </a:extLst>
              </a:tr>
              <a:tr h="280670">
                <a:tc>
                  <a:txBody>
                    <a:bodyPr/>
                    <a:lstStyle/>
                    <a:p>
                      <a:pPr algn="ctr"/>
                      <a:r>
                        <a:rPr lang="en-US" sz="1400" dirty="0">
                          <a:solidFill>
                            <a:srgbClr val="2D3748"/>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80670">
                <a:tc>
                  <a:txBody>
                    <a:bodyPr/>
                    <a:lstStyle/>
                    <a:p>
                      <a:pPr algn="ctr"/>
                      <a:r>
                        <a:rPr lang="en-US" sz="1400" dirty="0">
                          <a:solidFill>
                            <a:srgbClr val="2D3748"/>
                          </a:solidFill>
                          <a:latin typeface="Calibri" pitchFamily="34" charset="0"/>
                          <a:ea typeface="Calibri" pitchFamily="34" charset="-122"/>
                          <a:cs typeface="Calibri" pitchFamily="34" charset="-120"/>
                        </a:rPr>
                        <a:t>18</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alcohol</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679</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1.1%</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extLst>
                  <a:ext uri="{0D108BD9-81ED-4DB2-BD59-A6C34878D82A}">
                    <a16:rowId xmlns:a16="http://schemas.microsoft.com/office/drawing/2014/main" val="10010"/>
                  </a:ext>
                </a:extLst>
              </a:tr>
              <a:tr h="280670">
                <a:tc>
                  <a:txBody>
                    <a:bodyPr/>
                    <a:lstStyle/>
                    <a:p>
                      <a:pPr algn="ctr"/>
                      <a:r>
                        <a:rPr lang="en-US" sz="1400" dirty="0">
                          <a:solidFill>
                            <a:srgbClr val="2D3748"/>
                          </a:solidFill>
                          <a:latin typeface="Calibri" pitchFamily="34" charset="0"/>
                          <a:ea typeface="Calibri" pitchFamily="34" charset="-122"/>
                          <a:cs typeface="Calibri" pitchFamily="34" charset="-120"/>
                        </a:rPr>
                        <a:t>19</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pets</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622</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1.0%</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280670">
                <a:tc>
                  <a:txBody>
                    <a:bodyPr/>
                    <a:lstStyle/>
                    <a:p>
                      <a:pPr algn="ctr"/>
                      <a:r>
                        <a:rPr lang="en-US" sz="1400" dirty="0">
                          <a:solidFill>
                            <a:srgbClr val="2D3748"/>
                          </a:solidFill>
                          <a:latin typeface="Calibri" pitchFamily="34" charset="0"/>
                          <a:ea typeface="Calibri" pitchFamily="34" charset="-122"/>
                          <a:cs typeface="Calibri" pitchFamily="34" charset="-120"/>
                        </a:rPr>
                        <a:t>20</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other</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392</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0.6%</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extLst>
                  <a:ext uri="{0D108BD9-81ED-4DB2-BD59-A6C34878D82A}">
                    <a16:rowId xmlns:a16="http://schemas.microsoft.com/office/drawing/2014/main" val="10012"/>
                  </a:ext>
                </a:extLst>
              </a:tr>
              <a:tr h="280670">
                <a:tc>
                  <a:txBody>
                    <a:bodyPr/>
                    <a:lstStyle/>
                    <a:p>
                      <a:pPr algn="ctr"/>
                      <a:r>
                        <a:rPr lang="en-US" sz="1400" dirty="0">
                          <a:solidFill>
                            <a:srgbClr val="2D3748"/>
                          </a:solidFill>
                          <a:latin typeface="Calibri" pitchFamily="34" charset="0"/>
                          <a:ea typeface="Calibri" pitchFamily="34" charset="-122"/>
                          <a:cs typeface="Calibri" pitchFamily="34" charset="-120"/>
                        </a:rPr>
                        <a:t>21</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bulk</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323</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0.5%</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13"/>
                  </a:ext>
                </a:extLst>
              </a:tr>
            </a:tbl>
          </a:graphicData>
        </a:graphic>
      </p:graphicFrame>
      <p:sp>
        <p:nvSpPr>
          <p:cNvPr id="2" name="Text 0"/>
          <p:cNvSpPr/>
          <p:nvPr/>
        </p:nvSpPr>
        <p:spPr>
          <a:xfrm>
            <a:off x="762000" y="444500"/>
            <a:ext cx="12700000" cy="444500"/>
          </a:xfrm>
          <a:prstGeom prst="rect">
            <a:avLst/>
          </a:prstGeom>
          <a:noFill/>
          <a:ln/>
        </p:spPr>
        <p:txBody>
          <a:bodyPr wrap="none" lIns="0" tIns="0" rIns="0" bIns="0" rtlCol="0" anchor="ctr"/>
          <a:lstStyle/>
          <a:p>
            <a:pPr algn="l">
              <a:lnSpc>
                <a:spcPct val="130000"/>
              </a:lnSpc>
            </a:pPr>
            <a:r>
              <a:rPr lang="en-US" sz="2400" b="1" dirty="0">
                <a:solidFill>
                  <a:srgbClr val="2D3748"/>
                </a:solidFill>
                <a:latin typeface="Calibri" pitchFamily="34" charset="0"/>
                <a:ea typeface="Calibri" pitchFamily="34" charset="-122"/>
                <a:cs typeface="Calibri" pitchFamily="34" charset="-120"/>
              </a:rPr>
              <a:t>Query 10 — Unique Users by Department</a:t>
            </a:r>
            <a:endParaRPr lang="en-US" sz="2400" dirty="0"/>
          </a:p>
        </p:txBody>
      </p:sp>
      <p:sp>
        <p:nvSpPr>
          <p:cNvPr id="3" name="Shape 1"/>
          <p:cNvSpPr/>
          <p:nvPr/>
        </p:nvSpPr>
        <p:spPr>
          <a:xfrm>
            <a:off x="762000" y="952500"/>
            <a:ext cx="14732000" cy="25400"/>
          </a:xfrm>
          <a:prstGeom prst="rect">
            <a:avLst/>
          </a:prstGeom>
          <a:solidFill>
            <a:srgbClr val="1B4F8F"/>
          </a:solidFill>
          <a:ln/>
        </p:spPr>
        <p:txBody>
          <a:bodyPr/>
          <a:lstStyle/>
          <a:p>
            <a:endParaRPr lang="en-IN"/>
          </a:p>
        </p:txBody>
      </p:sp>
      <p:sp>
        <p:nvSpPr>
          <p:cNvPr id="4" name="Text 2"/>
          <p:cNvSpPr/>
          <p:nvPr/>
        </p:nvSpPr>
        <p:spPr>
          <a:xfrm>
            <a:off x="762000" y="1079500"/>
            <a:ext cx="14732000" cy="279400"/>
          </a:xfrm>
          <a:prstGeom prst="rect">
            <a:avLst/>
          </a:prstGeom>
          <a:noFill/>
          <a:ln/>
        </p:spPr>
        <p:txBody>
          <a:bodyPr wrap="none" lIns="0" tIns="0" rIns="0" bIns="0" rtlCol="0" anchor="ctr"/>
          <a:lstStyle/>
          <a:p>
            <a:pPr algn="l">
              <a:lnSpc>
                <a:spcPct val="120000"/>
              </a:lnSpc>
            </a:pPr>
            <a:r>
              <a:rPr lang="en-US" sz="1300" dirty="0">
                <a:solidFill>
                  <a:srgbClr val="718096"/>
                </a:solidFill>
                <a:latin typeface="Calibri" pitchFamily="34" charset="0"/>
                <a:ea typeface="Calibri" pitchFamily="34" charset="-122"/>
                <a:cs typeface="Calibri" pitchFamily="34" charset="-120"/>
              </a:rPr>
              <a:t>Objective: Identify customer reach across departments | Customer Behavior Objective</a:t>
            </a:r>
            <a:endParaRPr lang="en-US" sz="1300" dirty="0"/>
          </a:p>
        </p:txBody>
      </p:sp>
      <p:sp>
        <p:nvSpPr>
          <p:cNvPr id="15" name="Shape 12"/>
          <p:cNvSpPr/>
          <p:nvPr/>
        </p:nvSpPr>
        <p:spPr>
          <a:xfrm>
            <a:off x="762000" y="8763000"/>
            <a:ext cx="14732000" cy="25400"/>
          </a:xfrm>
          <a:prstGeom prst="rect">
            <a:avLst/>
          </a:prstGeom>
          <a:solidFill>
            <a:srgbClr val="1B4F8F"/>
          </a:solidFill>
          <a:ln/>
        </p:spPr>
        <p:txBody>
          <a:bodyPr/>
          <a:lstStyle/>
          <a:p>
            <a:endParaRPr lang="en-IN"/>
          </a:p>
        </p:txBody>
      </p:sp>
      <p:sp>
        <p:nvSpPr>
          <p:cNvPr id="16" name="Text 13"/>
          <p:cNvSpPr/>
          <p:nvPr/>
        </p:nvSpPr>
        <p:spPr>
          <a:xfrm>
            <a:off x="14478000" y="8826500"/>
            <a:ext cx="1016000" cy="254000"/>
          </a:xfrm>
          <a:prstGeom prst="rect">
            <a:avLst/>
          </a:prstGeom>
          <a:noFill/>
          <a:ln/>
        </p:spPr>
        <p:txBody>
          <a:bodyPr wrap="none" lIns="0" tIns="0" rIns="0" bIns="0" rtlCol="0" anchor="ctr"/>
          <a:lstStyle/>
          <a:p>
            <a:pPr algn="r">
              <a:lnSpc>
                <a:spcPct val="120000"/>
              </a:lnSpc>
            </a:pPr>
            <a:r>
              <a:rPr lang="en-US" sz="1200" dirty="0">
                <a:solidFill>
                  <a:srgbClr val="718096"/>
                </a:solidFill>
                <a:latin typeface="Calibri" pitchFamily="34" charset="0"/>
                <a:ea typeface="Calibri" pitchFamily="34" charset="-122"/>
                <a:cs typeface="Calibri" pitchFamily="34" charset="-120"/>
              </a:rPr>
              <a:t>29 / 55</a:t>
            </a:r>
            <a:endParaRPr lang="en-US" sz="1200" dirty="0"/>
          </a:p>
        </p:txBody>
      </p:sp>
      <p:sp>
        <p:nvSpPr>
          <p:cNvPr id="17" name="Text 9">
            <a:extLst>
              <a:ext uri="{FF2B5EF4-FFF2-40B4-BE49-F238E27FC236}">
                <a16:creationId xmlns:a16="http://schemas.microsoft.com/office/drawing/2014/main" id="{FF4C5FBC-191E-3283-8E81-3330CDC2E11E}"/>
              </a:ext>
            </a:extLst>
          </p:cNvPr>
          <p:cNvSpPr/>
          <p:nvPr/>
        </p:nvSpPr>
        <p:spPr>
          <a:xfrm>
            <a:off x="812800" y="5293893"/>
            <a:ext cx="6502401" cy="1610559"/>
          </a:xfrm>
          <a:prstGeom prst="rect">
            <a:avLst/>
          </a:prstGeom>
          <a:noFill/>
          <a:ln/>
        </p:spPr>
        <p:txBody>
          <a:bodyPr wrap="square" lIns="0" tIns="0" rIns="0" bIns="0" rtlCol="0" anchor="t"/>
          <a:lstStyle/>
          <a:p>
            <a:pPr algn="just">
              <a:lnSpc>
                <a:spcPct val="145000"/>
              </a:lnSpc>
            </a:pPr>
            <a:r>
              <a:rPr lang="en-US" sz="1500" b="1" dirty="0">
                <a:solidFill>
                  <a:srgbClr val="1B4F8F"/>
                </a:solidFill>
                <a:latin typeface="Calibri" pitchFamily="34" charset="0"/>
                <a:ea typeface="Calibri" pitchFamily="34" charset="-122"/>
                <a:cs typeface="Calibri" pitchFamily="34" charset="-120"/>
              </a:rPr>
              <a:t>Interpretation </a:t>
            </a:r>
          </a:p>
          <a:p>
            <a:pPr algn="just">
              <a:lnSpc>
                <a:spcPct val="150000"/>
              </a:lnSpc>
            </a:pPr>
            <a:r>
              <a:rPr lang="en-US" sz="1500" dirty="0">
                <a:solidFill>
                  <a:srgbClr val="2D3748"/>
                </a:solidFill>
                <a:latin typeface="Calibri" pitchFamily="34" charset="0"/>
                <a:ea typeface="Calibri" pitchFamily="34" charset="-122"/>
                <a:cs typeface="Calibri" pitchFamily="34" charset="-120"/>
              </a:rPr>
              <a:t>Produce has the highest customer reach (22,303 users, 35.3%). Dairy Eggs follows (20,153). Essential grocery departments attract the largest customer bases. Bulk, Other, Pets, and Alcohol have comparatively fewer customers.</a:t>
            </a:r>
            <a:endParaRPr lang="en-US" sz="1500" dirty="0"/>
          </a:p>
        </p:txBody>
      </p:sp>
      <p:sp>
        <p:nvSpPr>
          <p:cNvPr id="19" name="Shape 10">
            <a:extLst>
              <a:ext uri="{FF2B5EF4-FFF2-40B4-BE49-F238E27FC236}">
                <a16:creationId xmlns:a16="http://schemas.microsoft.com/office/drawing/2014/main" id="{1A75785A-F14B-CE2A-B3BB-278929C50C20}"/>
              </a:ext>
            </a:extLst>
          </p:cNvPr>
          <p:cNvSpPr/>
          <p:nvPr/>
        </p:nvSpPr>
        <p:spPr>
          <a:xfrm>
            <a:off x="842879" y="7277100"/>
            <a:ext cx="14600322" cy="1016000"/>
          </a:xfrm>
          <a:prstGeom prst="rect">
            <a:avLst/>
          </a:prstGeom>
          <a:solidFill>
            <a:srgbClr val="EDF2F7"/>
          </a:solidFill>
          <a:ln/>
        </p:spPr>
        <p:txBody>
          <a:bodyPr/>
          <a:lstStyle/>
          <a:p>
            <a:endParaRPr lang="en-IN"/>
          </a:p>
        </p:txBody>
      </p:sp>
      <p:sp>
        <p:nvSpPr>
          <p:cNvPr id="21" name="Shape 11">
            <a:extLst>
              <a:ext uri="{FF2B5EF4-FFF2-40B4-BE49-F238E27FC236}">
                <a16:creationId xmlns:a16="http://schemas.microsoft.com/office/drawing/2014/main" id="{C63F88CF-6091-385B-463D-6209724D5BB5}"/>
              </a:ext>
            </a:extLst>
          </p:cNvPr>
          <p:cNvSpPr/>
          <p:nvPr/>
        </p:nvSpPr>
        <p:spPr>
          <a:xfrm>
            <a:off x="842879" y="7277100"/>
            <a:ext cx="50800" cy="1016000"/>
          </a:xfrm>
          <a:prstGeom prst="rect">
            <a:avLst/>
          </a:prstGeom>
          <a:solidFill>
            <a:srgbClr val="1B4F8F"/>
          </a:solidFill>
          <a:ln/>
        </p:spPr>
        <p:txBody>
          <a:bodyPr/>
          <a:lstStyle/>
          <a:p>
            <a:endParaRPr lang="en-IN"/>
          </a:p>
        </p:txBody>
      </p:sp>
      <p:sp>
        <p:nvSpPr>
          <p:cNvPr id="23" name="Text 12">
            <a:extLst>
              <a:ext uri="{FF2B5EF4-FFF2-40B4-BE49-F238E27FC236}">
                <a16:creationId xmlns:a16="http://schemas.microsoft.com/office/drawing/2014/main" id="{DDCCFC99-0C78-303D-BB99-58ED3CF9B8C0}"/>
              </a:ext>
            </a:extLst>
          </p:cNvPr>
          <p:cNvSpPr/>
          <p:nvPr/>
        </p:nvSpPr>
        <p:spPr>
          <a:xfrm>
            <a:off x="1041400" y="7378700"/>
            <a:ext cx="14287500" cy="825500"/>
          </a:xfrm>
          <a:prstGeom prst="rect">
            <a:avLst/>
          </a:prstGeom>
          <a:noFill/>
          <a:ln/>
        </p:spPr>
        <p:txBody>
          <a:bodyPr wrap="square" lIns="0" tIns="0" rIns="0" bIns="0" rtlCol="0" anchor="ctr"/>
          <a:lstStyle/>
          <a:p>
            <a:pPr>
              <a:lnSpc>
                <a:spcPct val="150000"/>
              </a:lnSpc>
            </a:pPr>
            <a:r>
              <a:rPr lang="en-US" sz="1500" b="1" dirty="0">
                <a:solidFill>
                  <a:srgbClr val="2D3748"/>
                </a:solidFill>
                <a:latin typeface="Calibri" pitchFamily="34" charset="0"/>
                <a:ea typeface="Calibri" pitchFamily="34" charset="-122"/>
                <a:cs typeface="Calibri" pitchFamily="34" charset="-120"/>
              </a:rPr>
              <a:t>Business Insight:</a:t>
            </a:r>
            <a:r>
              <a:rPr lang="en-US" sz="1500" dirty="0">
                <a:solidFill>
                  <a:srgbClr val="2D3748"/>
                </a:solidFill>
                <a:latin typeface="Calibri" pitchFamily="34" charset="0"/>
                <a:ea typeface="Calibri" pitchFamily="34" charset="-122"/>
                <a:cs typeface="Calibri" pitchFamily="34" charset="-120"/>
              </a:rPr>
              <a:t> Essential grocery departments (Produce, Dairy Eggs, Beverages, Snacks, Frozen) should receive higher priority for inventory planning, promotional campaigns, and shelf space. Low-engagement departments may require assortment optimization or targeted marketing.</a:t>
            </a:r>
            <a:endParaRPr lang="en-US" sz="1500" dirty="0"/>
          </a:p>
        </p:txBody>
      </p:sp>
      <p:sp>
        <p:nvSpPr>
          <p:cNvPr id="25" name="Shape 3">
            <a:extLst>
              <a:ext uri="{FF2B5EF4-FFF2-40B4-BE49-F238E27FC236}">
                <a16:creationId xmlns:a16="http://schemas.microsoft.com/office/drawing/2014/main" id="{A7D18FD7-B155-112A-0219-B43EC99A629F}"/>
              </a:ext>
            </a:extLst>
          </p:cNvPr>
          <p:cNvSpPr/>
          <p:nvPr/>
        </p:nvSpPr>
        <p:spPr>
          <a:xfrm>
            <a:off x="756653" y="2035668"/>
            <a:ext cx="6553201" cy="3216780"/>
          </a:xfrm>
          <a:prstGeom prst="rect">
            <a:avLst/>
          </a:prstGeom>
          <a:solidFill>
            <a:srgbClr val="EDF2F7"/>
          </a:solidFill>
          <a:ln/>
        </p:spPr>
        <p:txBody>
          <a:bodyPr/>
          <a:lstStyle/>
          <a:p>
            <a:endParaRPr lang="en-IN" dirty="0"/>
          </a:p>
        </p:txBody>
      </p:sp>
      <p:sp>
        <p:nvSpPr>
          <p:cNvPr id="27" name="TextBox 26">
            <a:extLst>
              <a:ext uri="{FF2B5EF4-FFF2-40B4-BE49-F238E27FC236}">
                <a16:creationId xmlns:a16="http://schemas.microsoft.com/office/drawing/2014/main" id="{03D478AA-9702-C779-621B-D315B352E516}"/>
              </a:ext>
            </a:extLst>
          </p:cNvPr>
          <p:cNvSpPr txBox="1"/>
          <p:nvPr/>
        </p:nvSpPr>
        <p:spPr>
          <a:xfrm>
            <a:off x="812800" y="2086811"/>
            <a:ext cx="1851526" cy="307777"/>
          </a:xfrm>
          <a:prstGeom prst="rect">
            <a:avLst/>
          </a:prstGeom>
          <a:noFill/>
        </p:spPr>
        <p:txBody>
          <a:bodyPr wrap="square">
            <a:spAutoFit/>
          </a:bodyPr>
          <a:lstStyle/>
          <a:p>
            <a:r>
              <a:rPr lang="en-US" sz="1400" b="1" dirty="0">
                <a:solidFill>
                  <a:srgbClr val="718096"/>
                </a:solidFill>
                <a:latin typeface="Calibri" pitchFamily="34" charset="0"/>
                <a:ea typeface="Calibri" pitchFamily="34" charset="-122"/>
                <a:cs typeface="Calibri" pitchFamily="34" charset="-120"/>
              </a:rPr>
              <a:t>PYTHON CODE</a:t>
            </a:r>
            <a:endParaRPr lang="en-IN" sz="1400" dirty="0"/>
          </a:p>
        </p:txBody>
      </p:sp>
      <p:sp>
        <p:nvSpPr>
          <p:cNvPr id="29" name="Text 5">
            <a:extLst>
              <a:ext uri="{FF2B5EF4-FFF2-40B4-BE49-F238E27FC236}">
                <a16:creationId xmlns:a16="http://schemas.microsoft.com/office/drawing/2014/main" id="{026FA16B-5CE5-7408-1741-AB8DD248164F}"/>
              </a:ext>
            </a:extLst>
          </p:cNvPr>
          <p:cNvSpPr/>
          <p:nvPr/>
        </p:nvSpPr>
        <p:spPr>
          <a:xfrm>
            <a:off x="909053" y="2390270"/>
            <a:ext cx="6184233" cy="2032335"/>
          </a:xfrm>
          <a:prstGeom prst="rect">
            <a:avLst/>
          </a:prstGeom>
          <a:noFill/>
          <a:ln/>
        </p:spPr>
        <p:txBody>
          <a:bodyPr wrap="square" lIns="0" tIns="0" rIns="0" bIns="0" rtlCol="0" anchor="t"/>
          <a:lstStyle/>
          <a:p>
            <a:pPr>
              <a:lnSpc>
                <a:spcPct val="140000"/>
              </a:lnSpc>
            </a:pPr>
            <a:r>
              <a:rPr lang="en-US" sz="1400" spc="80" dirty="0">
                <a:solidFill>
                  <a:srgbClr val="2D3748"/>
                </a:solidFill>
                <a:latin typeface="Calibri" pitchFamily="34" charset="0"/>
                <a:ea typeface="Calibri" pitchFamily="34" charset="-122"/>
                <a:cs typeface="Calibri" pitchFamily="34" charset="-120"/>
              </a:rPr>
              <a:t>q10 = (</a:t>
            </a:r>
            <a:r>
              <a:rPr lang="en-US" sz="1400" spc="80" dirty="0" err="1">
                <a:solidFill>
                  <a:srgbClr val="2D3748"/>
                </a:solidFill>
                <a:latin typeface="Calibri" pitchFamily="34" charset="0"/>
                <a:ea typeface="Calibri" pitchFamily="34" charset="-122"/>
                <a:cs typeface="Calibri" pitchFamily="34" charset="-120"/>
              </a:rPr>
              <a:t>master_df.groupby</a:t>
            </a:r>
            <a:r>
              <a:rPr lang="en-US" sz="1400" spc="80" dirty="0">
                <a:solidFill>
                  <a:srgbClr val="2D3748"/>
                </a:solidFill>
                <a:latin typeface="Calibri" pitchFamily="34" charset="0"/>
                <a:ea typeface="Calibri" pitchFamily="34" charset="-122"/>
                <a:cs typeface="Calibri" pitchFamily="34" charset="-120"/>
              </a:rPr>
              <a:t>("department", </a:t>
            </a:r>
            <a:r>
              <a:rPr lang="en-US" sz="1400" spc="80" dirty="0" err="1">
                <a:solidFill>
                  <a:srgbClr val="2D3748"/>
                </a:solidFill>
                <a:latin typeface="Calibri" pitchFamily="34" charset="0"/>
                <a:ea typeface="Calibri" pitchFamily="34" charset="-122"/>
                <a:cs typeface="Calibri" pitchFamily="34" charset="-120"/>
              </a:rPr>
              <a:t>as_index</a:t>
            </a:r>
            <a:r>
              <a:rPr lang="en-US" sz="1400" spc="80" dirty="0">
                <a:solidFill>
                  <a:srgbClr val="2D3748"/>
                </a:solidFill>
                <a:latin typeface="Calibri" pitchFamily="34" charset="0"/>
                <a:ea typeface="Calibri" pitchFamily="34" charset="-122"/>
                <a:cs typeface="Calibri" pitchFamily="34" charset="-120"/>
              </a:rPr>
              <a:t>=False)</a:t>
            </a:r>
            <a:endParaRPr lang="en-US" sz="1400" spc="80" dirty="0"/>
          </a:p>
          <a:p>
            <a:pPr>
              <a:lnSpc>
                <a:spcPct val="140000"/>
              </a:lnSpc>
            </a:pPr>
            <a:r>
              <a:rPr lang="en-US" sz="1400" spc="80" dirty="0">
                <a:solidFill>
                  <a:srgbClr val="2D3748"/>
                </a:solidFill>
                <a:latin typeface="Calibri" pitchFamily="34" charset="0"/>
                <a:ea typeface="Calibri" pitchFamily="34" charset="-122"/>
                <a:cs typeface="Calibri" pitchFamily="34" charset="-120"/>
              </a:rPr>
              <a:t>  .</a:t>
            </a:r>
            <a:r>
              <a:rPr lang="en-US" sz="1400" spc="80" dirty="0" err="1">
                <a:solidFill>
                  <a:srgbClr val="2D3748"/>
                </a:solidFill>
                <a:latin typeface="Calibri" pitchFamily="34" charset="0"/>
                <a:ea typeface="Calibri" pitchFamily="34" charset="-122"/>
                <a:cs typeface="Calibri" pitchFamily="34" charset="-120"/>
              </a:rPr>
              <a:t>agg</a:t>
            </a:r>
            <a:r>
              <a:rPr lang="en-US" sz="1400" spc="80" dirty="0">
                <a:solidFill>
                  <a:srgbClr val="2D3748"/>
                </a:solidFill>
                <a:latin typeface="Calibri" pitchFamily="34" charset="0"/>
                <a:ea typeface="Calibri" pitchFamily="34" charset="-122"/>
                <a:cs typeface="Calibri" pitchFamily="34" charset="-120"/>
              </a:rPr>
              <a:t>(</a:t>
            </a:r>
            <a:r>
              <a:rPr lang="en-US" sz="1400" spc="80" dirty="0" err="1">
                <a:solidFill>
                  <a:srgbClr val="2D3748"/>
                </a:solidFill>
                <a:latin typeface="Calibri" pitchFamily="34" charset="0"/>
                <a:ea typeface="Calibri" pitchFamily="34" charset="-122"/>
                <a:cs typeface="Calibri" pitchFamily="34" charset="-120"/>
              </a:rPr>
              <a:t>unique_users</a:t>
            </a:r>
            <a:r>
              <a:rPr lang="en-US" sz="1400" spc="80" dirty="0">
                <a:solidFill>
                  <a:srgbClr val="2D3748"/>
                </a:solidFill>
                <a:latin typeface="Calibri" pitchFamily="34" charset="0"/>
                <a:ea typeface="Calibri" pitchFamily="34" charset="-122"/>
                <a:cs typeface="Calibri" pitchFamily="34" charset="-120"/>
              </a:rPr>
              <a:t>=("user_id","</a:t>
            </a:r>
            <a:r>
              <a:rPr lang="en-US" sz="1400" spc="80" dirty="0" err="1">
                <a:solidFill>
                  <a:srgbClr val="2D3748"/>
                </a:solidFill>
                <a:latin typeface="Calibri" pitchFamily="34" charset="0"/>
                <a:ea typeface="Calibri" pitchFamily="34" charset="-122"/>
                <a:cs typeface="Calibri" pitchFamily="34" charset="-120"/>
              </a:rPr>
              <a:t>nunique</a:t>
            </a:r>
            <a:r>
              <a:rPr lang="en-US" sz="1400" spc="80" dirty="0">
                <a:solidFill>
                  <a:srgbClr val="2D3748"/>
                </a:solidFill>
                <a:latin typeface="Calibri" pitchFamily="34" charset="0"/>
                <a:ea typeface="Calibri" pitchFamily="34" charset="-122"/>
                <a:cs typeface="Calibri" pitchFamily="34" charset="-120"/>
              </a:rPr>
              <a:t>"))</a:t>
            </a:r>
            <a:endParaRPr lang="en-US" sz="1400" spc="80" dirty="0"/>
          </a:p>
          <a:p>
            <a:pPr>
              <a:lnSpc>
                <a:spcPct val="140000"/>
              </a:lnSpc>
            </a:pPr>
            <a:r>
              <a:rPr lang="en-US" sz="1400" spc="80" dirty="0">
                <a:solidFill>
                  <a:srgbClr val="2D3748"/>
                </a:solidFill>
                <a:latin typeface="Calibri" pitchFamily="34" charset="0"/>
                <a:ea typeface="Calibri" pitchFamily="34" charset="-122"/>
                <a:cs typeface="Calibri" pitchFamily="34" charset="-120"/>
              </a:rPr>
              <a:t>  .</a:t>
            </a:r>
            <a:r>
              <a:rPr lang="en-US" sz="1400" spc="80" dirty="0" err="1">
                <a:solidFill>
                  <a:srgbClr val="2D3748"/>
                </a:solidFill>
                <a:latin typeface="Calibri" pitchFamily="34" charset="0"/>
                <a:ea typeface="Calibri" pitchFamily="34" charset="-122"/>
                <a:cs typeface="Calibri" pitchFamily="34" charset="-120"/>
              </a:rPr>
              <a:t>sort_values</a:t>
            </a:r>
            <a:r>
              <a:rPr lang="en-US" sz="1400" spc="80" dirty="0">
                <a:solidFill>
                  <a:srgbClr val="2D3748"/>
                </a:solidFill>
                <a:latin typeface="Calibri" pitchFamily="34" charset="0"/>
                <a:ea typeface="Calibri" pitchFamily="34" charset="-122"/>
                <a:cs typeface="Calibri" pitchFamily="34" charset="-120"/>
              </a:rPr>
              <a:t>("</a:t>
            </a:r>
            <a:r>
              <a:rPr lang="en-US" sz="1400" spc="80" dirty="0" err="1">
                <a:solidFill>
                  <a:srgbClr val="2D3748"/>
                </a:solidFill>
                <a:latin typeface="Calibri" pitchFamily="34" charset="0"/>
                <a:ea typeface="Calibri" pitchFamily="34" charset="-122"/>
                <a:cs typeface="Calibri" pitchFamily="34" charset="-120"/>
              </a:rPr>
              <a:t>unique_users</a:t>
            </a:r>
            <a:r>
              <a:rPr lang="en-US" sz="1400" spc="80" dirty="0">
                <a:solidFill>
                  <a:srgbClr val="2D3748"/>
                </a:solidFill>
                <a:latin typeface="Calibri" pitchFamily="34" charset="0"/>
                <a:ea typeface="Calibri" pitchFamily="34" charset="-122"/>
                <a:cs typeface="Calibri" pitchFamily="34" charset="-120"/>
              </a:rPr>
              <a:t>", ascending=False))</a:t>
            </a:r>
            <a:endParaRPr lang="en-US" sz="1400" spc="80" dirty="0"/>
          </a:p>
        </p:txBody>
      </p:sp>
      <p:sp>
        <p:nvSpPr>
          <p:cNvPr id="32" name="Shape 7">
            <a:extLst>
              <a:ext uri="{FF2B5EF4-FFF2-40B4-BE49-F238E27FC236}">
                <a16:creationId xmlns:a16="http://schemas.microsoft.com/office/drawing/2014/main" id="{A6F592EC-BB1E-D62A-9EA5-3FFD10222063}"/>
              </a:ext>
            </a:extLst>
          </p:cNvPr>
          <p:cNvSpPr/>
          <p:nvPr/>
        </p:nvSpPr>
        <p:spPr>
          <a:xfrm>
            <a:off x="756652" y="4524205"/>
            <a:ext cx="6553201" cy="726094"/>
          </a:xfrm>
          <a:prstGeom prst="rect">
            <a:avLst/>
          </a:prstGeom>
          <a:solidFill>
            <a:srgbClr val="E8F5E9"/>
          </a:solidFill>
          <a:ln/>
        </p:spPr>
        <p:txBody>
          <a:bodyPr/>
          <a:lstStyle/>
          <a:p>
            <a:endParaRPr lang="en-IN"/>
          </a:p>
        </p:txBody>
      </p:sp>
      <p:sp>
        <p:nvSpPr>
          <p:cNvPr id="34" name="Text 8">
            <a:extLst>
              <a:ext uri="{FF2B5EF4-FFF2-40B4-BE49-F238E27FC236}">
                <a16:creationId xmlns:a16="http://schemas.microsoft.com/office/drawing/2014/main" id="{1719F51F-5364-9F35-4797-7E1DE03134F1}"/>
              </a:ext>
            </a:extLst>
          </p:cNvPr>
          <p:cNvSpPr/>
          <p:nvPr/>
        </p:nvSpPr>
        <p:spPr>
          <a:xfrm>
            <a:off x="909053" y="4524205"/>
            <a:ext cx="6184233" cy="726094"/>
          </a:xfrm>
          <a:prstGeom prst="rect">
            <a:avLst/>
          </a:prstGeom>
          <a:noFill/>
          <a:ln/>
        </p:spPr>
        <p:txBody>
          <a:bodyPr wrap="square" lIns="0" tIns="0" rIns="0" bIns="0" rtlCol="0" anchor="ctr"/>
          <a:lstStyle/>
          <a:p>
            <a:pPr algn="just">
              <a:lnSpc>
                <a:spcPct val="145000"/>
              </a:lnSpc>
            </a:pPr>
            <a:r>
              <a:rPr lang="en-US" sz="1400" b="1" dirty="0">
                <a:solidFill>
                  <a:srgbClr val="2D3748"/>
                </a:solidFill>
                <a:latin typeface="Calibri" pitchFamily="34" charset="0"/>
                <a:ea typeface="Calibri" pitchFamily="34" charset="-122"/>
                <a:cs typeface="Calibri" pitchFamily="34" charset="-120"/>
              </a:rPr>
              <a:t>Top 3 departments reach 89.4% of all customers</a:t>
            </a:r>
            <a:r>
              <a:rPr lang="en-US" sz="1400" dirty="0">
                <a:solidFill>
                  <a:srgbClr val="2D3748"/>
                </a:solidFill>
                <a:latin typeface="Calibri" pitchFamily="34" charset="0"/>
                <a:ea typeface="Calibri" pitchFamily="34" charset="-122"/>
                <a:cs typeface="Calibri" pitchFamily="34" charset="-120"/>
              </a:rPr>
              <a:t> ( produce + dairy eggs </a:t>
            </a:r>
            <a:br>
              <a:rPr lang="en-US" sz="1400" dirty="0">
                <a:solidFill>
                  <a:srgbClr val="2D3748"/>
                </a:solidFill>
                <a:latin typeface="Calibri" pitchFamily="34" charset="0"/>
                <a:ea typeface="Calibri" pitchFamily="34" charset="-122"/>
                <a:cs typeface="Calibri" pitchFamily="34" charset="-120"/>
              </a:rPr>
            </a:br>
            <a:r>
              <a:rPr lang="en-US" sz="1400" dirty="0">
                <a:solidFill>
                  <a:srgbClr val="2D3748"/>
                </a:solidFill>
                <a:latin typeface="Calibri" pitchFamily="34" charset="0"/>
                <a:ea typeface="Calibri" pitchFamily="34" charset="-122"/>
                <a:cs typeface="Calibri" pitchFamily="34" charset="-120"/>
              </a:rPr>
              <a:t>+ beverages = 56,480 unique users )</a:t>
            </a:r>
            <a:endParaRPr lang="en-US" sz="1400" dirty="0"/>
          </a:p>
        </p:txBody>
      </p:sp>
    </p:spTree>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62000" y="444500"/>
            <a:ext cx="12700000" cy="444500"/>
          </a:xfrm>
          <a:prstGeom prst="rect">
            <a:avLst/>
          </a:prstGeom>
          <a:noFill/>
          <a:ln/>
        </p:spPr>
        <p:txBody>
          <a:bodyPr wrap="none" lIns="0" tIns="0" rIns="0" bIns="0" rtlCol="0" anchor="ctr"/>
          <a:lstStyle/>
          <a:p>
            <a:pPr algn="l">
              <a:lnSpc>
                <a:spcPct val="130000"/>
              </a:lnSpc>
            </a:pPr>
            <a:r>
              <a:rPr lang="en-US" sz="2400" b="1" dirty="0">
                <a:solidFill>
                  <a:srgbClr val="2D3748"/>
                </a:solidFill>
                <a:latin typeface="Calibri" pitchFamily="34" charset="0"/>
                <a:ea typeface="Calibri" pitchFamily="34" charset="-122"/>
                <a:cs typeface="Calibri" pitchFamily="34" charset="-120"/>
              </a:rPr>
              <a:t>Query 11 — Average Number of Products Per Order</a:t>
            </a:r>
            <a:endParaRPr lang="en-US" sz="2400" dirty="0"/>
          </a:p>
        </p:txBody>
      </p:sp>
      <p:sp>
        <p:nvSpPr>
          <p:cNvPr id="3" name="Shape 1"/>
          <p:cNvSpPr/>
          <p:nvPr/>
        </p:nvSpPr>
        <p:spPr>
          <a:xfrm>
            <a:off x="762000" y="952500"/>
            <a:ext cx="14732000" cy="25400"/>
          </a:xfrm>
          <a:prstGeom prst="rect">
            <a:avLst/>
          </a:prstGeom>
          <a:solidFill>
            <a:srgbClr val="1B4F8F"/>
          </a:solidFill>
          <a:ln/>
        </p:spPr>
        <p:txBody>
          <a:bodyPr/>
          <a:lstStyle/>
          <a:p>
            <a:endParaRPr lang="en-IN"/>
          </a:p>
        </p:txBody>
      </p:sp>
      <p:sp>
        <p:nvSpPr>
          <p:cNvPr id="4" name="Text 2"/>
          <p:cNvSpPr/>
          <p:nvPr/>
        </p:nvSpPr>
        <p:spPr>
          <a:xfrm>
            <a:off x="762000" y="1079500"/>
            <a:ext cx="14732000" cy="279400"/>
          </a:xfrm>
          <a:prstGeom prst="rect">
            <a:avLst/>
          </a:prstGeom>
          <a:noFill/>
          <a:ln/>
        </p:spPr>
        <p:txBody>
          <a:bodyPr wrap="none" lIns="0" tIns="0" rIns="0" bIns="0" rtlCol="0" anchor="ctr"/>
          <a:lstStyle/>
          <a:p>
            <a:pPr algn="l">
              <a:lnSpc>
                <a:spcPct val="120000"/>
              </a:lnSpc>
            </a:pPr>
            <a:r>
              <a:rPr lang="en-US" sz="1300" dirty="0">
                <a:solidFill>
                  <a:srgbClr val="718096"/>
                </a:solidFill>
                <a:latin typeface="Calibri" pitchFamily="34" charset="0"/>
                <a:ea typeface="Calibri" pitchFamily="34" charset="-122"/>
                <a:cs typeface="Calibri" pitchFamily="34" charset="-120"/>
              </a:rPr>
              <a:t>Objective: Calculate average basket size | Customer Behavior Objective</a:t>
            </a:r>
            <a:endParaRPr lang="en-US" sz="1300" dirty="0"/>
          </a:p>
        </p:txBody>
      </p:sp>
      <p:sp>
        <p:nvSpPr>
          <p:cNvPr id="5" name="Shape 3"/>
          <p:cNvSpPr/>
          <p:nvPr/>
        </p:nvSpPr>
        <p:spPr>
          <a:xfrm>
            <a:off x="8940798" y="2062746"/>
            <a:ext cx="6553202" cy="1942258"/>
          </a:xfrm>
          <a:prstGeom prst="rect">
            <a:avLst/>
          </a:prstGeom>
          <a:solidFill>
            <a:srgbClr val="EDF2F7"/>
          </a:solidFill>
          <a:ln/>
        </p:spPr>
        <p:txBody>
          <a:bodyPr/>
          <a:lstStyle/>
          <a:p>
            <a:endParaRPr lang="en-IN"/>
          </a:p>
        </p:txBody>
      </p:sp>
      <p:sp>
        <p:nvSpPr>
          <p:cNvPr id="6" name="Text 4"/>
          <p:cNvSpPr/>
          <p:nvPr/>
        </p:nvSpPr>
        <p:spPr>
          <a:xfrm>
            <a:off x="10033000" y="2390270"/>
            <a:ext cx="4445000" cy="825500"/>
          </a:xfrm>
          <a:prstGeom prst="rect">
            <a:avLst/>
          </a:prstGeom>
          <a:noFill/>
          <a:ln/>
        </p:spPr>
        <p:txBody>
          <a:bodyPr wrap="none" lIns="0" tIns="0" rIns="0" bIns="0" rtlCol="0" anchor="ctr"/>
          <a:lstStyle/>
          <a:p>
            <a:pPr algn="ctr">
              <a:lnSpc>
                <a:spcPct val="120000"/>
              </a:lnSpc>
            </a:pPr>
            <a:r>
              <a:rPr lang="en-US" sz="5600" b="1" dirty="0">
                <a:solidFill>
                  <a:srgbClr val="1B4F8F"/>
                </a:solidFill>
                <a:latin typeface="Calibri" pitchFamily="34" charset="0"/>
                <a:ea typeface="Calibri" pitchFamily="34" charset="-122"/>
                <a:cs typeface="Calibri" pitchFamily="34" charset="-120"/>
              </a:rPr>
              <a:t>10.51</a:t>
            </a:r>
            <a:endParaRPr lang="en-US" sz="5600" dirty="0"/>
          </a:p>
        </p:txBody>
      </p:sp>
      <p:sp>
        <p:nvSpPr>
          <p:cNvPr id="7" name="Text 5"/>
          <p:cNvSpPr/>
          <p:nvPr/>
        </p:nvSpPr>
        <p:spPr>
          <a:xfrm>
            <a:off x="10033000" y="3279270"/>
            <a:ext cx="4445000" cy="381000"/>
          </a:xfrm>
          <a:prstGeom prst="rect">
            <a:avLst/>
          </a:prstGeom>
          <a:noFill/>
          <a:ln/>
        </p:spPr>
        <p:txBody>
          <a:bodyPr wrap="none" lIns="0" tIns="0" rIns="0" bIns="0" rtlCol="0" anchor="ctr"/>
          <a:lstStyle/>
          <a:p>
            <a:pPr algn="ctr">
              <a:lnSpc>
                <a:spcPct val="120000"/>
              </a:lnSpc>
            </a:pPr>
            <a:r>
              <a:rPr lang="en-US" sz="1600" dirty="0">
                <a:solidFill>
                  <a:srgbClr val="718096"/>
                </a:solidFill>
                <a:latin typeface="Calibri" pitchFamily="34" charset="0"/>
                <a:ea typeface="Calibri" pitchFamily="34" charset="-122"/>
                <a:cs typeface="Calibri" pitchFamily="34" charset="-120"/>
              </a:rPr>
              <a:t>Products Per Order (Average)</a:t>
            </a:r>
            <a:endParaRPr lang="en-US" sz="1600" dirty="0"/>
          </a:p>
        </p:txBody>
      </p:sp>
      <p:sp>
        <p:nvSpPr>
          <p:cNvPr id="13" name="Text 11"/>
          <p:cNvSpPr/>
          <p:nvPr/>
        </p:nvSpPr>
        <p:spPr>
          <a:xfrm>
            <a:off x="8940798" y="4946145"/>
            <a:ext cx="6502401" cy="2144631"/>
          </a:xfrm>
          <a:prstGeom prst="rect">
            <a:avLst/>
          </a:prstGeom>
          <a:noFill/>
          <a:ln/>
        </p:spPr>
        <p:txBody>
          <a:bodyPr wrap="square" lIns="0" tIns="0" rIns="0" bIns="0" rtlCol="0" anchor="t"/>
          <a:lstStyle/>
          <a:p>
            <a:pPr algn="just">
              <a:lnSpc>
                <a:spcPct val="145000"/>
              </a:lnSpc>
            </a:pPr>
            <a:r>
              <a:rPr lang="en-US" sz="1500" b="1" dirty="0">
                <a:solidFill>
                  <a:srgbClr val="2D3748"/>
                </a:solidFill>
                <a:latin typeface="Calibri" pitchFamily="34" charset="0"/>
                <a:ea typeface="Calibri" pitchFamily="34" charset="-122"/>
                <a:cs typeface="Calibri" pitchFamily="34" charset="-120"/>
              </a:rPr>
              <a:t>Basket Size Context:</a:t>
            </a:r>
            <a:endParaRPr lang="en-US" sz="1500" dirty="0"/>
          </a:p>
          <a:p>
            <a:pPr marL="285750" indent="-285750" algn="just">
              <a:lnSpc>
                <a:spcPct val="145000"/>
              </a:lnSpc>
              <a:spcBef>
                <a:spcPts val="400"/>
              </a:spcBef>
              <a:buFont typeface="Wingdings" panose="05000000000000000000" pitchFamily="2" charset="2"/>
              <a:buChar char="Ø"/>
            </a:pPr>
            <a:r>
              <a:rPr lang="en-US" sz="1500" spc="60" dirty="0">
                <a:solidFill>
                  <a:srgbClr val="2D3748"/>
                </a:solidFill>
                <a:latin typeface="Calibri" pitchFamily="34" charset="0"/>
                <a:ea typeface="Calibri" pitchFamily="34" charset="-122"/>
                <a:cs typeface="Calibri" pitchFamily="34" charset="-120"/>
              </a:rPr>
              <a:t>Small basket: 1-5 items (impulse/quick shop)</a:t>
            </a:r>
            <a:endParaRPr lang="en-US" sz="1500" spc="60" dirty="0"/>
          </a:p>
          <a:p>
            <a:pPr marL="285750" indent="-285750" algn="just">
              <a:lnSpc>
                <a:spcPct val="145000"/>
              </a:lnSpc>
              <a:buFont typeface="Wingdings" panose="05000000000000000000" pitchFamily="2" charset="2"/>
              <a:buChar char="Ø"/>
            </a:pPr>
            <a:r>
              <a:rPr lang="en-US" sz="1500" spc="60" dirty="0">
                <a:solidFill>
                  <a:srgbClr val="2D3748"/>
                </a:solidFill>
                <a:latin typeface="Calibri" pitchFamily="34" charset="0"/>
                <a:ea typeface="Calibri" pitchFamily="34" charset="-122"/>
                <a:cs typeface="Calibri" pitchFamily="34" charset="-120"/>
              </a:rPr>
              <a:t>Medium basket: 6-15 items (regular grocery)</a:t>
            </a:r>
            <a:endParaRPr lang="en-US" sz="1500" spc="60" dirty="0"/>
          </a:p>
          <a:p>
            <a:pPr marL="285750" indent="-285750" algn="just">
              <a:lnSpc>
                <a:spcPct val="145000"/>
              </a:lnSpc>
              <a:buFont typeface="Wingdings" panose="05000000000000000000" pitchFamily="2" charset="2"/>
              <a:buChar char="Ø"/>
            </a:pPr>
            <a:r>
              <a:rPr lang="en-US" sz="1500" spc="60" dirty="0">
                <a:solidFill>
                  <a:srgbClr val="2D3748"/>
                </a:solidFill>
                <a:latin typeface="Calibri" pitchFamily="34" charset="0"/>
                <a:ea typeface="Calibri" pitchFamily="34" charset="-122"/>
                <a:cs typeface="Calibri" pitchFamily="34" charset="-120"/>
              </a:rPr>
              <a:t>Large basket: 16+ items (stock-up shopping)</a:t>
            </a:r>
            <a:endParaRPr lang="en-US" sz="1500" spc="60" dirty="0"/>
          </a:p>
          <a:p>
            <a:pPr algn="just">
              <a:lnSpc>
                <a:spcPct val="145000"/>
              </a:lnSpc>
              <a:spcBef>
                <a:spcPts val="400"/>
              </a:spcBef>
            </a:pPr>
            <a:r>
              <a:rPr lang="en-US" sz="1500" dirty="0">
                <a:solidFill>
                  <a:srgbClr val="2D3748"/>
                </a:solidFill>
                <a:latin typeface="Calibri" pitchFamily="34" charset="0"/>
                <a:ea typeface="Calibri" pitchFamily="34" charset="-122"/>
                <a:cs typeface="Calibri" pitchFamily="34" charset="-120"/>
              </a:rPr>
              <a:t>At 10.51 items, the average customer falls into the </a:t>
            </a:r>
            <a:r>
              <a:rPr lang="en-US" sz="1500" b="1" dirty="0">
                <a:solidFill>
                  <a:srgbClr val="2D3748"/>
                </a:solidFill>
                <a:latin typeface="Calibri" pitchFamily="34" charset="0"/>
                <a:ea typeface="Calibri" pitchFamily="34" charset="-122"/>
                <a:cs typeface="Calibri" pitchFamily="34" charset="-120"/>
              </a:rPr>
              <a:t>medium basket</a:t>
            </a:r>
            <a:r>
              <a:rPr lang="en-US" sz="1500" dirty="0">
                <a:solidFill>
                  <a:srgbClr val="2D3748"/>
                </a:solidFill>
                <a:latin typeface="Calibri" pitchFamily="34" charset="0"/>
                <a:ea typeface="Calibri" pitchFamily="34" charset="-122"/>
                <a:cs typeface="Calibri" pitchFamily="34" charset="-120"/>
              </a:rPr>
              <a:t> category, indicating regular planned grocery trips.</a:t>
            </a:r>
            <a:endParaRPr lang="en-US" sz="1500" dirty="0"/>
          </a:p>
        </p:txBody>
      </p:sp>
      <p:sp>
        <p:nvSpPr>
          <p:cNvPr id="17" name="Shape 15"/>
          <p:cNvSpPr/>
          <p:nvPr/>
        </p:nvSpPr>
        <p:spPr>
          <a:xfrm>
            <a:off x="762000" y="8763000"/>
            <a:ext cx="14732000" cy="25400"/>
          </a:xfrm>
          <a:prstGeom prst="rect">
            <a:avLst/>
          </a:prstGeom>
          <a:solidFill>
            <a:srgbClr val="1B4F8F"/>
          </a:solidFill>
          <a:ln/>
        </p:spPr>
        <p:txBody>
          <a:bodyPr/>
          <a:lstStyle/>
          <a:p>
            <a:endParaRPr lang="en-IN"/>
          </a:p>
        </p:txBody>
      </p:sp>
      <p:sp>
        <p:nvSpPr>
          <p:cNvPr id="18" name="Text 16"/>
          <p:cNvSpPr/>
          <p:nvPr/>
        </p:nvSpPr>
        <p:spPr>
          <a:xfrm>
            <a:off x="14478000" y="8826500"/>
            <a:ext cx="1016000" cy="254000"/>
          </a:xfrm>
          <a:prstGeom prst="rect">
            <a:avLst/>
          </a:prstGeom>
          <a:noFill/>
          <a:ln/>
        </p:spPr>
        <p:txBody>
          <a:bodyPr wrap="none" lIns="0" tIns="0" rIns="0" bIns="0" rtlCol="0" anchor="ctr"/>
          <a:lstStyle/>
          <a:p>
            <a:pPr algn="r">
              <a:lnSpc>
                <a:spcPct val="120000"/>
              </a:lnSpc>
            </a:pPr>
            <a:r>
              <a:rPr lang="en-US" sz="1200" dirty="0">
                <a:solidFill>
                  <a:srgbClr val="718096"/>
                </a:solidFill>
                <a:latin typeface="Calibri" pitchFamily="34" charset="0"/>
                <a:ea typeface="Calibri" pitchFamily="34" charset="-122"/>
                <a:cs typeface="Calibri" pitchFamily="34" charset="-120"/>
              </a:rPr>
              <a:t>30 / 55</a:t>
            </a:r>
            <a:endParaRPr lang="en-US" sz="1200" dirty="0"/>
          </a:p>
        </p:txBody>
      </p:sp>
      <p:sp>
        <p:nvSpPr>
          <p:cNvPr id="20" name="Text 9">
            <a:extLst>
              <a:ext uri="{FF2B5EF4-FFF2-40B4-BE49-F238E27FC236}">
                <a16:creationId xmlns:a16="http://schemas.microsoft.com/office/drawing/2014/main" id="{5E52CA9C-2F83-4E53-6029-90A0DF2835B3}"/>
              </a:ext>
            </a:extLst>
          </p:cNvPr>
          <p:cNvSpPr/>
          <p:nvPr/>
        </p:nvSpPr>
        <p:spPr>
          <a:xfrm>
            <a:off x="812800" y="5293893"/>
            <a:ext cx="6502401" cy="1610559"/>
          </a:xfrm>
          <a:prstGeom prst="rect">
            <a:avLst/>
          </a:prstGeom>
          <a:noFill/>
          <a:ln/>
        </p:spPr>
        <p:txBody>
          <a:bodyPr wrap="square" lIns="0" tIns="0" rIns="0" bIns="0" rtlCol="0" anchor="t"/>
          <a:lstStyle/>
          <a:p>
            <a:pPr algn="just">
              <a:lnSpc>
                <a:spcPct val="145000"/>
              </a:lnSpc>
            </a:pPr>
            <a:r>
              <a:rPr lang="en-US" sz="1500" b="1" dirty="0">
                <a:solidFill>
                  <a:srgbClr val="1B4F8F"/>
                </a:solidFill>
                <a:latin typeface="Calibri" pitchFamily="34" charset="0"/>
                <a:ea typeface="Calibri" pitchFamily="34" charset="-122"/>
                <a:cs typeface="Calibri" pitchFamily="34" charset="-120"/>
              </a:rPr>
              <a:t>Interpretation </a:t>
            </a:r>
          </a:p>
          <a:p>
            <a:pPr algn="just">
              <a:lnSpc>
                <a:spcPct val="155000"/>
              </a:lnSpc>
            </a:pPr>
            <a:r>
              <a:rPr lang="en-US" sz="1500" dirty="0">
                <a:solidFill>
                  <a:srgbClr val="2D3748"/>
                </a:solidFill>
                <a:latin typeface="Calibri" pitchFamily="34" charset="0"/>
                <a:ea typeface="Calibri" pitchFamily="34" charset="-122"/>
                <a:cs typeface="Calibri" pitchFamily="34" charset="-120"/>
              </a:rPr>
              <a:t>Customers purchase an average of </a:t>
            </a:r>
            <a:r>
              <a:rPr lang="en-US" sz="1500" b="1" dirty="0">
                <a:solidFill>
                  <a:srgbClr val="2D3748"/>
                </a:solidFill>
                <a:latin typeface="Calibri" pitchFamily="34" charset="0"/>
                <a:ea typeface="Calibri" pitchFamily="34" charset="-122"/>
                <a:cs typeface="Calibri" pitchFamily="34" charset="-120"/>
              </a:rPr>
              <a:t>10.51 products per order</a:t>
            </a:r>
            <a:r>
              <a:rPr lang="en-US" sz="1500" dirty="0">
                <a:solidFill>
                  <a:srgbClr val="2D3748"/>
                </a:solidFill>
                <a:latin typeface="Calibri" pitchFamily="34" charset="0"/>
                <a:ea typeface="Calibri" pitchFamily="34" charset="-122"/>
                <a:cs typeface="Calibri" pitchFamily="34" charset="-120"/>
              </a:rPr>
              <a:t>. This indicates most customers buy multiple products in a single session rather than making single-item purchases. The result suggests a </a:t>
            </a:r>
            <a:r>
              <a:rPr lang="en-US" sz="1500" b="1" dirty="0">
                <a:solidFill>
                  <a:srgbClr val="2D3748"/>
                </a:solidFill>
                <a:latin typeface="Calibri" pitchFamily="34" charset="0"/>
                <a:ea typeface="Calibri" pitchFamily="34" charset="-122"/>
                <a:cs typeface="Calibri" pitchFamily="34" charset="-120"/>
              </a:rPr>
              <a:t>moderate basket size</a:t>
            </a:r>
            <a:r>
              <a:rPr lang="en-US" sz="1500" dirty="0">
                <a:solidFill>
                  <a:srgbClr val="2D3748"/>
                </a:solidFill>
                <a:latin typeface="Calibri" pitchFamily="34" charset="0"/>
                <a:ea typeface="Calibri" pitchFamily="34" charset="-122"/>
                <a:cs typeface="Calibri" pitchFamily="34" charset="-120"/>
              </a:rPr>
              <a:t> reflecting planned grocery shopping behavior.</a:t>
            </a:r>
            <a:endParaRPr lang="en-US" sz="1500" dirty="0"/>
          </a:p>
        </p:txBody>
      </p:sp>
      <p:sp>
        <p:nvSpPr>
          <p:cNvPr id="22" name="Shape 10">
            <a:extLst>
              <a:ext uri="{FF2B5EF4-FFF2-40B4-BE49-F238E27FC236}">
                <a16:creationId xmlns:a16="http://schemas.microsoft.com/office/drawing/2014/main" id="{D52F3499-355A-E4C2-E655-6E7887304E7D}"/>
              </a:ext>
            </a:extLst>
          </p:cNvPr>
          <p:cNvSpPr/>
          <p:nvPr/>
        </p:nvSpPr>
        <p:spPr>
          <a:xfrm>
            <a:off x="842878" y="7277100"/>
            <a:ext cx="14651121" cy="1016000"/>
          </a:xfrm>
          <a:prstGeom prst="rect">
            <a:avLst/>
          </a:prstGeom>
          <a:solidFill>
            <a:srgbClr val="EDF2F7"/>
          </a:solidFill>
          <a:ln/>
        </p:spPr>
        <p:txBody>
          <a:bodyPr/>
          <a:lstStyle/>
          <a:p>
            <a:endParaRPr lang="en-IN"/>
          </a:p>
        </p:txBody>
      </p:sp>
      <p:sp>
        <p:nvSpPr>
          <p:cNvPr id="24" name="Shape 11">
            <a:extLst>
              <a:ext uri="{FF2B5EF4-FFF2-40B4-BE49-F238E27FC236}">
                <a16:creationId xmlns:a16="http://schemas.microsoft.com/office/drawing/2014/main" id="{7D09CAF1-236B-AB3B-ECA0-F1E329DF8318}"/>
              </a:ext>
            </a:extLst>
          </p:cNvPr>
          <p:cNvSpPr/>
          <p:nvPr/>
        </p:nvSpPr>
        <p:spPr>
          <a:xfrm>
            <a:off x="842879" y="7277100"/>
            <a:ext cx="50800" cy="1016000"/>
          </a:xfrm>
          <a:prstGeom prst="rect">
            <a:avLst/>
          </a:prstGeom>
          <a:solidFill>
            <a:srgbClr val="1B4F8F"/>
          </a:solidFill>
          <a:ln/>
        </p:spPr>
        <p:txBody>
          <a:bodyPr/>
          <a:lstStyle/>
          <a:p>
            <a:endParaRPr lang="en-IN"/>
          </a:p>
        </p:txBody>
      </p:sp>
      <p:sp>
        <p:nvSpPr>
          <p:cNvPr id="26" name="Text 12">
            <a:extLst>
              <a:ext uri="{FF2B5EF4-FFF2-40B4-BE49-F238E27FC236}">
                <a16:creationId xmlns:a16="http://schemas.microsoft.com/office/drawing/2014/main" id="{3765F59F-DBA8-0B98-54F8-B3F5999C5706}"/>
              </a:ext>
            </a:extLst>
          </p:cNvPr>
          <p:cNvSpPr/>
          <p:nvPr/>
        </p:nvSpPr>
        <p:spPr>
          <a:xfrm>
            <a:off x="1041400" y="7378700"/>
            <a:ext cx="14287500" cy="825500"/>
          </a:xfrm>
          <a:prstGeom prst="rect">
            <a:avLst/>
          </a:prstGeom>
          <a:noFill/>
          <a:ln/>
        </p:spPr>
        <p:txBody>
          <a:bodyPr wrap="square" lIns="0" tIns="0" rIns="0" bIns="0" rtlCol="0" anchor="ctr"/>
          <a:lstStyle/>
          <a:p>
            <a:pPr>
              <a:lnSpc>
                <a:spcPct val="150000"/>
              </a:lnSpc>
            </a:pPr>
            <a:r>
              <a:rPr lang="en-US" sz="1500" b="1" dirty="0">
                <a:solidFill>
                  <a:srgbClr val="2D3748"/>
                </a:solidFill>
                <a:latin typeface="Calibri" pitchFamily="34" charset="0"/>
                <a:ea typeface="Calibri" pitchFamily="34" charset="-122"/>
                <a:cs typeface="Calibri" pitchFamily="34" charset="-120"/>
              </a:rPr>
              <a:t>Business Insight:</a:t>
            </a:r>
            <a:r>
              <a:rPr lang="en-US" sz="1500" dirty="0">
                <a:solidFill>
                  <a:srgbClr val="2D3748"/>
                </a:solidFill>
                <a:latin typeface="Calibri" pitchFamily="34" charset="0"/>
                <a:ea typeface="Calibri" pitchFamily="34" charset="-122"/>
                <a:cs typeface="Calibri" pitchFamily="34" charset="-120"/>
              </a:rPr>
              <a:t> An average basket size of ~11 products presents opportunities for cross-selling and upselling. Retailers can increase average order value by recommending complementary products, offering bundle discounts, or promoting frequently-bought-together items during checkout.</a:t>
            </a:r>
            <a:endParaRPr lang="en-US" sz="1500" dirty="0"/>
          </a:p>
        </p:txBody>
      </p:sp>
      <p:sp>
        <p:nvSpPr>
          <p:cNvPr id="28" name="Shape 3">
            <a:extLst>
              <a:ext uri="{FF2B5EF4-FFF2-40B4-BE49-F238E27FC236}">
                <a16:creationId xmlns:a16="http://schemas.microsoft.com/office/drawing/2014/main" id="{F89B7DD4-0BA0-1A1A-C1AA-92DD6AFCF902}"/>
              </a:ext>
            </a:extLst>
          </p:cNvPr>
          <p:cNvSpPr/>
          <p:nvPr/>
        </p:nvSpPr>
        <p:spPr>
          <a:xfrm>
            <a:off x="756653" y="2035668"/>
            <a:ext cx="6553201" cy="3216780"/>
          </a:xfrm>
          <a:prstGeom prst="rect">
            <a:avLst/>
          </a:prstGeom>
          <a:solidFill>
            <a:srgbClr val="EDF2F7"/>
          </a:solidFill>
          <a:ln/>
        </p:spPr>
        <p:txBody>
          <a:bodyPr/>
          <a:lstStyle/>
          <a:p>
            <a:endParaRPr lang="en-IN" dirty="0"/>
          </a:p>
        </p:txBody>
      </p:sp>
      <p:sp>
        <p:nvSpPr>
          <p:cNvPr id="30" name="TextBox 29">
            <a:extLst>
              <a:ext uri="{FF2B5EF4-FFF2-40B4-BE49-F238E27FC236}">
                <a16:creationId xmlns:a16="http://schemas.microsoft.com/office/drawing/2014/main" id="{DEF6D7F1-001F-27CB-573A-A05AB8073BD8}"/>
              </a:ext>
            </a:extLst>
          </p:cNvPr>
          <p:cNvSpPr txBox="1"/>
          <p:nvPr/>
        </p:nvSpPr>
        <p:spPr>
          <a:xfrm>
            <a:off x="812800" y="2086811"/>
            <a:ext cx="1851526" cy="307777"/>
          </a:xfrm>
          <a:prstGeom prst="rect">
            <a:avLst/>
          </a:prstGeom>
          <a:noFill/>
        </p:spPr>
        <p:txBody>
          <a:bodyPr wrap="square">
            <a:spAutoFit/>
          </a:bodyPr>
          <a:lstStyle/>
          <a:p>
            <a:r>
              <a:rPr lang="en-US" sz="1400" b="1" dirty="0">
                <a:solidFill>
                  <a:srgbClr val="718096"/>
                </a:solidFill>
                <a:latin typeface="Calibri" pitchFamily="34" charset="0"/>
                <a:ea typeface="Calibri" pitchFamily="34" charset="-122"/>
                <a:cs typeface="Calibri" pitchFamily="34" charset="-120"/>
              </a:rPr>
              <a:t>PYTHON CODE</a:t>
            </a:r>
            <a:endParaRPr lang="en-IN" sz="1400" dirty="0"/>
          </a:p>
        </p:txBody>
      </p:sp>
      <p:sp>
        <p:nvSpPr>
          <p:cNvPr id="32" name="Text 5">
            <a:extLst>
              <a:ext uri="{FF2B5EF4-FFF2-40B4-BE49-F238E27FC236}">
                <a16:creationId xmlns:a16="http://schemas.microsoft.com/office/drawing/2014/main" id="{5F561EDB-06CF-422E-A73F-855F9AA135FB}"/>
              </a:ext>
            </a:extLst>
          </p:cNvPr>
          <p:cNvSpPr/>
          <p:nvPr/>
        </p:nvSpPr>
        <p:spPr>
          <a:xfrm>
            <a:off x="909053" y="2390270"/>
            <a:ext cx="6184233" cy="2032335"/>
          </a:xfrm>
          <a:prstGeom prst="rect">
            <a:avLst/>
          </a:prstGeom>
          <a:noFill/>
          <a:ln/>
        </p:spPr>
        <p:txBody>
          <a:bodyPr wrap="square" lIns="0" tIns="0" rIns="0" bIns="0" rtlCol="0" anchor="t"/>
          <a:lstStyle/>
          <a:p>
            <a:pPr>
              <a:lnSpc>
                <a:spcPct val="150000"/>
              </a:lnSpc>
            </a:pPr>
            <a:r>
              <a:rPr lang="en-US" sz="1400" spc="80" dirty="0">
                <a:solidFill>
                  <a:srgbClr val="2D3748"/>
                </a:solidFill>
                <a:latin typeface="Calibri" pitchFamily="34" charset="0"/>
                <a:ea typeface="Calibri" pitchFamily="34" charset="-122"/>
                <a:cs typeface="Calibri" pitchFamily="34" charset="-120"/>
              </a:rPr>
              <a:t>q11_avg_products = </a:t>
            </a:r>
            <a:r>
              <a:rPr lang="en-US" sz="1400" spc="80" dirty="0" err="1">
                <a:solidFill>
                  <a:srgbClr val="2D3748"/>
                </a:solidFill>
                <a:latin typeface="Calibri" pitchFamily="34" charset="0"/>
                <a:ea typeface="Calibri" pitchFamily="34" charset="-122"/>
                <a:cs typeface="Calibri" pitchFamily="34" charset="-120"/>
              </a:rPr>
              <a:t>master_df.groupby</a:t>
            </a:r>
            <a:r>
              <a:rPr lang="en-US" sz="1400" spc="80" dirty="0">
                <a:solidFill>
                  <a:srgbClr val="2D3748"/>
                </a:solidFill>
                <a:latin typeface="Calibri" pitchFamily="34" charset="0"/>
                <a:ea typeface="Calibri" pitchFamily="34" charset="-122"/>
                <a:cs typeface="Calibri" pitchFamily="34" charset="-120"/>
              </a:rPr>
              <a:t>("</a:t>
            </a:r>
            <a:r>
              <a:rPr lang="en-US" sz="1400" spc="80" dirty="0" err="1">
                <a:solidFill>
                  <a:srgbClr val="2D3748"/>
                </a:solidFill>
                <a:latin typeface="Calibri" pitchFamily="34" charset="0"/>
                <a:ea typeface="Calibri" pitchFamily="34" charset="-122"/>
                <a:cs typeface="Calibri" pitchFamily="34" charset="-120"/>
              </a:rPr>
              <a:t>order_id</a:t>
            </a:r>
            <a:r>
              <a:rPr lang="en-US" sz="1400" spc="80" dirty="0">
                <a:solidFill>
                  <a:srgbClr val="2D3748"/>
                </a:solidFill>
                <a:latin typeface="Calibri" pitchFamily="34" charset="0"/>
                <a:ea typeface="Calibri" pitchFamily="34" charset="-122"/>
                <a:cs typeface="Calibri" pitchFamily="34" charset="-120"/>
              </a:rPr>
              <a:t>").size().mean()</a:t>
            </a:r>
            <a:endParaRPr lang="en-US" sz="1400" spc="80" dirty="0"/>
          </a:p>
          <a:p>
            <a:pPr>
              <a:lnSpc>
                <a:spcPct val="150000"/>
              </a:lnSpc>
            </a:pPr>
            <a:r>
              <a:rPr lang="en-US" sz="1400" spc="80" dirty="0">
                <a:solidFill>
                  <a:srgbClr val="2D3748"/>
                </a:solidFill>
                <a:latin typeface="Calibri" pitchFamily="34" charset="0"/>
                <a:ea typeface="Calibri" pitchFamily="34" charset="-122"/>
                <a:cs typeface="Calibri" pitchFamily="34" charset="-120"/>
              </a:rPr>
              <a:t>print(</a:t>
            </a:r>
            <a:r>
              <a:rPr lang="en-US" sz="1400" spc="80" dirty="0" err="1">
                <a:solidFill>
                  <a:srgbClr val="2D3748"/>
                </a:solidFill>
                <a:latin typeface="Calibri" pitchFamily="34" charset="0"/>
                <a:ea typeface="Calibri" pitchFamily="34" charset="-122"/>
                <a:cs typeface="Calibri" pitchFamily="34" charset="-120"/>
              </a:rPr>
              <a:t>f"Average</a:t>
            </a:r>
            <a:r>
              <a:rPr lang="en-US" sz="1400" spc="80" dirty="0">
                <a:solidFill>
                  <a:srgbClr val="2D3748"/>
                </a:solidFill>
                <a:latin typeface="Calibri" pitchFamily="34" charset="0"/>
                <a:ea typeface="Calibri" pitchFamily="34" charset="-122"/>
                <a:cs typeface="Calibri" pitchFamily="34" charset="-120"/>
              </a:rPr>
              <a:t> Products per Order: {q11_avg_products:.2f}")</a:t>
            </a:r>
          </a:p>
          <a:p>
            <a:pPr>
              <a:lnSpc>
                <a:spcPct val="150000"/>
              </a:lnSpc>
            </a:pPr>
            <a:endParaRPr lang="en-US" sz="1400" spc="80" dirty="0"/>
          </a:p>
          <a:p>
            <a:pPr>
              <a:lnSpc>
                <a:spcPct val="150000"/>
              </a:lnSpc>
            </a:pPr>
            <a:r>
              <a:rPr lang="en-US" sz="1400" spc="80" dirty="0">
                <a:solidFill>
                  <a:srgbClr val="1B4F8F"/>
                </a:solidFill>
                <a:latin typeface="Calibri" pitchFamily="34" charset="0"/>
                <a:ea typeface="Calibri" pitchFamily="34" charset="-122"/>
                <a:cs typeface="Calibri" pitchFamily="34" charset="-120"/>
              </a:rPr>
              <a:t># Output: Average Products per Order: 10.51</a:t>
            </a:r>
            <a:endParaRPr lang="en-US" sz="1400" spc="80" dirty="0"/>
          </a:p>
        </p:txBody>
      </p:sp>
    </p:spTree>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62000" y="444500"/>
            <a:ext cx="12700000" cy="444500"/>
          </a:xfrm>
          <a:prstGeom prst="rect">
            <a:avLst/>
          </a:prstGeom>
          <a:noFill/>
          <a:ln/>
        </p:spPr>
        <p:txBody>
          <a:bodyPr wrap="none" lIns="0" tIns="0" rIns="0" bIns="0" rtlCol="0" anchor="ctr"/>
          <a:lstStyle/>
          <a:p>
            <a:pPr algn="l">
              <a:lnSpc>
                <a:spcPct val="130000"/>
              </a:lnSpc>
            </a:pPr>
            <a:r>
              <a:rPr lang="en-US" sz="2400" b="1" dirty="0">
                <a:solidFill>
                  <a:srgbClr val="2D3748"/>
                </a:solidFill>
                <a:latin typeface="Calibri" pitchFamily="34" charset="0"/>
                <a:ea typeface="Calibri" pitchFamily="34" charset="-122"/>
                <a:cs typeface="Calibri" pitchFamily="34" charset="-120"/>
              </a:rPr>
              <a:t>Query 12 — Most Reordered Product by Department</a:t>
            </a:r>
            <a:endParaRPr lang="en-US" sz="2400" dirty="0"/>
          </a:p>
        </p:txBody>
      </p:sp>
      <p:sp>
        <p:nvSpPr>
          <p:cNvPr id="3" name="Shape 1"/>
          <p:cNvSpPr/>
          <p:nvPr/>
        </p:nvSpPr>
        <p:spPr>
          <a:xfrm>
            <a:off x="762000" y="952500"/>
            <a:ext cx="14732000" cy="25400"/>
          </a:xfrm>
          <a:prstGeom prst="rect">
            <a:avLst/>
          </a:prstGeom>
          <a:solidFill>
            <a:srgbClr val="1B4F8F"/>
          </a:solidFill>
          <a:ln/>
        </p:spPr>
        <p:txBody>
          <a:bodyPr/>
          <a:lstStyle/>
          <a:p>
            <a:endParaRPr lang="en-IN"/>
          </a:p>
        </p:txBody>
      </p:sp>
      <p:sp>
        <p:nvSpPr>
          <p:cNvPr id="4" name="Text 2"/>
          <p:cNvSpPr/>
          <p:nvPr/>
        </p:nvSpPr>
        <p:spPr>
          <a:xfrm>
            <a:off x="762000" y="1079500"/>
            <a:ext cx="14732000" cy="279400"/>
          </a:xfrm>
          <a:prstGeom prst="rect">
            <a:avLst/>
          </a:prstGeom>
          <a:noFill/>
          <a:ln/>
        </p:spPr>
        <p:txBody>
          <a:bodyPr wrap="none" lIns="0" tIns="0" rIns="0" bIns="0" rtlCol="0" anchor="ctr"/>
          <a:lstStyle/>
          <a:p>
            <a:pPr algn="l">
              <a:lnSpc>
                <a:spcPct val="120000"/>
              </a:lnSpc>
            </a:pPr>
            <a:r>
              <a:rPr lang="en-US" sz="1300" dirty="0">
                <a:solidFill>
                  <a:srgbClr val="718096"/>
                </a:solidFill>
                <a:latin typeface="Calibri" pitchFamily="34" charset="0"/>
                <a:ea typeface="Calibri" pitchFamily="34" charset="-122"/>
                <a:cs typeface="Calibri" pitchFamily="34" charset="-120"/>
              </a:rPr>
              <a:t>Objective: Identify highest repeat-purchase product per department | Product Performance &amp; Loyalty</a:t>
            </a:r>
            <a:endParaRPr lang="en-US" sz="1300" dirty="0"/>
          </a:p>
        </p:txBody>
      </p:sp>
      <p:graphicFrame>
        <p:nvGraphicFramePr>
          <p:cNvPr id="32" name="Table 0"/>
          <p:cNvGraphicFramePr>
            <a:graphicFrameLocks noGrp="1"/>
          </p:cNvGraphicFramePr>
          <p:nvPr>
            <p:extLst>
              <p:ext uri="{D42A27DB-BD31-4B8C-83A1-F6EECF244321}">
                <p14:modId xmlns:p14="http://schemas.microsoft.com/office/powerpoint/2010/main" val="888970581"/>
              </p:ext>
            </p:extLst>
          </p:nvPr>
        </p:nvGraphicFramePr>
        <p:xfrm>
          <a:off x="8220241" y="2035667"/>
          <a:ext cx="7273760" cy="3929376"/>
        </p:xfrm>
        <a:graphic>
          <a:graphicData uri="http://schemas.openxmlformats.org/drawingml/2006/table">
            <a:tbl>
              <a:tblPr/>
              <a:tblGrid>
                <a:gridCol w="2182127">
                  <a:extLst>
                    <a:ext uri="{9D8B030D-6E8A-4147-A177-3AD203B41FA5}">
                      <a16:colId xmlns:a16="http://schemas.microsoft.com/office/drawing/2014/main" val="20000"/>
                    </a:ext>
                  </a:extLst>
                </a:gridCol>
                <a:gridCol w="3636881">
                  <a:extLst>
                    <a:ext uri="{9D8B030D-6E8A-4147-A177-3AD203B41FA5}">
                      <a16:colId xmlns:a16="http://schemas.microsoft.com/office/drawing/2014/main" val="20001"/>
                    </a:ext>
                  </a:extLst>
                </a:gridCol>
                <a:gridCol w="1454752">
                  <a:extLst>
                    <a:ext uri="{9D8B030D-6E8A-4147-A177-3AD203B41FA5}">
                      <a16:colId xmlns:a16="http://schemas.microsoft.com/office/drawing/2014/main" val="20002"/>
                    </a:ext>
                  </a:extLst>
                </a:gridCol>
              </a:tblGrid>
              <a:tr h="357216">
                <a:tc>
                  <a:txBody>
                    <a:bodyPr/>
                    <a:lstStyle/>
                    <a:p>
                      <a:pPr algn="ctr"/>
                      <a:r>
                        <a:rPr lang="en-US" sz="1400" b="1" dirty="0">
                          <a:solidFill>
                            <a:srgbClr val="FFFFFF"/>
                          </a:solidFill>
                          <a:latin typeface="Calibri" pitchFamily="34" charset="0"/>
                          <a:ea typeface="Calibri" pitchFamily="34" charset="-122"/>
                          <a:cs typeface="Calibri" pitchFamily="34" charset="-120"/>
                        </a:rPr>
                        <a:t>Department</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B4F8F"/>
                    </a:solidFill>
                  </a:tcPr>
                </a:tc>
                <a:tc>
                  <a:txBody>
                    <a:bodyPr/>
                    <a:lstStyle/>
                    <a:p>
                      <a:pPr algn="ctr"/>
                      <a:r>
                        <a:rPr lang="en-US" sz="1400" b="1" dirty="0">
                          <a:solidFill>
                            <a:srgbClr val="FFFFFF"/>
                          </a:solidFill>
                          <a:latin typeface="Calibri" pitchFamily="34" charset="0"/>
                          <a:ea typeface="Calibri" pitchFamily="34" charset="-122"/>
                          <a:cs typeface="Calibri" pitchFamily="34" charset="-120"/>
                        </a:rPr>
                        <a:t>Most Reordered Product</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B4F8F"/>
                    </a:solidFill>
                  </a:tcPr>
                </a:tc>
                <a:tc>
                  <a:txBody>
                    <a:bodyPr/>
                    <a:lstStyle/>
                    <a:p>
                      <a:pPr algn="ctr"/>
                      <a:r>
                        <a:rPr lang="en-US" sz="1400" b="1" dirty="0">
                          <a:solidFill>
                            <a:srgbClr val="FFFFFF"/>
                          </a:solidFill>
                          <a:latin typeface="Calibri" pitchFamily="34" charset="0"/>
                          <a:ea typeface="Calibri" pitchFamily="34" charset="-122"/>
                          <a:cs typeface="Calibri" pitchFamily="34" charset="-120"/>
                        </a:rPr>
                        <a:t>Reorder Count</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B4F8F"/>
                    </a:solidFill>
                  </a:tcPr>
                </a:tc>
                <a:extLst>
                  <a:ext uri="{0D108BD9-81ED-4DB2-BD59-A6C34878D82A}">
                    <a16:rowId xmlns:a16="http://schemas.microsoft.com/office/drawing/2014/main" val="10000"/>
                  </a:ext>
                </a:extLst>
              </a:tr>
              <a:tr h="357216">
                <a:tc>
                  <a:txBody>
                    <a:bodyPr/>
                    <a:lstStyle/>
                    <a:p>
                      <a:pPr algn="ctr"/>
                      <a:r>
                        <a:rPr lang="en-US" sz="1400" dirty="0">
                          <a:solidFill>
                            <a:srgbClr val="2D3748"/>
                          </a:solidFill>
                          <a:latin typeface="Calibri" pitchFamily="34" charset="0"/>
                          <a:ea typeface="Calibri" pitchFamily="34" charset="-122"/>
                          <a:cs typeface="Calibri" pitchFamily="34" charset="-120"/>
                        </a:rPr>
                        <a:t>produce</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b="1" dirty="0">
                          <a:solidFill>
                            <a:srgbClr val="2D3748"/>
                          </a:solidFill>
                          <a:latin typeface="Calibri" pitchFamily="34" charset="0"/>
                          <a:ea typeface="Calibri" pitchFamily="34" charset="-122"/>
                          <a:cs typeface="Calibri" pitchFamily="34" charset="-120"/>
                        </a:rPr>
                        <a:t>Banana</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b="1" dirty="0">
                          <a:solidFill>
                            <a:srgbClr val="2D3748"/>
                          </a:solidFill>
                          <a:latin typeface="Calibri" pitchFamily="34" charset="0"/>
                          <a:ea typeface="Calibri" pitchFamily="34" charset="-122"/>
                          <a:cs typeface="Calibri" pitchFamily="34" charset="-120"/>
                        </a:rPr>
                        <a:t>3,840</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57216">
                <a:tc>
                  <a:txBody>
                    <a:bodyPr/>
                    <a:lstStyle/>
                    <a:p>
                      <a:pPr algn="ctr"/>
                      <a:r>
                        <a:rPr lang="en-US" sz="1400" dirty="0">
                          <a:solidFill>
                            <a:srgbClr val="2D3748"/>
                          </a:solidFill>
                          <a:latin typeface="Calibri" pitchFamily="34" charset="0"/>
                          <a:ea typeface="Calibri" pitchFamily="34" charset="-122"/>
                          <a:cs typeface="Calibri" pitchFamily="34" charset="-120"/>
                        </a:rPr>
                        <a:t>dairy eggs</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Organic Whole Milk</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957</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extLst>
                  <a:ext uri="{0D108BD9-81ED-4DB2-BD59-A6C34878D82A}">
                    <a16:rowId xmlns:a16="http://schemas.microsoft.com/office/drawing/2014/main" val="10002"/>
                  </a:ext>
                </a:extLst>
              </a:tr>
              <a:tr h="357216">
                <a:tc>
                  <a:txBody>
                    <a:bodyPr/>
                    <a:lstStyle/>
                    <a:p>
                      <a:pPr algn="ctr"/>
                      <a:r>
                        <a:rPr lang="en-US" sz="1400" dirty="0">
                          <a:solidFill>
                            <a:srgbClr val="2D3748"/>
                          </a:solidFill>
                          <a:latin typeface="Calibri" pitchFamily="34" charset="0"/>
                          <a:ea typeface="Calibri" pitchFamily="34" charset="-122"/>
                          <a:cs typeface="Calibri" pitchFamily="34" charset="-120"/>
                        </a:rPr>
                        <a:t>beverages</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Sparkling Water Grapefruit</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637</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57216">
                <a:tc>
                  <a:txBody>
                    <a:bodyPr/>
                    <a:lstStyle/>
                    <a:p>
                      <a:pPr algn="ctr"/>
                      <a:r>
                        <a:rPr lang="en-US" sz="1400" dirty="0">
                          <a:solidFill>
                            <a:srgbClr val="2D3748"/>
                          </a:solidFill>
                          <a:latin typeface="Calibri" pitchFamily="34" charset="0"/>
                          <a:ea typeface="Calibri" pitchFamily="34" charset="-122"/>
                          <a:cs typeface="Calibri" pitchFamily="34" charset="-120"/>
                        </a:rPr>
                        <a:t>deli</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Original Hummus</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539</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extLst>
                  <a:ext uri="{0D108BD9-81ED-4DB2-BD59-A6C34878D82A}">
                    <a16:rowId xmlns:a16="http://schemas.microsoft.com/office/drawing/2014/main" val="10004"/>
                  </a:ext>
                </a:extLst>
              </a:tr>
              <a:tr h="357216">
                <a:tc>
                  <a:txBody>
                    <a:bodyPr/>
                    <a:lstStyle/>
                    <a:p>
                      <a:pPr algn="ctr"/>
                      <a:r>
                        <a:rPr lang="en-US" sz="1400" dirty="0">
                          <a:solidFill>
                            <a:srgbClr val="2D3748"/>
                          </a:solidFill>
                          <a:latin typeface="Calibri" pitchFamily="34" charset="0"/>
                          <a:ea typeface="Calibri" pitchFamily="34" charset="-122"/>
                          <a:cs typeface="Calibri" pitchFamily="34" charset="-120"/>
                        </a:rPr>
                        <a:t>bakery</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100% Whole Wheat Bread</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412</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57216">
                <a:tc>
                  <a:txBody>
                    <a:bodyPr/>
                    <a:lstStyle/>
                    <a:p>
                      <a:pPr algn="ctr"/>
                      <a:r>
                        <a:rPr lang="en-US" sz="1400" dirty="0">
                          <a:solidFill>
                            <a:srgbClr val="2D3748"/>
                          </a:solidFill>
                          <a:latin typeface="Calibri" pitchFamily="34" charset="0"/>
                          <a:ea typeface="Calibri" pitchFamily="34" charset="-122"/>
                          <a:cs typeface="Calibri" pitchFamily="34" charset="-120"/>
                        </a:rPr>
                        <a:t>frozen</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Blueberries</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354</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extLst>
                  <a:ext uri="{0D108BD9-81ED-4DB2-BD59-A6C34878D82A}">
                    <a16:rowId xmlns:a16="http://schemas.microsoft.com/office/drawing/2014/main" val="10006"/>
                  </a:ext>
                </a:extLst>
              </a:tr>
              <a:tr h="357216">
                <a:tc>
                  <a:txBody>
                    <a:bodyPr/>
                    <a:lstStyle/>
                    <a:p>
                      <a:pPr algn="ctr"/>
                      <a:r>
                        <a:rPr lang="en-US" sz="1400" dirty="0">
                          <a:solidFill>
                            <a:srgbClr val="2D3748"/>
                          </a:solidFill>
                          <a:latin typeface="Calibri" pitchFamily="34" charset="0"/>
                          <a:ea typeface="Calibri" pitchFamily="34" charset="-122"/>
                          <a:cs typeface="Calibri" pitchFamily="34" charset="-120"/>
                        </a:rPr>
                        <a:t>pantry</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Extra Virgin Olive Oil</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257</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57216">
                <a:tc>
                  <a:txBody>
                    <a:bodyPr/>
                    <a:lstStyle/>
                    <a:p>
                      <a:pPr algn="ctr"/>
                      <a:r>
                        <a:rPr lang="en-US" sz="1400" dirty="0">
                          <a:solidFill>
                            <a:srgbClr val="2D3748"/>
                          </a:solidFill>
                          <a:latin typeface="Calibri" pitchFamily="34" charset="0"/>
                          <a:ea typeface="Calibri" pitchFamily="34" charset="-122"/>
                          <a:cs typeface="Calibri" pitchFamily="34" charset="-120"/>
                        </a:rPr>
                        <a:t>canned goods</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Organic Black Beans</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215</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extLst>
                  <a:ext uri="{0D108BD9-81ED-4DB2-BD59-A6C34878D82A}">
                    <a16:rowId xmlns:a16="http://schemas.microsoft.com/office/drawing/2014/main" val="10008"/>
                  </a:ext>
                </a:extLst>
              </a:tr>
              <a:tr h="357216">
                <a:tc>
                  <a:txBody>
                    <a:bodyPr/>
                    <a:lstStyle/>
                    <a:p>
                      <a:pPr algn="ctr"/>
                      <a:r>
                        <a:rPr lang="en-US" sz="1400" dirty="0">
                          <a:solidFill>
                            <a:srgbClr val="2D3748"/>
                          </a:solidFill>
                          <a:latin typeface="Calibri" pitchFamily="34" charset="0"/>
                          <a:ea typeface="Calibri" pitchFamily="34" charset="-122"/>
                          <a:cs typeface="Calibri" pitchFamily="34" charset="-120"/>
                        </a:rPr>
                        <a:t>meat seafood</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Ground Turkey Breast</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170</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57216">
                <a:tc>
                  <a:txBody>
                    <a:bodyPr/>
                    <a:lstStyle/>
                    <a:p>
                      <a:pPr algn="ctr"/>
                      <a:r>
                        <a:rPr lang="en-US" sz="1400" dirty="0">
                          <a:solidFill>
                            <a:srgbClr val="2D3748"/>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extLst>
                  <a:ext uri="{0D108BD9-81ED-4DB2-BD59-A6C34878D82A}">
                    <a16:rowId xmlns:a16="http://schemas.microsoft.com/office/drawing/2014/main" val="10010"/>
                  </a:ext>
                </a:extLst>
              </a:tr>
            </a:tbl>
          </a:graphicData>
        </a:graphic>
      </p:graphicFrame>
      <p:sp>
        <p:nvSpPr>
          <p:cNvPr id="15" name="Shape 12"/>
          <p:cNvSpPr/>
          <p:nvPr/>
        </p:nvSpPr>
        <p:spPr>
          <a:xfrm>
            <a:off x="762000" y="8763000"/>
            <a:ext cx="14732000" cy="25400"/>
          </a:xfrm>
          <a:prstGeom prst="rect">
            <a:avLst/>
          </a:prstGeom>
          <a:solidFill>
            <a:srgbClr val="1B4F8F"/>
          </a:solidFill>
          <a:ln/>
        </p:spPr>
        <p:txBody>
          <a:bodyPr/>
          <a:lstStyle/>
          <a:p>
            <a:endParaRPr lang="en-IN"/>
          </a:p>
        </p:txBody>
      </p:sp>
      <p:sp>
        <p:nvSpPr>
          <p:cNvPr id="16" name="Text 13"/>
          <p:cNvSpPr/>
          <p:nvPr/>
        </p:nvSpPr>
        <p:spPr>
          <a:xfrm>
            <a:off x="14478000" y="8826500"/>
            <a:ext cx="1016000" cy="254000"/>
          </a:xfrm>
          <a:prstGeom prst="rect">
            <a:avLst/>
          </a:prstGeom>
          <a:noFill/>
          <a:ln/>
        </p:spPr>
        <p:txBody>
          <a:bodyPr wrap="none" lIns="0" tIns="0" rIns="0" bIns="0" rtlCol="0" anchor="ctr"/>
          <a:lstStyle/>
          <a:p>
            <a:pPr algn="r">
              <a:lnSpc>
                <a:spcPct val="120000"/>
              </a:lnSpc>
            </a:pPr>
            <a:r>
              <a:rPr lang="en-US" sz="1200" dirty="0">
                <a:solidFill>
                  <a:srgbClr val="718096"/>
                </a:solidFill>
                <a:latin typeface="Calibri" pitchFamily="34" charset="0"/>
                <a:ea typeface="Calibri" pitchFamily="34" charset="-122"/>
                <a:cs typeface="Calibri" pitchFamily="34" charset="-120"/>
              </a:rPr>
              <a:t>31 / 55</a:t>
            </a:r>
            <a:endParaRPr lang="en-US" sz="1200" dirty="0"/>
          </a:p>
        </p:txBody>
      </p:sp>
      <p:sp>
        <p:nvSpPr>
          <p:cNvPr id="17" name="Text 9">
            <a:extLst>
              <a:ext uri="{FF2B5EF4-FFF2-40B4-BE49-F238E27FC236}">
                <a16:creationId xmlns:a16="http://schemas.microsoft.com/office/drawing/2014/main" id="{ECD9C6AB-449B-6F88-7AC7-E427DECF9250}"/>
              </a:ext>
            </a:extLst>
          </p:cNvPr>
          <p:cNvSpPr/>
          <p:nvPr/>
        </p:nvSpPr>
        <p:spPr>
          <a:xfrm>
            <a:off x="812800" y="5293893"/>
            <a:ext cx="6502401" cy="1610559"/>
          </a:xfrm>
          <a:prstGeom prst="rect">
            <a:avLst/>
          </a:prstGeom>
          <a:noFill/>
          <a:ln/>
        </p:spPr>
        <p:txBody>
          <a:bodyPr wrap="square" lIns="0" tIns="0" rIns="0" bIns="0" rtlCol="0" anchor="t"/>
          <a:lstStyle/>
          <a:p>
            <a:pPr algn="just">
              <a:lnSpc>
                <a:spcPct val="145000"/>
              </a:lnSpc>
            </a:pPr>
            <a:r>
              <a:rPr lang="en-US" sz="1500" b="1" dirty="0">
                <a:solidFill>
                  <a:srgbClr val="1B4F8F"/>
                </a:solidFill>
                <a:latin typeface="Calibri" pitchFamily="34" charset="0"/>
                <a:ea typeface="Calibri" pitchFamily="34" charset="-122"/>
                <a:cs typeface="Calibri" pitchFamily="34" charset="-120"/>
              </a:rPr>
              <a:t>Interpretation </a:t>
            </a:r>
          </a:p>
          <a:p>
            <a:pPr algn="just">
              <a:lnSpc>
                <a:spcPct val="155000"/>
              </a:lnSpc>
            </a:pPr>
            <a:r>
              <a:rPr lang="en-US" sz="1500" dirty="0">
                <a:solidFill>
                  <a:srgbClr val="2D3748"/>
                </a:solidFill>
                <a:latin typeface="Calibri" pitchFamily="34" charset="0"/>
                <a:ea typeface="Calibri" pitchFamily="34" charset="-122"/>
                <a:cs typeface="Calibri" pitchFamily="34" charset="-120"/>
              </a:rPr>
              <a:t>Banana dominates with 3,840 reorders in Produce. Organic Whole Milk (957) and Sparkling Water (637) show strong loyalty. Each department has a distinct flagship product. Pets, Alcohol, and Babies have lower reorder counts.</a:t>
            </a:r>
            <a:endParaRPr lang="en-US" sz="1500" dirty="0"/>
          </a:p>
        </p:txBody>
      </p:sp>
      <p:sp>
        <p:nvSpPr>
          <p:cNvPr id="19" name="Shape 10">
            <a:extLst>
              <a:ext uri="{FF2B5EF4-FFF2-40B4-BE49-F238E27FC236}">
                <a16:creationId xmlns:a16="http://schemas.microsoft.com/office/drawing/2014/main" id="{DC1887A3-EF6C-4714-D1F6-595443297CBE}"/>
              </a:ext>
            </a:extLst>
          </p:cNvPr>
          <p:cNvSpPr/>
          <p:nvPr/>
        </p:nvSpPr>
        <p:spPr>
          <a:xfrm>
            <a:off x="842879" y="7277100"/>
            <a:ext cx="14651122" cy="1016000"/>
          </a:xfrm>
          <a:prstGeom prst="rect">
            <a:avLst/>
          </a:prstGeom>
          <a:solidFill>
            <a:srgbClr val="EDF2F7"/>
          </a:solidFill>
          <a:ln/>
        </p:spPr>
        <p:txBody>
          <a:bodyPr/>
          <a:lstStyle/>
          <a:p>
            <a:endParaRPr lang="en-IN"/>
          </a:p>
        </p:txBody>
      </p:sp>
      <p:sp>
        <p:nvSpPr>
          <p:cNvPr id="21" name="Shape 11">
            <a:extLst>
              <a:ext uri="{FF2B5EF4-FFF2-40B4-BE49-F238E27FC236}">
                <a16:creationId xmlns:a16="http://schemas.microsoft.com/office/drawing/2014/main" id="{D39EE8CA-5B7D-135F-6910-6DE01ABB9288}"/>
              </a:ext>
            </a:extLst>
          </p:cNvPr>
          <p:cNvSpPr/>
          <p:nvPr/>
        </p:nvSpPr>
        <p:spPr>
          <a:xfrm>
            <a:off x="842879" y="7277100"/>
            <a:ext cx="50800" cy="1016000"/>
          </a:xfrm>
          <a:prstGeom prst="rect">
            <a:avLst/>
          </a:prstGeom>
          <a:solidFill>
            <a:srgbClr val="1B4F8F"/>
          </a:solidFill>
          <a:ln/>
        </p:spPr>
        <p:txBody>
          <a:bodyPr/>
          <a:lstStyle/>
          <a:p>
            <a:endParaRPr lang="en-IN"/>
          </a:p>
        </p:txBody>
      </p:sp>
      <p:sp>
        <p:nvSpPr>
          <p:cNvPr id="23" name="Text 12">
            <a:extLst>
              <a:ext uri="{FF2B5EF4-FFF2-40B4-BE49-F238E27FC236}">
                <a16:creationId xmlns:a16="http://schemas.microsoft.com/office/drawing/2014/main" id="{5BD64E2E-B8CD-B353-C459-DA3D6E55ABD7}"/>
              </a:ext>
            </a:extLst>
          </p:cNvPr>
          <p:cNvSpPr/>
          <p:nvPr/>
        </p:nvSpPr>
        <p:spPr>
          <a:xfrm>
            <a:off x="1041400" y="7378700"/>
            <a:ext cx="14287500" cy="825500"/>
          </a:xfrm>
          <a:prstGeom prst="rect">
            <a:avLst/>
          </a:prstGeom>
          <a:noFill/>
          <a:ln/>
        </p:spPr>
        <p:txBody>
          <a:bodyPr wrap="square" lIns="0" tIns="0" rIns="0" bIns="0" rtlCol="0" anchor="ctr"/>
          <a:lstStyle/>
          <a:p>
            <a:pPr>
              <a:lnSpc>
                <a:spcPct val="150000"/>
              </a:lnSpc>
            </a:pPr>
            <a:r>
              <a:rPr lang="en-US" sz="1500" b="1" dirty="0">
                <a:solidFill>
                  <a:srgbClr val="2D3748"/>
                </a:solidFill>
                <a:latin typeface="Calibri" pitchFamily="34" charset="0"/>
                <a:ea typeface="Calibri" pitchFamily="34" charset="-122"/>
                <a:cs typeface="Calibri" pitchFamily="34" charset="-120"/>
              </a:rPr>
              <a:t>Business Insight:</a:t>
            </a:r>
            <a:r>
              <a:rPr lang="en-US" sz="1500" dirty="0">
                <a:solidFill>
                  <a:srgbClr val="2D3748"/>
                </a:solidFill>
                <a:latin typeface="Calibri" pitchFamily="34" charset="0"/>
                <a:ea typeface="Calibri" pitchFamily="34" charset="-122"/>
                <a:cs typeface="Calibri" pitchFamily="34" charset="-120"/>
              </a:rPr>
              <a:t> Flagship products of each department should be priority items for inventory management, promotional campaigns, and shelf placement. These products consistently drive repeat purchases and customer retention across all categories.</a:t>
            </a:r>
            <a:endParaRPr lang="en-US" sz="1500" dirty="0"/>
          </a:p>
        </p:txBody>
      </p:sp>
      <p:sp>
        <p:nvSpPr>
          <p:cNvPr id="25" name="Shape 3">
            <a:extLst>
              <a:ext uri="{FF2B5EF4-FFF2-40B4-BE49-F238E27FC236}">
                <a16:creationId xmlns:a16="http://schemas.microsoft.com/office/drawing/2014/main" id="{5CEAD5B5-9FEB-61E1-70C5-3F4924CE6766}"/>
              </a:ext>
            </a:extLst>
          </p:cNvPr>
          <p:cNvSpPr/>
          <p:nvPr/>
        </p:nvSpPr>
        <p:spPr>
          <a:xfrm>
            <a:off x="756653" y="2035668"/>
            <a:ext cx="6553201" cy="3216780"/>
          </a:xfrm>
          <a:prstGeom prst="rect">
            <a:avLst/>
          </a:prstGeom>
          <a:solidFill>
            <a:srgbClr val="EDF2F7"/>
          </a:solidFill>
          <a:ln/>
        </p:spPr>
        <p:txBody>
          <a:bodyPr/>
          <a:lstStyle/>
          <a:p>
            <a:endParaRPr lang="en-IN" dirty="0"/>
          </a:p>
        </p:txBody>
      </p:sp>
      <p:sp>
        <p:nvSpPr>
          <p:cNvPr id="27" name="TextBox 26">
            <a:extLst>
              <a:ext uri="{FF2B5EF4-FFF2-40B4-BE49-F238E27FC236}">
                <a16:creationId xmlns:a16="http://schemas.microsoft.com/office/drawing/2014/main" id="{016562F7-EBBE-6842-6908-1B3110FC4FE6}"/>
              </a:ext>
            </a:extLst>
          </p:cNvPr>
          <p:cNvSpPr txBox="1"/>
          <p:nvPr/>
        </p:nvSpPr>
        <p:spPr>
          <a:xfrm>
            <a:off x="812800" y="2086811"/>
            <a:ext cx="1851526" cy="307777"/>
          </a:xfrm>
          <a:prstGeom prst="rect">
            <a:avLst/>
          </a:prstGeom>
          <a:noFill/>
        </p:spPr>
        <p:txBody>
          <a:bodyPr wrap="square">
            <a:spAutoFit/>
          </a:bodyPr>
          <a:lstStyle/>
          <a:p>
            <a:r>
              <a:rPr lang="en-US" sz="1400" b="1" dirty="0">
                <a:solidFill>
                  <a:srgbClr val="718096"/>
                </a:solidFill>
                <a:latin typeface="Calibri" pitchFamily="34" charset="0"/>
                <a:ea typeface="Calibri" pitchFamily="34" charset="-122"/>
                <a:cs typeface="Calibri" pitchFamily="34" charset="-120"/>
              </a:rPr>
              <a:t>PYTHON CODE</a:t>
            </a:r>
            <a:endParaRPr lang="en-IN" sz="1400" dirty="0"/>
          </a:p>
        </p:txBody>
      </p:sp>
      <p:sp>
        <p:nvSpPr>
          <p:cNvPr id="29" name="Text 5">
            <a:extLst>
              <a:ext uri="{FF2B5EF4-FFF2-40B4-BE49-F238E27FC236}">
                <a16:creationId xmlns:a16="http://schemas.microsoft.com/office/drawing/2014/main" id="{2428EFC0-7AEC-FF1B-39F0-090CC57EEC09}"/>
              </a:ext>
            </a:extLst>
          </p:cNvPr>
          <p:cNvSpPr/>
          <p:nvPr/>
        </p:nvSpPr>
        <p:spPr>
          <a:xfrm>
            <a:off x="909053" y="2390270"/>
            <a:ext cx="6184233" cy="2032335"/>
          </a:xfrm>
          <a:prstGeom prst="rect">
            <a:avLst/>
          </a:prstGeom>
          <a:noFill/>
          <a:ln/>
        </p:spPr>
        <p:txBody>
          <a:bodyPr wrap="square" lIns="0" tIns="0" rIns="0" bIns="0" rtlCol="0" anchor="t"/>
          <a:lstStyle/>
          <a:p>
            <a:pPr>
              <a:lnSpc>
                <a:spcPct val="130000"/>
              </a:lnSpc>
            </a:pPr>
            <a:r>
              <a:rPr lang="en-US" sz="1400" spc="80" dirty="0">
                <a:solidFill>
                  <a:srgbClr val="2D3748"/>
                </a:solidFill>
                <a:latin typeface="Calibri" pitchFamily="34" charset="0"/>
                <a:ea typeface="Calibri" pitchFamily="34" charset="-122"/>
                <a:cs typeface="Calibri" pitchFamily="34" charset="-120"/>
              </a:rPr>
              <a:t>q12 = (</a:t>
            </a:r>
            <a:r>
              <a:rPr lang="en-US" sz="1400" spc="80" dirty="0" err="1">
                <a:solidFill>
                  <a:srgbClr val="2D3748"/>
                </a:solidFill>
                <a:latin typeface="Calibri" pitchFamily="34" charset="0"/>
                <a:ea typeface="Calibri" pitchFamily="34" charset="-122"/>
                <a:cs typeface="Calibri" pitchFamily="34" charset="-120"/>
              </a:rPr>
              <a:t>master_df.groupby</a:t>
            </a:r>
            <a:r>
              <a:rPr lang="en-US" sz="1400" spc="80" dirty="0">
                <a:solidFill>
                  <a:srgbClr val="2D3748"/>
                </a:solidFill>
                <a:latin typeface="Calibri" pitchFamily="34" charset="0"/>
                <a:ea typeface="Calibri" pitchFamily="34" charset="-122"/>
                <a:cs typeface="Calibri" pitchFamily="34" charset="-120"/>
              </a:rPr>
              <a:t>(["department",</a:t>
            </a:r>
            <a:endParaRPr lang="en-US" sz="1400" spc="80" dirty="0"/>
          </a:p>
          <a:p>
            <a:pPr>
              <a:lnSpc>
                <a:spcPct val="130000"/>
              </a:lnSpc>
            </a:pPr>
            <a:r>
              <a:rPr lang="en-US" sz="1400" spc="80" dirty="0">
                <a:solidFill>
                  <a:srgbClr val="2D3748"/>
                </a:solidFill>
                <a:latin typeface="Calibri" pitchFamily="34" charset="0"/>
                <a:ea typeface="Calibri" pitchFamily="34" charset="-122"/>
                <a:cs typeface="Calibri" pitchFamily="34" charset="-120"/>
              </a:rPr>
              <a:t>  "</a:t>
            </a:r>
            <a:r>
              <a:rPr lang="en-US" sz="1400" spc="80" dirty="0" err="1">
                <a:solidFill>
                  <a:srgbClr val="2D3748"/>
                </a:solidFill>
                <a:latin typeface="Calibri" pitchFamily="34" charset="0"/>
                <a:ea typeface="Calibri" pitchFamily="34" charset="-122"/>
                <a:cs typeface="Calibri" pitchFamily="34" charset="-120"/>
              </a:rPr>
              <a:t>product_name</a:t>
            </a:r>
            <a:r>
              <a:rPr lang="en-US" sz="1400" spc="80" dirty="0">
                <a:solidFill>
                  <a:srgbClr val="2D3748"/>
                </a:solidFill>
                <a:latin typeface="Calibri" pitchFamily="34" charset="0"/>
                <a:ea typeface="Calibri" pitchFamily="34" charset="-122"/>
                <a:cs typeface="Calibri" pitchFamily="34" charset="-120"/>
              </a:rPr>
              <a:t>"], </a:t>
            </a:r>
            <a:r>
              <a:rPr lang="en-US" sz="1400" spc="80" dirty="0" err="1">
                <a:solidFill>
                  <a:srgbClr val="2D3748"/>
                </a:solidFill>
                <a:latin typeface="Calibri" pitchFamily="34" charset="0"/>
                <a:ea typeface="Calibri" pitchFamily="34" charset="-122"/>
                <a:cs typeface="Calibri" pitchFamily="34" charset="-120"/>
              </a:rPr>
              <a:t>as_index</a:t>
            </a:r>
            <a:r>
              <a:rPr lang="en-US" sz="1400" spc="80" dirty="0">
                <a:solidFill>
                  <a:srgbClr val="2D3748"/>
                </a:solidFill>
                <a:latin typeface="Calibri" pitchFamily="34" charset="0"/>
                <a:ea typeface="Calibri" pitchFamily="34" charset="-122"/>
                <a:cs typeface="Calibri" pitchFamily="34" charset="-120"/>
              </a:rPr>
              <a:t>=False)</a:t>
            </a:r>
            <a:endParaRPr lang="en-US" sz="1400" spc="80" dirty="0"/>
          </a:p>
          <a:p>
            <a:pPr>
              <a:lnSpc>
                <a:spcPct val="130000"/>
              </a:lnSpc>
            </a:pPr>
            <a:r>
              <a:rPr lang="en-US" sz="1400" spc="80" dirty="0">
                <a:solidFill>
                  <a:srgbClr val="2D3748"/>
                </a:solidFill>
                <a:latin typeface="Calibri" pitchFamily="34" charset="0"/>
                <a:ea typeface="Calibri" pitchFamily="34" charset="-122"/>
                <a:cs typeface="Calibri" pitchFamily="34" charset="-120"/>
              </a:rPr>
              <a:t>  .</a:t>
            </a:r>
            <a:r>
              <a:rPr lang="en-US" sz="1400" spc="80" dirty="0" err="1">
                <a:solidFill>
                  <a:srgbClr val="2D3748"/>
                </a:solidFill>
                <a:latin typeface="Calibri" pitchFamily="34" charset="0"/>
                <a:ea typeface="Calibri" pitchFamily="34" charset="-122"/>
                <a:cs typeface="Calibri" pitchFamily="34" charset="-120"/>
              </a:rPr>
              <a:t>agg</a:t>
            </a:r>
            <a:r>
              <a:rPr lang="en-US" sz="1400" spc="80" dirty="0">
                <a:solidFill>
                  <a:srgbClr val="2D3748"/>
                </a:solidFill>
                <a:latin typeface="Calibri" pitchFamily="34" charset="0"/>
                <a:ea typeface="Calibri" pitchFamily="34" charset="-122"/>
                <a:cs typeface="Calibri" pitchFamily="34" charset="-120"/>
              </a:rPr>
              <a:t>(</a:t>
            </a:r>
            <a:r>
              <a:rPr lang="en-US" sz="1400" spc="80" dirty="0" err="1">
                <a:solidFill>
                  <a:srgbClr val="2D3748"/>
                </a:solidFill>
                <a:latin typeface="Calibri" pitchFamily="34" charset="0"/>
                <a:ea typeface="Calibri" pitchFamily="34" charset="-122"/>
                <a:cs typeface="Calibri" pitchFamily="34" charset="-120"/>
              </a:rPr>
              <a:t>reorder_count</a:t>
            </a:r>
            <a:r>
              <a:rPr lang="en-US" sz="1400" spc="80" dirty="0">
                <a:solidFill>
                  <a:srgbClr val="2D3748"/>
                </a:solidFill>
                <a:latin typeface="Calibri" pitchFamily="34" charset="0"/>
                <a:ea typeface="Calibri" pitchFamily="34" charset="-122"/>
                <a:cs typeface="Calibri" pitchFamily="34" charset="-120"/>
              </a:rPr>
              <a:t>=("</a:t>
            </a:r>
            <a:r>
              <a:rPr lang="en-US" sz="1400" spc="80" dirty="0" err="1">
                <a:solidFill>
                  <a:srgbClr val="2D3748"/>
                </a:solidFill>
                <a:latin typeface="Calibri" pitchFamily="34" charset="0"/>
                <a:ea typeface="Calibri" pitchFamily="34" charset="-122"/>
                <a:cs typeface="Calibri" pitchFamily="34" charset="-120"/>
              </a:rPr>
              <a:t>reordered","sum</a:t>
            </a:r>
            <a:r>
              <a:rPr lang="en-US" sz="1400" spc="80" dirty="0">
                <a:solidFill>
                  <a:srgbClr val="2D3748"/>
                </a:solidFill>
                <a:latin typeface="Calibri" pitchFamily="34" charset="0"/>
                <a:ea typeface="Calibri" pitchFamily="34" charset="-122"/>
                <a:cs typeface="Calibri" pitchFamily="34" charset="-120"/>
              </a:rPr>
              <a:t>")))</a:t>
            </a:r>
            <a:endParaRPr lang="en-US" sz="1400" spc="80" dirty="0"/>
          </a:p>
          <a:p>
            <a:pPr>
              <a:lnSpc>
                <a:spcPct val="130000"/>
              </a:lnSpc>
            </a:pPr>
            <a:r>
              <a:rPr lang="en-US" sz="1400" spc="80" dirty="0">
                <a:solidFill>
                  <a:srgbClr val="2D3748"/>
                </a:solidFill>
                <a:latin typeface="Calibri" pitchFamily="34" charset="0"/>
                <a:ea typeface="Calibri" pitchFamily="34" charset="-122"/>
                <a:cs typeface="Calibri" pitchFamily="34" charset="-120"/>
              </a:rPr>
              <a:t>q12 = q12.sort_values(["department",</a:t>
            </a:r>
            <a:endParaRPr lang="en-US" sz="1400" spc="80" dirty="0"/>
          </a:p>
          <a:p>
            <a:pPr>
              <a:lnSpc>
                <a:spcPct val="130000"/>
              </a:lnSpc>
            </a:pPr>
            <a:r>
              <a:rPr lang="en-US" sz="1400" spc="80" dirty="0">
                <a:solidFill>
                  <a:srgbClr val="2D3748"/>
                </a:solidFill>
                <a:latin typeface="Calibri" pitchFamily="34" charset="0"/>
                <a:ea typeface="Calibri" pitchFamily="34" charset="-122"/>
                <a:cs typeface="Calibri" pitchFamily="34" charset="-120"/>
              </a:rPr>
              <a:t>  "</a:t>
            </a:r>
            <a:r>
              <a:rPr lang="en-US" sz="1400" spc="80" dirty="0" err="1">
                <a:solidFill>
                  <a:srgbClr val="2D3748"/>
                </a:solidFill>
                <a:latin typeface="Calibri" pitchFamily="34" charset="0"/>
                <a:ea typeface="Calibri" pitchFamily="34" charset="-122"/>
                <a:cs typeface="Calibri" pitchFamily="34" charset="-120"/>
              </a:rPr>
              <a:t>reorder_count</a:t>
            </a:r>
            <a:r>
              <a:rPr lang="en-US" sz="1400" spc="80" dirty="0">
                <a:solidFill>
                  <a:srgbClr val="2D3748"/>
                </a:solidFill>
                <a:latin typeface="Calibri" pitchFamily="34" charset="0"/>
                <a:ea typeface="Calibri" pitchFamily="34" charset="-122"/>
                <a:cs typeface="Calibri" pitchFamily="34" charset="-120"/>
              </a:rPr>
              <a:t>"], ascending=[</a:t>
            </a:r>
            <a:r>
              <a:rPr lang="en-US" sz="1400" spc="80" dirty="0" err="1">
                <a:solidFill>
                  <a:srgbClr val="2D3748"/>
                </a:solidFill>
                <a:latin typeface="Calibri" pitchFamily="34" charset="0"/>
                <a:ea typeface="Calibri" pitchFamily="34" charset="-122"/>
                <a:cs typeface="Calibri" pitchFamily="34" charset="-120"/>
              </a:rPr>
              <a:t>True,False</a:t>
            </a:r>
            <a:r>
              <a:rPr lang="en-US" sz="1400" spc="80" dirty="0">
                <a:solidFill>
                  <a:srgbClr val="2D3748"/>
                </a:solidFill>
                <a:latin typeface="Calibri" pitchFamily="34" charset="0"/>
                <a:ea typeface="Calibri" pitchFamily="34" charset="-122"/>
                <a:cs typeface="Calibri" pitchFamily="34" charset="-120"/>
              </a:rPr>
              <a:t>])</a:t>
            </a:r>
            <a:endParaRPr lang="en-US" sz="1400" spc="80" dirty="0"/>
          </a:p>
          <a:p>
            <a:pPr>
              <a:lnSpc>
                <a:spcPct val="130000"/>
              </a:lnSpc>
            </a:pPr>
            <a:r>
              <a:rPr lang="en-US" sz="1400" spc="80" dirty="0">
                <a:solidFill>
                  <a:srgbClr val="2D3748"/>
                </a:solidFill>
                <a:latin typeface="Calibri" pitchFamily="34" charset="0"/>
                <a:ea typeface="Calibri" pitchFamily="34" charset="-122"/>
                <a:cs typeface="Calibri" pitchFamily="34" charset="-120"/>
              </a:rPr>
              <a:t>  .</a:t>
            </a:r>
            <a:r>
              <a:rPr lang="en-US" sz="1400" spc="80" dirty="0" err="1">
                <a:solidFill>
                  <a:srgbClr val="2D3748"/>
                </a:solidFill>
                <a:latin typeface="Calibri" pitchFamily="34" charset="0"/>
                <a:ea typeface="Calibri" pitchFamily="34" charset="-122"/>
                <a:cs typeface="Calibri" pitchFamily="34" charset="-120"/>
              </a:rPr>
              <a:t>drop_duplicates</a:t>
            </a:r>
            <a:r>
              <a:rPr lang="en-US" sz="1400" spc="80" dirty="0">
                <a:solidFill>
                  <a:srgbClr val="2D3748"/>
                </a:solidFill>
                <a:latin typeface="Calibri" pitchFamily="34" charset="0"/>
                <a:ea typeface="Calibri" pitchFamily="34" charset="-122"/>
                <a:cs typeface="Calibri" pitchFamily="34" charset="-120"/>
              </a:rPr>
              <a:t>("department")</a:t>
            </a:r>
            <a:endParaRPr lang="en-US" sz="1400" spc="80" dirty="0"/>
          </a:p>
        </p:txBody>
      </p:sp>
      <p:sp>
        <p:nvSpPr>
          <p:cNvPr id="31" name="Shape 7">
            <a:extLst>
              <a:ext uri="{FF2B5EF4-FFF2-40B4-BE49-F238E27FC236}">
                <a16:creationId xmlns:a16="http://schemas.microsoft.com/office/drawing/2014/main" id="{139CB6BB-37F1-A538-FA15-29A49D721E34}"/>
              </a:ext>
            </a:extLst>
          </p:cNvPr>
          <p:cNvSpPr/>
          <p:nvPr/>
        </p:nvSpPr>
        <p:spPr>
          <a:xfrm>
            <a:off x="756652" y="4524205"/>
            <a:ext cx="6553201" cy="726094"/>
          </a:xfrm>
          <a:prstGeom prst="rect">
            <a:avLst/>
          </a:prstGeom>
          <a:solidFill>
            <a:srgbClr val="E8F5E9"/>
          </a:solidFill>
          <a:ln/>
        </p:spPr>
        <p:txBody>
          <a:bodyPr/>
          <a:lstStyle/>
          <a:p>
            <a:endParaRPr lang="en-IN"/>
          </a:p>
        </p:txBody>
      </p:sp>
      <p:sp>
        <p:nvSpPr>
          <p:cNvPr id="34" name="Text 8">
            <a:extLst>
              <a:ext uri="{FF2B5EF4-FFF2-40B4-BE49-F238E27FC236}">
                <a16:creationId xmlns:a16="http://schemas.microsoft.com/office/drawing/2014/main" id="{ED4A3B59-3EF6-5C9D-B411-BEBBB9FA7467}"/>
              </a:ext>
            </a:extLst>
          </p:cNvPr>
          <p:cNvSpPr/>
          <p:nvPr/>
        </p:nvSpPr>
        <p:spPr>
          <a:xfrm>
            <a:off x="909053" y="4524205"/>
            <a:ext cx="6184233" cy="726094"/>
          </a:xfrm>
          <a:prstGeom prst="rect">
            <a:avLst/>
          </a:prstGeom>
          <a:noFill/>
          <a:ln/>
        </p:spPr>
        <p:txBody>
          <a:bodyPr wrap="square" lIns="0" tIns="0" rIns="0" bIns="0" rtlCol="0" anchor="ctr"/>
          <a:lstStyle/>
          <a:p>
            <a:pPr>
              <a:lnSpc>
                <a:spcPct val="140000"/>
              </a:lnSpc>
            </a:pPr>
            <a:r>
              <a:rPr lang="en-US" sz="1400" b="1" dirty="0">
                <a:solidFill>
                  <a:srgbClr val="2D3748"/>
                </a:solidFill>
                <a:latin typeface="Calibri" pitchFamily="34" charset="0"/>
                <a:ea typeface="Calibri" pitchFamily="34" charset="-122"/>
                <a:cs typeface="Calibri" pitchFamily="34" charset="-120"/>
              </a:rPr>
              <a:t>Every department has a "hero product" driving loyalty</a:t>
            </a:r>
            <a:endParaRPr lang="en-US" sz="1400" dirty="0"/>
          </a:p>
        </p:txBody>
      </p:sp>
    </p:spTree>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41" name="Shape 3">
            <a:extLst>
              <a:ext uri="{FF2B5EF4-FFF2-40B4-BE49-F238E27FC236}">
                <a16:creationId xmlns:a16="http://schemas.microsoft.com/office/drawing/2014/main" id="{61A3836C-D8DC-F69F-2042-086109D7651C}"/>
              </a:ext>
            </a:extLst>
          </p:cNvPr>
          <p:cNvSpPr/>
          <p:nvPr/>
        </p:nvSpPr>
        <p:spPr>
          <a:xfrm>
            <a:off x="8940798" y="2038348"/>
            <a:ext cx="6553201" cy="1942258"/>
          </a:xfrm>
          <a:prstGeom prst="rect">
            <a:avLst/>
          </a:prstGeom>
          <a:solidFill>
            <a:srgbClr val="EDF2F7"/>
          </a:solidFill>
          <a:ln/>
        </p:spPr>
        <p:txBody>
          <a:bodyPr/>
          <a:lstStyle/>
          <a:p>
            <a:endParaRPr lang="en-IN"/>
          </a:p>
        </p:txBody>
      </p:sp>
      <p:sp>
        <p:nvSpPr>
          <p:cNvPr id="2" name="Text 0"/>
          <p:cNvSpPr/>
          <p:nvPr/>
        </p:nvSpPr>
        <p:spPr>
          <a:xfrm>
            <a:off x="762000" y="444500"/>
            <a:ext cx="12700000" cy="444500"/>
          </a:xfrm>
          <a:prstGeom prst="rect">
            <a:avLst/>
          </a:prstGeom>
          <a:noFill/>
          <a:ln/>
        </p:spPr>
        <p:txBody>
          <a:bodyPr wrap="none" lIns="0" tIns="0" rIns="0" bIns="0" rtlCol="0" anchor="ctr"/>
          <a:lstStyle/>
          <a:p>
            <a:pPr algn="l">
              <a:lnSpc>
                <a:spcPct val="130000"/>
              </a:lnSpc>
            </a:pPr>
            <a:r>
              <a:rPr lang="en-US" sz="2400" b="1" dirty="0">
                <a:solidFill>
                  <a:srgbClr val="2D3748"/>
                </a:solidFill>
                <a:latin typeface="Calibri" pitchFamily="34" charset="0"/>
                <a:ea typeface="Calibri" pitchFamily="34" charset="-122"/>
                <a:cs typeface="Calibri" pitchFamily="34" charset="-120"/>
              </a:rPr>
              <a:t>Query 13 — Products Reordered More Than Once</a:t>
            </a:r>
            <a:endParaRPr lang="en-US" sz="2400" dirty="0"/>
          </a:p>
        </p:txBody>
      </p:sp>
      <p:sp>
        <p:nvSpPr>
          <p:cNvPr id="3" name="Shape 1"/>
          <p:cNvSpPr/>
          <p:nvPr/>
        </p:nvSpPr>
        <p:spPr>
          <a:xfrm>
            <a:off x="762000" y="952500"/>
            <a:ext cx="14732000" cy="25400"/>
          </a:xfrm>
          <a:prstGeom prst="rect">
            <a:avLst/>
          </a:prstGeom>
          <a:solidFill>
            <a:srgbClr val="1B4F8F"/>
          </a:solidFill>
          <a:ln/>
        </p:spPr>
        <p:txBody>
          <a:bodyPr/>
          <a:lstStyle/>
          <a:p>
            <a:endParaRPr lang="en-IN"/>
          </a:p>
        </p:txBody>
      </p:sp>
      <p:sp>
        <p:nvSpPr>
          <p:cNvPr id="4" name="Text 2"/>
          <p:cNvSpPr/>
          <p:nvPr/>
        </p:nvSpPr>
        <p:spPr>
          <a:xfrm>
            <a:off x="762000" y="1079500"/>
            <a:ext cx="14732000" cy="279400"/>
          </a:xfrm>
          <a:prstGeom prst="rect">
            <a:avLst/>
          </a:prstGeom>
          <a:noFill/>
          <a:ln/>
        </p:spPr>
        <p:txBody>
          <a:bodyPr wrap="none" lIns="0" tIns="0" rIns="0" bIns="0" rtlCol="0" anchor="ctr"/>
          <a:lstStyle/>
          <a:p>
            <a:pPr algn="l">
              <a:lnSpc>
                <a:spcPct val="120000"/>
              </a:lnSpc>
            </a:pPr>
            <a:r>
              <a:rPr lang="en-US" sz="1300" dirty="0">
                <a:solidFill>
                  <a:srgbClr val="718096"/>
                </a:solidFill>
                <a:latin typeface="Calibri" pitchFamily="34" charset="0"/>
                <a:ea typeface="Calibri" pitchFamily="34" charset="-122"/>
                <a:cs typeface="Calibri" pitchFamily="34" charset="-120"/>
              </a:rPr>
              <a:t>Objective: Measure repeat purchase product count | Product Performance &amp; Loyalty Objective</a:t>
            </a:r>
            <a:endParaRPr lang="en-US" sz="1300" dirty="0"/>
          </a:p>
        </p:txBody>
      </p:sp>
      <p:sp>
        <p:nvSpPr>
          <p:cNvPr id="8" name="Text 6"/>
          <p:cNvSpPr/>
          <p:nvPr/>
        </p:nvSpPr>
        <p:spPr>
          <a:xfrm>
            <a:off x="8940798" y="4166930"/>
            <a:ext cx="6553201" cy="3173670"/>
          </a:xfrm>
          <a:prstGeom prst="rect">
            <a:avLst/>
          </a:prstGeom>
          <a:noFill/>
          <a:ln/>
        </p:spPr>
        <p:txBody>
          <a:bodyPr wrap="square" lIns="0" tIns="0" rIns="0" bIns="0" rtlCol="0" anchor="t"/>
          <a:lstStyle/>
          <a:p>
            <a:pPr algn="just">
              <a:lnSpc>
                <a:spcPct val="155000"/>
              </a:lnSpc>
            </a:pPr>
            <a:r>
              <a:rPr lang="en-US" sz="1500" dirty="0">
                <a:solidFill>
                  <a:srgbClr val="2D3748"/>
                </a:solidFill>
                <a:latin typeface="Calibri" pitchFamily="34" charset="0"/>
                <a:ea typeface="Calibri" pitchFamily="34" charset="-122"/>
                <a:cs typeface="Calibri" pitchFamily="34" charset="-120"/>
              </a:rPr>
              <a:t>Out of </a:t>
            </a:r>
            <a:r>
              <a:rPr lang="en-US" sz="1500" b="1" dirty="0">
                <a:solidFill>
                  <a:srgbClr val="2D3748"/>
                </a:solidFill>
                <a:latin typeface="Calibri" pitchFamily="34" charset="0"/>
                <a:ea typeface="Calibri" pitchFamily="34" charset="-122"/>
                <a:cs typeface="Calibri" pitchFamily="34" charset="-120"/>
              </a:rPr>
              <a:t>49,355 total products</a:t>
            </a:r>
            <a:r>
              <a:rPr lang="en-US" sz="1500" dirty="0">
                <a:solidFill>
                  <a:srgbClr val="2D3748"/>
                </a:solidFill>
                <a:latin typeface="Calibri" pitchFamily="34" charset="0"/>
                <a:ea typeface="Calibri" pitchFamily="34" charset="-122"/>
                <a:cs typeface="Calibri" pitchFamily="34" charset="-120"/>
              </a:rPr>
              <a:t>, 11,529 products (approximately </a:t>
            </a:r>
            <a:r>
              <a:rPr lang="en-US" sz="1500" b="1" dirty="0">
                <a:solidFill>
                  <a:srgbClr val="2D3748"/>
                </a:solidFill>
                <a:latin typeface="Calibri" pitchFamily="34" charset="0"/>
                <a:ea typeface="Calibri" pitchFamily="34" charset="-122"/>
                <a:cs typeface="Calibri" pitchFamily="34" charset="-120"/>
              </a:rPr>
              <a:t>23.4%</a:t>
            </a:r>
            <a:r>
              <a:rPr lang="en-US" sz="1500" dirty="0">
                <a:solidFill>
                  <a:srgbClr val="2D3748"/>
                </a:solidFill>
                <a:latin typeface="Calibri" pitchFamily="34" charset="0"/>
                <a:ea typeface="Calibri" pitchFamily="34" charset="-122"/>
                <a:cs typeface="Calibri" pitchFamily="34" charset="-120"/>
              </a:rPr>
              <a:t> of the catalogue) have been reordered more than once. This indicates that nearly a quarter of the product range generates repeat purchase behavior, while the remaining ~76% are either one-time purchases or have very low reorder frequency.</a:t>
            </a:r>
          </a:p>
          <a:p>
            <a:pPr>
              <a:lnSpc>
                <a:spcPct val="150000"/>
              </a:lnSpc>
            </a:pPr>
            <a:r>
              <a:rPr lang="en-US" sz="1500" b="1" dirty="0">
                <a:solidFill>
                  <a:srgbClr val="1B4F8F"/>
                </a:solidFill>
                <a:latin typeface="Calibri" pitchFamily="34" charset="0"/>
                <a:ea typeface="Calibri" pitchFamily="34" charset="-122"/>
                <a:cs typeface="Calibri" pitchFamily="34" charset="-120"/>
              </a:rPr>
              <a:t>Key Metrics</a:t>
            </a:r>
            <a:endParaRPr lang="en-US" sz="1500" dirty="0">
              <a:solidFill>
                <a:srgbClr val="2D3748"/>
              </a:solidFill>
              <a:latin typeface="Calibri" pitchFamily="34" charset="0"/>
              <a:ea typeface="Calibri" pitchFamily="34" charset="-122"/>
              <a:cs typeface="Calibri" pitchFamily="34" charset="-120"/>
            </a:endParaRPr>
          </a:p>
          <a:p>
            <a:pPr marL="285750" indent="-285750">
              <a:lnSpc>
                <a:spcPct val="150000"/>
              </a:lnSpc>
              <a:buFont typeface="Wingdings" panose="05000000000000000000" pitchFamily="2" charset="2"/>
              <a:buChar char="Ø"/>
            </a:pPr>
            <a:r>
              <a:rPr lang="en-US" sz="1500" dirty="0">
                <a:solidFill>
                  <a:srgbClr val="2D3748"/>
                </a:solidFill>
                <a:latin typeface="Calibri" pitchFamily="34" charset="0"/>
                <a:ea typeface="Calibri" pitchFamily="34" charset="-122"/>
                <a:cs typeface="Calibri" pitchFamily="34" charset="-120"/>
              </a:rPr>
              <a:t>11,529 / 49,355 products reordered = </a:t>
            </a:r>
            <a:r>
              <a:rPr lang="en-US" sz="1500" b="1" dirty="0">
                <a:solidFill>
                  <a:srgbClr val="2D3748"/>
                </a:solidFill>
                <a:latin typeface="Calibri" pitchFamily="34" charset="0"/>
                <a:ea typeface="Calibri" pitchFamily="34" charset="-122"/>
                <a:cs typeface="Calibri" pitchFamily="34" charset="-120"/>
              </a:rPr>
              <a:t>23.4%</a:t>
            </a:r>
            <a:endParaRPr lang="en-US" sz="1500" dirty="0"/>
          </a:p>
          <a:p>
            <a:pPr marL="285750" indent="-285750">
              <a:lnSpc>
                <a:spcPct val="150000"/>
              </a:lnSpc>
              <a:buFont typeface="Wingdings" panose="05000000000000000000" pitchFamily="2" charset="2"/>
              <a:buChar char="Ø"/>
            </a:pPr>
            <a:r>
              <a:rPr lang="en-US" sz="1500" dirty="0">
                <a:solidFill>
                  <a:srgbClr val="2D3748"/>
                </a:solidFill>
                <a:latin typeface="Calibri" pitchFamily="34" charset="0"/>
                <a:ea typeface="Calibri" pitchFamily="34" charset="-122"/>
                <a:cs typeface="Calibri" pitchFamily="34" charset="-120"/>
              </a:rPr>
              <a:t>~76.6% of products have zero or one reorder</a:t>
            </a:r>
            <a:endParaRPr lang="en-US" sz="1500" dirty="0"/>
          </a:p>
          <a:p>
            <a:pPr marL="285750" indent="-285750">
              <a:lnSpc>
                <a:spcPct val="150000"/>
              </a:lnSpc>
              <a:buFont typeface="Wingdings" panose="05000000000000000000" pitchFamily="2" charset="2"/>
              <a:buChar char="Ø"/>
            </a:pPr>
            <a:r>
              <a:rPr lang="en-US" sz="1500" dirty="0">
                <a:solidFill>
                  <a:srgbClr val="2D3748"/>
                </a:solidFill>
                <a:latin typeface="Calibri" pitchFamily="34" charset="0"/>
                <a:ea typeface="Calibri" pitchFamily="34" charset="-122"/>
                <a:cs typeface="Calibri" pitchFamily="34" charset="-120"/>
              </a:rPr>
              <a:t> Loyalty concentrated in perishable staples</a:t>
            </a:r>
            <a:endParaRPr lang="en-US" sz="1500" dirty="0"/>
          </a:p>
          <a:p>
            <a:pPr algn="just">
              <a:lnSpc>
                <a:spcPct val="155000"/>
              </a:lnSpc>
            </a:pPr>
            <a:endParaRPr lang="en-US" sz="1500" dirty="0"/>
          </a:p>
        </p:txBody>
      </p:sp>
      <p:sp>
        <p:nvSpPr>
          <p:cNvPr id="20" name="Shape 18"/>
          <p:cNvSpPr/>
          <p:nvPr/>
        </p:nvSpPr>
        <p:spPr>
          <a:xfrm>
            <a:off x="762000" y="8763000"/>
            <a:ext cx="14732000" cy="25400"/>
          </a:xfrm>
          <a:prstGeom prst="rect">
            <a:avLst/>
          </a:prstGeom>
          <a:solidFill>
            <a:srgbClr val="1B4F8F"/>
          </a:solidFill>
          <a:ln/>
        </p:spPr>
        <p:txBody>
          <a:bodyPr/>
          <a:lstStyle/>
          <a:p>
            <a:endParaRPr lang="en-IN"/>
          </a:p>
        </p:txBody>
      </p:sp>
      <p:sp>
        <p:nvSpPr>
          <p:cNvPr id="21" name="Text 19"/>
          <p:cNvSpPr/>
          <p:nvPr/>
        </p:nvSpPr>
        <p:spPr>
          <a:xfrm>
            <a:off x="14478000" y="8826500"/>
            <a:ext cx="1016000" cy="254000"/>
          </a:xfrm>
          <a:prstGeom prst="rect">
            <a:avLst/>
          </a:prstGeom>
          <a:noFill/>
          <a:ln/>
        </p:spPr>
        <p:txBody>
          <a:bodyPr wrap="none" lIns="0" tIns="0" rIns="0" bIns="0" rtlCol="0" anchor="ctr"/>
          <a:lstStyle/>
          <a:p>
            <a:pPr algn="r">
              <a:lnSpc>
                <a:spcPct val="120000"/>
              </a:lnSpc>
            </a:pPr>
            <a:r>
              <a:rPr lang="en-US" sz="1200" dirty="0">
                <a:solidFill>
                  <a:srgbClr val="718096"/>
                </a:solidFill>
                <a:latin typeface="Calibri" pitchFamily="34" charset="0"/>
                <a:ea typeface="Calibri" pitchFamily="34" charset="-122"/>
                <a:cs typeface="Calibri" pitchFamily="34" charset="-120"/>
              </a:rPr>
              <a:t>32 / 55</a:t>
            </a:r>
            <a:endParaRPr lang="en-US" sz="1200" dirty="0"/>
          </a:p>
        </p:txBody>
      </p:sp>
      <p:sp>
        <p:nvSpPr>
          <p:cNvPr id="23" name="Text 9">
            <a:extLst>
              <a:ext uri="{FF2B5EF4-FFF2-40B4-BE49-F238E27FC236}">
                <a16:creationId xmlns:a16="http://schemas.microsoft.com/office/drawing/2014/main" id="{C42ADF1B-520E-3B96-B748-2AFCD210C47C}"/>
              </a:ext>
            </a:extLst>
          </p:cNvPr>
          <p:cNvSpPr/>
          <p:nvPr/>
        </p:nvSpPr>
        <p:spPr>
          <a:xfrm>
            <a:off x="812800" y="5293893"/>
            <a:ext cx="6502401" cy="1610559"/>
          </a:xfrm>
          <a:prstGeom prst="rect">
            <a:avLst/>
          </a:prstGeom>
          <a:noFill/>
          <a:ln/>
        </p:spPr>
        <p:txBody>
          <a:bodyPr wrap="square" lIns="0" tIns="0" rIns="0" bIns="0" rtlCol="0" anchor="t"/>
          <a:lstStyle/>
          <a:p>
            <a:pPr algn="just">
              <a:lnSpc>
                <a:spcPct val="145000"/>
              </a:lnSpc>
            </a:pPr>
            <a:r>
              <a:rPr lang="en-US" sz="1500" b="1" dirty="0">
                <a:solidFill>
                  <a:srgbClr val="1B4F8F"/>
                </a:solidFill>
                <a:latin typeface="Calibri" pitchFamily="34" charset="0"/>
                <a:ea typeface="Calibri" pitchFamily="34" charset="-122"/>
                <a:cs typeface="Calibri" pitchFamily="34" charset="-120"/>
              </a:rPr>
              <a:t>Interpretation </a:t>
            </a:r>
          </a:p>
          <a:p>
            <a:pPr algn="just">
              <a:lnSpc>
                <a:spcPct val="155000"/>
              </a:lnSpc>
            </a:pPr>
            <a:r>
              <a:rPr lang="en-US" sz="1500" dirty="0">
                <a:solidFill>
                  <a:srgbClr val="2D3748"/>
                </a:solidFill>
                <a:latin typeface="Calibri" pitchFamily="34" charset="0"/>
                <a:ea typeface="Calibri" pitchFamily="34" charset="-122"/>
                <a:cs typeface="Calibri" pitchFamily="34" charset="-120"/>
              </a:rPr>
              <a:t>A total of </a:t>
            </a:r>
            <a:r>
              <a:rPr lang="en-US" sz="1500" b="1" dirty="0">
                <a:solidFill>
                  <a:srgbClr val="2D3748"/>
                </a:solidFill>
                <a:latin typeface="Calibri" pitchFamily="34" charset="0"/>
                <a:ea typeface="Calibri" pitchFamily="34" charset="-122"/>
                <a:cs typeface="Calibri" pitchFamily="34" charset="-120"/>
              </a:rPr>
              <a:t>11,529 products</a:t>
            </a:r>
            <a:r>
              <a:rPr lang="en-US" sz="1500" dirty="0">
                <a:solidFill>
                  <a:srgbClr val="2D3748"/>
                </a:solidFill>
                <a:latin typeface="Calibri" pitchFamily="34" charset="0"/>
                <a:ea typeface="Calibri" pitchFamily="34" charset="-122"/>
                <a:cs typeface="Calibri" pitchFamily="34" charset="-120"/>
              </a:rPr>
              <a:t> were reordered more than once. This indicates a significant portion of the catalogue experiences repeat purchases. Customers exhibit consistent purchasing behavior across many products, demonstrating product loyalty.</a:t>
            </a:r>
            <a:endParaRPr lang="en-US" sz="1500" dirty="0"/>
          </a:p>
        </p:txBody>
      </p:sp>
      <p:sp>
        <p:nvSpPr>
          <p:cNvPr id="25" name="Shape 10">
            <a:extLst>
              <a:ext uri="{FF2B5EF4-FFF2-40B4-BE49-F238E27FC236}">
                <a16:creationId xmlns:a16="http://schemas.microsoft.com/office/drawing/2014/main" id="{C7B2F64E-0C99-BD43-8160-1877F4EE0DE9}"/>
              </a:ext>
            </a:extLst>
          </p:cNvPr>
          <p:cNvSpPr/>
          <p:nvPr/>
        </p:nvSpPr>
        <p:spPr>
          <a:xfrm>
            <a:off x="842879" y="7277100"/>
            <a:ext cx="14655466" cy="1016000"/>
          </a:xfrm>
          <a:prstGeom prst="rect">
            <a:avLst/>
          </a:prstGeom>
          <a:solidFill>
            <a:srgbClr val="EDF2F7"/>
          </a:solidFill>
          <a:ln/>
        </p:spPr>
        <p:txBody>
          <a:bodyPr/>
          <a:lstStyle/>
          <a:p>
            <a:endParaRPr lang="en-IN"/>
          </a:p>
        </p:txBody>
      </p:sp>
      <p:sp>
        <p:nvSpPr>
          <p:cNvPr id="27" name="Shape 11">
            <a:extLst>
              <a:ext uri="{FF2B5EF4-FFF2-40B4-BE49-F238E27FC236}">
                <a16:creationId xmlns:a16="http://schemas.microsoft.com/office/drawing/2014/main" id="{95F9A8FC-01DC-DEF4-E104-F9C5A3EF7B54}"/>
              </a:ext>
            </a:extLst>
          </p:cNvPr>
          <p:cNvSpPr/>
          <p:nvPr/>
        </p:nvSpPr>
        <p:spPr>
          <a:xfrm>
            <a:off x="842879" y="7277100"/>
            <a:ext cx="50800" cy="1016000"/>
          </a:xfrm>
          <a:prstGeom prst="rect">
            <a:avLst/>
          </a:prstGeom>
          <a:solidFill>
            <a:srgbClr val="1B4F8F"/>
          </a:solidFill>
          <a:ln/>
        </p:spPr>
        <p:txBody>
          <a:bodyPr/>
          <a:lstStyle/>
          <a:p>
            <a:endParaRPr lang="en-IN"/>
          </a:p>
        </p:txBody>
      </p:sp>
      <p:sp>
        <p:nvSpPr>
          <p:cNvPr id="29" name="Text 12">
            <a:extLst>
              <a:ext uri="{FF2B5EF4-FFF2-40B4-BE49-F238E27FC236}">
                <a16:creationId xmlns:a16="http://schemas.microsoft.com/office/drawing/2014/main" id="{5D0B2FB9-6792-A0AD-8BA7-231064D88764}"/>
              </a:ext>
            </a:extLst>
          </p:cNvPr>
          <p:cNvSpPr/>
          <p:nvPr/>
        </p:nvSpPr>
        <p:spPr>
          <a:xfrm>
            <a:off x="1041400" y="7378700"/>
            <a:ext cx="14287500" cy="825500"/>
          </a:xfrm>
          <a:prstGeom prst="rect">
            <a:avLst/>
          </a:prstGeom>
          <a:noFill/>
          <a:ln/>
        </p:spPr>
        <p:txBody>
          <a:bodyPr wrap="square" lIns="0" tIns="0" rIns="0" bIns="0" rtlCol="0" anchor="ctr"/>
          <a:lstStyle/>
          <a:p>
            <a:pPr>
              <a:lnSpc>
                <a:spcPct val="150000"/>
              </a:lnSpc>
            </a:pPr>
            <a:r>
              <a:rPr lang="en-US" sz="1500" b="1" dirty="0">
                <a:solidFill>
                  <a:srgbClr val="2D3748"/>
                </a:solidFill>
                <a:latin typeface="Calibri" pitchFamily="34" charset="0"/>
                <a:ea typeface="Calibri" pitchFamily="34" charset="-122"/>
                <a:cs typeface="Calibri" pitchFamily="34" charset="-120"/>
              </a:rPr>
              <a:t>Business Insight:</a:t>
            </a:r>
            <a:r>
              <a:rPr lang="en-US" sz="1500" dirty="0">
                <a:solidFill>
                  <a:srgbClr val="2D3748"/>
                </a:solidFill>
                <a:latin typeface="Calibri" pitchFamily="34" charset="0"/>
                <a:ea typeface="Calibri" pitchFamily="34" charset="-122"/>
                <a:cs typeface="Calibri" pitchFamily="34" charset="-120"/>
              </a:rPr>
              <a:t> A large number of repeatedly purchased products indicates strong customer loyalty. The business should prioritize maintaining inventory for these products, use them in personalized recommendations, loyalty programs, and targeted promotional campaigns to maximize repeat sales.</a:t>
            </a:r>
            <a:endParaRPr lang="en-US" sz="1500" dirty="0"/>
          </a:p>
        </p:txBody>
      </p:sp>
      <p:sp>
        <p:nvSpPr>
          <p:cNvPr id="31" name="Shape 3">
            <a:extLst>
              <a:ext uri="{FF2B5EF4-FFF2-40B4-BE49-F238E27FC236}">
                <a16:creationId xmlns:a16="http://schemas.microsoft.com/office/drawing/2014/main" id="{1DFF1CE5-455F-012D-71E6-54C22C44DAB7}"/>
              </a:ext>
            </a:extLst>
          </p:cNvPr>
          <p:cNvSpPr/>
          <p:nvPr/>
        </p:nvSpPr>
        <p:spPr>
          <a:xfrm>
            <a:off x="756653" y="2035668"/>
            <a:ext cx="6553201" cy="3216780"/>
          </a:xfrm>
          <a:prstGeom prst="rect">
            <a:avLst/>
          </a:prstGeom>
          <a:solidFill>
            <a:srgbClr val="EDF2F7"/>
          </a:solidFill>
          <a:ln/>
        </p:spPr>
        <p:txBody>
          <a:bodyPr/>
          <a:lstStyle/>
          <a:p>
            <a:endParaRPr lang="en-IN" dirty="0"/>
          </a:p>
        </p:txBody>
      </p:sp>
      <p:sp>
        <p:nvSpPr>
          <p:cNvPr id="33" name="TextBox 32">
            <a:extLst>
              <a:ext uri="{FF2B5EF4-FFF2-40B4-BE49-F238E27FC236}">
                <a16:creationId xmlns:a16="http://schemas.microsoft.com/office/drawing/2014/main" id="{CCBDFC68-4D06-BFD9-047A-851C9CB0D340}"/>
              </a:ext>
            </a:extLst>
          </p:cNvPr>
          <p:cNvSpPr txBox="1"/>
          <p:nvPr/>
        </p:nvSpPr>
        <p:spPr>
          <a:xfrm>
            <a:off x="812800" y="2086811"/>
            <a:ext cx="1851526" cy="307777"/>
          </a:xfrm>
          <a:prstGeom prst="rect">
            <a:avLst/>
          </a:prstGeom>
          <a:noFill/>
        </p:spPr>
        <p:txBody>
          <a:bodyPr wrap="square">
            <a:spAutoFit/>
          </a:bodyPr>
          <a:lstStyle/>
          <a:p>
            <a:r>
              <a:rPr lang="en-US" sz="1400" b="1" dirty="0">
                <a:solidFill>
                  <a:srgbClr val="718096"/>
                </a:solidFill>
                <a:latin typeface="Calibri" pitchFamily="34" charset="0"/>
                <a:ea typeface="Calibri" pitchFamily="34" charset="-122"/>
                <a:cs typeface="Calibri" pitchFamily="34" charset="-120"/>
              </a:rPr>
              <a:t>PYTHON CODE</a:t>
            </a:r>
            <a:endParaRPr lang="en-IN" sz="1400" dirty="0"/>
          </a:p>
        </p:txBody>
      </p:sp>
      <p:sp>
        <p:nvSpPr>
          <p:cNvPr id="35" name="Text 5">
            <a:extLst>
              <a:ext uri="{FF2B5EF4-FFF2-40B4-BE49-F238E27FC236}">
                <a16:creationId xmlns:a16="http://schemas.microsoft.com/office/drawing/2014/main" id="{4749D431-06C8-357C-E178-ADADA8CB7FD2}"/>
              </a:ext>
            </a:extLst>
          </p:cNvPr>
          <p:cNvSpPr/>
          <p:nvPr/>
        </p:nvSpPr>
        <p:spPr>
          <a:xfrm>
            <a:off x="909053" y="2390270"/>
            <a:ext cx="6297863" cy="2032335"/>
          </a:xfrm>
          <a:prstGeom prst="rect">
            <a:avLst/>
          </a:prstGeom>
          <a:noFill/>
          <a:ln/>
        </p:spPr>
        <p:txBody>
          <a:bodyPr wrap="square" lIns="0" tIns="0" rIns="0" bIns="0" rtlCol="0" anchor="t"/>
          <a:lstStyle/>
          <a:p>
            <a:pPr>
              <a:lnSpc>
                <a:spcPct val="140000"/>
              </a:lnSpc>
            </a:pPr>
            <a:r>
              <a:rPr lang="en-US" sz="1400" spc="80" dirty="0">
                <a:solidFill>
                  <a:srgbClr val="2D3748"/>
                </a:solidFill>
                <a:latin typeface="Calibri" pitchFamily="34" charset="0"/>
                <a:ea typeface="Calibri" pitchFamily="34" charset="-122"/>
                <a:cs typeface="Calibri" pitchFamily="34" charset="-120"/>
              </a:rPr>
              <a:t>q13 = </a:t>
            </a:r>
            <a:r>
              <a:rPr lang="en-US" sz="1400" spc="80" dirty="0" err="1">
                <a:solidFill>
                  <a:srgbClr val="2D3748"/>
                </a:solidFill>
                <a:latin typeface="Calibri" pitchFamily="34" charset="0"/>
                <a:ea typeface="Calibri" pitchFamily="34" charset="-122"/>
                <a:cs typeface="Calibri" pitchFamily="34" charset="-120"/>
              </a:rPr>
              <a:t>master_df.groupby</a:t>
            </a:r>
            <a:r>
              <a:rPr lang="en-US" sz="1400" spc="80" dirty="0">
                <a:solidFill>
                  <a:srgbClr val="2D3748"/>
                </a:solidFill>
                <a:latin typeface="Calibri" pitchFamily="34" charset="0"/>
                <a:ea typeface="Calibri" pitchFamily="34" charset="-122"/>
                <a:cs typeface="Calibri" pitchFamily="34" charset="-120"/>
              </a:rPr>
              <a:t>("</a:t>
            </a:r>
            <a:r>
              <a:rPr lang="en-US" sz="1400" spc="80" dirty="0" err="1">
                <a:solidFill>
                  <a:srgbClr val="2D3748"/>
                </a:solidFill>
                <a:latin typeface="Calibri" pitchFamily="34" charset="0"/>
                <a:ea typeface="Calibri" pitchFamily="34" charset="-122"/>
                <a:cs typeface="Calibri" pitchFamily="34" charset="-120"/>
              </a:rPr>
              <a:t>product_name</a:t>
            </a:r>
            <a:r>
              <a:rPr lang="en-US" sz="1400" spc="80" dirty="0">
                <a:solidFill>
                  <a:srgbClr val="2D3748"/>
                </a:solidFill>
                <a:latin typeface="Calibri" pitchFamily="34" charset="0"/>
                <a:ea typeface="Calibri" pitchFamily="34" charset="-122"/>
                <a:cs typeface="Calibri" pitchFamily="34" charset="-120"/>
              </a:rPr>
              <a:t>")</a:t>
            </a:r>
            <a:br>
              <a:rPr lang="en-US" sz="1400" spc="80" dirty="0">
                <a:solidFill>
                  <a:srgbClr val="2D3748"/>
                </a:solidFill>
                <a:latin typeface="Calibri" pitchFamily="34" charset="0"/>
                <a:ea typeface="Calibri" pitchFamily="34" charset="-122"/>
                <a:cs typeface="Calibri" pitchFamily="34" charset="-120"/>
              </a:rPr>
            </a:br>
            <a:r>
              <a:rPr lang="en-US" sz="1400" spc="80" dirty="0">
                <a:solidFill>
                  <a:srgbClr val="2D3748"/>
                </a:solidFill>
                <a:latin typeface="Calibri" pitchFamily="34" charset="0"/>
                <a:ea typeface="Calibri" pitchFamily="34" charset="-122"/>
                <a:cs typeface="Calibri" pitchFamily="34" charset="-120"/>
              </a:rPr>
              <a:t>.</a:t>
            </a:r>
            <a:r>
              <a:rPr lang="en-US" sz="1400" spc="80" dirty="0" err="1">
                <a:solidFill>
                  <a:srgbClr val="2D3748"/>
                </a:solidFill>
                <a:latin typeface="Calibri" pitchFamily="34" charset="0"/>
                <a:ea typeface="Calibri" pitchFamily="34" charset="-122"/>
                <a:cs typeface="Calibri" pitchFamily="34" charset="-120"/>
              </a:rPr>
              <a:t>agg</a:t>
            </a:r>
            <a:r>
              <a:rPr lang="en-US" sz="1400" spc="80" dirty="0">
                <a:solidFill>
                  <a:srgbClr val="2D3748"/>
                </a:solidFill>
                <a:latin typeface="Calibri" pitchFamily="34" charset="0"/>
                <a:ea typeface="Calibri" pitchFamily="34" charset="-122"/>
                <a:cs typeface="Calibri" pitchFamily="34" charset="-120"/>
              </a:rPr>
              <a:t>(</a:t>
            </a:r>
            <a:r>
              <a:rPr lang="en-US" sz="1400" spc="80" dirty="0" err="1">
                <a:solidFill>
                  <a:srgbClr val="2D3748"/>
                </a:solidFill>
                <a:latin typeface="Calibri" pitchFamily="34" charset="0"/>
                <a:ea typeface="Calibri" pitchFamily="34" charset="-122"/>
                <a:cs typeface="Calibri" pitchFamily="34" charset="-120"/>
              </a:rPr>
              <a:t>reorder_count</a:t>
            </a:r>
            <a:r>
              <a:rPr lang="en-US" sz="1400" spc="80" dirty="0">
                <a:solidFill>
                  <a:srgbClr val="2D3748"/>
                </a:solidFill>
                <a:latin typeface="Calibri" pitchFamily="34" charset="0"/>
                <a:ea typeface="Calibri" pitchFamily="34" charset="-122"/>
                <a:cs typeface="Calibri" pitchFamily="34" charset="-120"/>
              </a:rPr>
              <a:t>=("</a:t>
            </a:r>
            <a:r>
              <a:rPr lang="en-US" sz="1400" spc="80" dirty="0" err="1">
                <a:solidFill>
                  <a:srgbClr val="2D3748"/>
                </a:solidFill>
                <a:latin typeface="Calibri" pitchFamily="34" charset="0"/>
                <a:ea typeface="Calibri" pitchFamily="34" charset="-122"/>
                <a:cs typeface="Calibri" pitchFamily="34" charset="-120"/>
              </a:rPr>
              <a:t>reordered","sum</a:t>
            </a:r>
            <a:r>
              <a:rPr lang="en-US" sz="1400" spc="80" dirty="0">
                <a:solidFill>
                  <a:srgbClr val="2D3748"/>
                </a:solidFill>
                <a:latin typeface="Calibri" pitchFamily="34" charset="0"/>
                <a:ea typeface="Calibri" pitchFamily="34" charset="-122"/>
                <a:cs typeface="Calibri" pitchFamily="34" charset="-120"/>
              </a:rPr>
              <a:t>"))</a:t>
            </a:r>
            <a:endParaRPr lang="en-US" sz="1400" spc="80" dirty="0"/>
          </a:p>
          <a:p>
            <a:pPr>
              <a:lnSpc>
                <a:spcPct val="140000"/>
              </a:lnSpc>
            </a:pPr>
            <a:r>
              <a:rPr lang="en-US" sz="1400" spc="80" dirty="0">
                <a:solidFill>
                  <a:srgbClr val="2D3748"/>
                </a:solidFill>
                <a:latin typeface="Calibri" pitchFamily="34" charset="0"/>
                <a:ea typeface="Calibri" pitchFamily="34" charset="-122"/>
                <a:cs typeface="Calibri" pitchFamily="34" charset="-120"/>
              </a:rPr>
              <a:t>q13_products = (q13["</a:t>
            </a:r>
            <a:r>
              <a:rPr lang="en-US" sz="1400" spc="80" dirty="0" err="1">
                <a:solidFill>
                  <a:srgbClr val="2D3748"/>
                </a:solidFill>
                <a:latin typeface="Calibri" pitchFamily="34" charset="0"/>
                <a:ea typeface="Calibri" pitchFamily="34" charset="-122"/>
                <a:cs typeface="Calibri" pitchFamily="34" charset="-120"/>
              </a:rPr>
              <a:t>reorder_count</a:t>
            </a:r>
            <a:r>
              <a:rPr lang="en-US" sz="1400" spc="80" dirty="0">
                <a:solidFill>
                  <a:srgbClr val="2D3748"/>
                </a:solidFill>
                <a:latin typeface="Calibri" pitchFamily="34" charset="0"/>
                <a:ea typeface="Calibri" pitchFamily="34" charset="-122"/>
                <a:cs typeface="Calibri" pitchFamily="34" charset="-120"/>
              </a:rPr>
              <a:t>"] &gt; 1).sum()</a:t>
            </a:r>
            <a:endParaRPr lang="en-US" sz="1400" spc="80" dirty="0"/>
          </a:p>
          <a:p>
            <a:pPr>
              <a:lnSpc>
                <a:spcPct val="140000"/>
              </a:lnSpc>
            </a:pPr>
            <a:r>
              <a:rPr lang="en-US" sz="1400" spc="80" dirty="0">
                <a:solidFill>
                  <a:srgbClr val="2D3748"/>
                </a:solidFill>
                <a:latin typeface="Calibri" pitchFamily="34" charset="0"/>
                <a:ea typeface="Calibri" pitchFamily="34" charset="-122"/>
                <a:cs typeface="Calibri" pitchFamily="34" charset="-120"/>
              </a:rPr>
              <a:t>print(</a:t>
            </a:r>
            <a:r>
              <a:rPr lang="en-US" sz="1400" spc="80" dirty="0" err="1">
                <a:solidFill>
                  <a:srgbClr val="2D3748"/>
                </a:solidFill>
                <a:latin typeface="Calibri" pitchFamily="34" charset="0"/>
                <a:ea typeface="Calibri" pitchFamily="34" charset="-122"/>
                <a:cs typeface="Calibri" pitchFamily="34" charset="-120"/>
              </a:rPr>
              <a:t>f"Products</a:t>
            </a:r>
            <a:r>
              <a:rPr lang="en-US" sz="1400" spc="80" dirty="0">
                <a:solidFill>
                  <a:srgbClr val="2D3748"/>
                </a:solidFill>
                <a:latin typeface="Calibri" pitchFamily="34" charset="0"/>
                <a:ea typeface="Calibri" pitchFamily="34" charset="-122"/>
                <a:cs typeface="Calibri" pitchFamily="34" charset="-120"/>
              </a:rPr>
              <a:t> Reordered More Than Once: {q13_products}")</a:t>
            </a:r>
          </a:p>
          <a:p>
            <a:pPr>
              <a:lnSpc>
                <a:spcPct val="140000"/>
              </a:lnSpc>
            </a:pPr>
            <a:r>
              <a:rPr lang="en-US" sz="1400" spc="80" dirty="0">
                <a:solidFill>
                  <a:srgbClr val="2D3748"/>
                </a:solidFill>
                <a:latin typeface="Calibri" pitchFamily="34" charset="0"/>
                <a:ea typeface="Calibri" pitchFamily="34" charset="-122"/>
                <a:cs typeface="Calibri" pitchFamily="34" charset="-120"/>
              </a:rPr>
              <a:t>  </a:t>
            </a:r>
            <a:br>
              <a:rPr lang="en-US" sz="1400" spc="80" dirty="0">
                <a:solidFill>
                  <a:srgbClr val="2D3748"/>
                </a:solidFill>
                <a:latin typeface="Calibri" pitchFamily="34" charset="0"/>
                <a:ea typeface="Calibri" pitchFamily="34" charset="-122"/>
                <a:cs typeface="Calibri" pitchFamily="34" charset="-120"/>
              </a:rPr>
            </a:br>
            <a:r>
              <a:rPr lang="en-US" sz="1400" spc="80" dirty="0">
                <a:solidFill>
                  <a:srgbClr val="1B4F8F"/>
                </a:solidFill>
                <a:latin typeface="Calibri" pitchFamily="34" charset="0"/>
                <a:ea typeface="Calibri" pitchFamily="34" charset="-122"/>
                <a:cs typeface="Calibri" pitchFamily="34" charset="-120"/>
              </a:rPr>
              <a:t># Output: 11529</a:t>
            </a:r>
            <a:endParaRPr lang="en-US" sz="1400" spc="80" dirty="0"/>
          </a:p>
        </p:txBody>
      </p:sp>
      <p:sp>
        <p:nvSpPr>
          <p:cNvPr id="6" name="Text 4"/>
          <p:cNvSpPr/>
          <p:nvPr/>
        </p:nvSpPr>
        <p:spPr>
          <a:xfrm>
            <a:off x="9662695" y="2278646"/>
            <a:ext cx="5080000" cy="825500"/>
          </a:xfrm>
          <a:prstGeom prst="rect">
            <a:avLst/>
          </a:prstGeom>
          <a:noFill/>
          <a:ln/>
        </p:spPr>
        <p:txBody>
          <a:bodyPr wrap="none" lIns="0" tIns="0" rIns="0" bIns="0" rtlCol="0" anchor="ctr"/>
          <a:lstStyle/>
          <a:p>
            <a:pPr algn="ctr">
              <a:lnSpc>
                <a:spcPct val="120000"/>
              </a:lnSpc>
            </a:pPr>
            <a:r>
              <a:rPr lang="en-US" sz="5600" b="1" dirty="0">
                <a:solidFill>
                  <a:srgbClr val="1B4F8F"/>
                </a:solidFill>
                <a:latin typeface="Calibri" pitchFamily="34" charset="0"/>
                <a:ea typeface="Calibri" pitchFamily="34" charset="-122"/>
                <a:cs typeface="Calibri" pitchFamily="34" charset="-120"/>
              </a:rPr>
              <a:t>11,529</a:t>
            </a:r>
            <a:endParaRPr lang="en-US" sz="5600" dirty="0"/>
          </a:p>
        </p:txBody>
      </p:sp>
      <p:sp>
        <p:nvSpPr>
          <p:cNvPr id="7" name="Text 5"/>
          <p:cNvSpPr/>
          <p:nvPr/>
        </p:nvSpPr>
        <p:spPr>
          <a:xfrm>
            <a:off x="9662695" y="3167646"/>
            <a:ext cx="5080000" cy="381000"/>
          </a:xfrm>
          <a:prstGeom prst="rect">
            <a:avLst/>
          </a:prstGeom>
          <a:noFill/>
          <a:ln/>
        </p:spPr>
        <p:txBody>
          <a:bodyPr wrap="none" lIns="0" tIns="0" rIns="0" bIns="0" rtlCol="0" anchor="ctr"/>
          <a:lstStyle/>
          <a:p>
            <a:pPr algn="ctr">
              <a:lnSpc>
                <a:spcPct val="120000"/>
              </a:lnSpc>
            </a:pPr>
            <a:r>
              <a:rPr lang="en-US" sz="1600" dirty="0">
                <a:solidFill>
                  <a:srgbClr val="718096"/>
                </a:solidFill>
                <a:latin typeface="Calibri" pitchFamily="34" charset="0"/>
                <a:ea typeface="Calibri" pitchFamily="34" charset="-122"/>
                <a:cs typeface="Calibri" pitchFamily="34" charset="-120"/>
              </a:rPr>
              <a:t>Products Reordered More Than Once</a:t>
            </a:r>
            <a:endParaRPr lang="en-US" sz="1600" dirty="0"/>
          </a:p>
        </p:txBody>
      </p:sp>
    </p:spTree>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62000" y="444500"/>
            <a:ext cx="12700000" cy="444500"/>
          </a:xfrm>
          <a:prstGeom prst="rect">
            <a:avLst/>
          </a:prstGeom>
          <a:noFill/>
          <a:ln/>
        </p:spPr>
        <p:txBody>
          <a:bodyPr wrap="none" lIns="0" tIns="0" rIns="0" bIns="0" rtlCol="0" anchor="ctr"/>
          <a:lstStyle/>
          <a:p>
            <a:pPr algn="l">
              <a:lnSpc>
                <a:spcPct val="130000"/>
              </a:lnSpc>
            </a:pPr>
            <a:r>
              <a:rPr lang="en-US" sz="2400" b="1" dirty="0">
                <a:solidFill>
                  <a:srgbClr val="2D3748"/>
                </a:solidFill>
                <a:latin typeface="Calibri" pitchFamily="34" charset="0"/>
                <a:ea typeface="Calibri" pitchFamily="34" charset="-122"/>
                <a:cs typeface="Calibri" pitchFamily="34" charset="-120"/>
              </a:rPr>
              <a:t>Query 14 — Average Cart Size Per Order</a:t>
            </a:r>
            <a:endParaRPr lang="en-US" sz="2400" dirty="0"/>
          </a:p>
        </p:txBody>
      </p:sp>
      <p:sp>
        <p:nvSpPr>
          <p:cNvPr id="3" name="Shape 1"/>
          <p:cNvSpPr/>
          <p:nvPr/>
        </p:nvSpPr>
        <p:spPr>
          <a:xfrm>
            <a:off x="762000" y="952500"/>
            <a:ext cx="14732000" cy="25400"/>
          </a:xfrm>
          <a:prstGeom prst="rect">
            <a:avLst/>
          </a:prstGeom>
          <a:solidFill>
            <a:srgbClr val="1B4F8F"/>
          </a:solidFill>
          <a:ln/>
        </p:spPr>
        <p:txBody>
          <a:bodyPr/>
          <a:lstStyle/>
          <a:p>
            <a:endParaRPr lang="en-IN"/>
          </a:p>
        </p:txBody>
      </p:sp>
      <p:sp>
        <p:nvSpPr>
          <p:cNvPr id="4" name="Text 2"/>
          <p:cNvSpPr/>
          <p:nvPr/>
        </p:nvSpPr>
        <p:spPr>
          <a:xfrm>
            <a:off x="762000" y="1079500"/>
            <a:ext cx="14732000" cy="279400"/>
          </a:xfrm>
          <a:prstGeom prst="rect">
            <a:avLst/>
          </a:prstGeom>
          <a:noFill/>
          <a:ln/>
        </p:spPr>
        <p:txBody>
          <a:bodyPr wrap="none" lIns="0" tIns="0" rIns="0" bIns="0" rtlCol="0" anchor="ctr"/>
          <a:lstStyle/>
          <a:p>
            <a:pPr algn="l">
              <a:lnSpc>
                <a:spcPct val="120000"/>
              </a:lnSpc>
            </a:pPr>
            <a:r>
              <a:rPr lang="en-US" sz="1300" dirty="0">
                <a:solidFill>
                  <a:srgbClr val="718096"/>
                </a:solidFill>
                <a:latin typeface="Calibri" pitchFamily="34" charset="0"/>
                <a:ea typeface="Calibri" pitchFamily="34" charset="-122"/>
                <a:cs typeface="Calibri" pitchFamily="34" charset="-120"/>
              </a:rPr>
              <a:t>Objective: Determine average products added to cart | Customer Behavior Objective</a:t>
            </a:r>
            <a:endParaRPr lang="en-US" sz="1300" dirty="0"/>
          </a:p>
        </p:txBody>
      </p:sp>
      <p:sp>
        <p:nvSpPr>
          <p:cNvPr id="18" name="Shape 16"/>
          <p:cNvSpPr/>
          <p:nvPr/>
        </p:nvSpPr>
        <p:spPr>
          <a:xfrm>
            <a:off x="762000" y="8763000"/>
            <a:ext cx="14732000" cy="25400"/>
          </a:xfrm>
          <a:prstGeom prst="rect">
            <a:avLst/>
          </a:prstGeom>
          <a:solidFill>
            <a:srgbClr val="1B4F8F"/>
          </a:solidFill>
          <a:ln/>
        </p:spPr>
        <p:txBody>
          <a:bodyPr/>
          <a:lstStyle/>
          <a:p>
            <a:endParaRPr lang="en-IN"/>
          </a:p>
        </p:txBody>
      </p:sp>
      <p:sp>
        <p:nvSpPr>
          <p:cNvPr id="19" name="Text 17"/>
          <p:cNvSpPr/>
          <p:nvPr/>
        </p:nvSpPr>
        <p:spPr>
          <a:xfrm>
            <a:off x="14478000" y="8826500"/>
            <a:ext cx="1016000" cy="254000"/>
          </a:xfrm>
          <a:prstGeom prst="rect">
            <a:avLst/>
          </a:prstGeom>
          <a:noFill/>
          <a:ln/>
        </p:spPr>
        <p:txBody>
          <a:bodyPr wrap="none" lIns="0" tIns="0" rIns="0" bIns="0" rtlCol="0" anchor="ctr"/>
          <a:lstStyle/>
          <a:p>
            <a:pPr algn="r">
              <a:lnSpc>
                <a:spcPct val="120000"/>
              </a:lnSpc>
            </a:pPr>
            <a:r>
              <a:rPr lang="en-US" sz="1200" dirty="0">
                <a:solidFill>
                  <a:srgbClr val="718096"/>
                </a:solidFill>
                <a:latin typeface="Calibri" pitchFamily="34" charset="0"/>
                <a:ea typeface="Calibri" pitchFamily="34" charset="-122"/>
                <a:cs typeface="Calibri" pitchFamily="34" charset="-120"/>
              </a:rPr>
              <a:t>33 / 55</a:t>
            </a:r>
            <a:endParaRPr lang="en-US" sz="1200" dirty="0"/>
          </a:p>
        </p:txBody>
      </p:sp>
      <p:sp>
        <p:nvSpPr>
          <p:cNvPr id="21" name="Text 9">
            <a:extLst>
              <a:ext uri="{FF2B5EF4-FFF2-40B4-BE49-F238E27FC236}">
                <a16:creationId xmlns:a16="http://schemas.microsoft.com/office/drawing/2014/main" id="{0E9E16D2-103F-3B18-50D9-14DB52DFCD95}"/>
              </a:ext>
            </a:extLst>
          </p:cNvPr>
          <p:cNvSpPr/>
          <p:nvPr/>
        </p:nvSpPr>
        <p:spPr>
          <a:xfrm>
            <a:off x="812800" y="5293893"/>
            <a:ext cx="6502401" cy="1610559"/>
          </a:xfrm>
          <a:prstGeom prst="rect">
            <a:avLst/>
          </a:prstGeom>
          <a:noFill/>
          <a:ln/>
        </p:spPr>
        <p:txBody>
          <a:bodyPr wrap="square" lIns="0" tIns="0" rIns="0" bIns="0" rtlCol="0" anchor="t"/>
          <a:lstStyle/>
          <a:p>
            <a:pPr algn="just">
              <a:lnSpc>
                <a:spcPct val="145000"/>
              </a:lnSpc>
            </a:pPr>
            <a:r>
              <a:rPr lang="en-US" sz="1500" b="1" dirty="0">
                <a:solidFill>
                  <a:srgbClr val="1B4F8F"/>
                </a:solidFill>
                <a:latin typeface="Calibri" pitchFamily="34" charset="0"/>
                <a:ea typeface="Calibri" pitchFamily="34" charset="-122"/>
                <a:cs typeface="Calibri" pitchFamily="34" charset="-120"/>
              </a:rPr>
              <a:t>Interpretation </a:t>
            </a:r>
          </a:p>
          <a:p>
            <a:pPr algn="just">
              <a:lnSpc>
                <a:spcPct val="155000"/>
              </a:lnSpc>
            </a:pPr>
            <a:r>
              <a:rPr lang="en-US" sz="1500" dirty="0">
                <a:solidFill>
                  <a:srgbClr val="2D3748"/>
                </a:solidFill>
                <a:latin typeface="Calibri" pitchFamily="34" charset="0"/>
                <a:ea typeface="Calibri" pitchFamily="34" charset="-122"/>
                <a:cs typeface="Calibri" pitchFamily="34" charset="-120"/>
              </a:rPr>
              <a:t>On average, customers add approximately </a:t>
            </a:r>
            <a:r>
              <a:rPr lang="en-US" sz="1500" b="1" dirty="0">
                <a:solidFill>
                  <a:srgbClr val="2D3748"/>
                </a:solidFill>
                <a:latin typeface="Calibri" pitchFamily="34" charset="0"/>
                <a:ea typeface="Calibri" pitchFamily="34" charset="-122"/>
                <a:cs typeface="Calibri" pitchFamily="34" charset="-120"/>
              </a:rPr>
              <a:t>10.51 products</a:t>
            </a:r>
            <a:r>
              <a:rPr lang="en-US" sz="1500" dirty="0">
                <a:solidFill>
                  <a:srgbClr val="2D3748"/>
                </a:solidFill>
                <a:latin typeface="Calibri" pitchFamily="34" charset="0"/>
                <a:ea typeface="Calibri" pitchFamily="34" charset="-122"/>
                <a:cs typeface="Calibri" pitchFamily="34" charset="-120"/>
              </a:rPr>
              <a:t> to their cart per order. The result reflects a moderate basket size suggesting planned grocery shopping behavior. The consistency with Query 11 validates the data integrity.</a:t>
            </a:r>
            <a:endParaRPr lang="en-US" sz="1500" dirty="0"/>
          </a:p>
        </p:txBody>
      </p:sp>
      <p:sp>
        <p:nvSpPr>
          <p:cNvPr id="23" name="Shape 10">
            <a:extLst>
              <a:ext uri="{FF2B5EF4-FFF2-40B4-BE49-F238E27FC236}">
                <a16:creationId xmlns:a16="http://schemas.microsoft.com/office/drawing/2014/main" id="{420DCB20-F5E4-A030-D6F6-69BF181F7223}"/>
              </a:ext>
            </a:extLst>
          </p:cNvPr>
          <p:cNvSpPr/>
          <p:nvPr/>
        </p:nvSpPr>
        <p:spPr>
          <a:xfrm>
            <a:off x="842878" y="7277100"/>
            <a:ext cx="14651121" cy="1016000"/>
          </a:xfrm>
          <a:prstGeom prst="rect">
            <a:avLst/>
          </a:prstGeom>
          <a:solidFill>
            <a:srgbClr val="EDF2F7"/>
          </a:solidFill>
          <a:ln/>
        </p:spPr>
        <p:txBody>
          <a:bodyPr/>
          <a:lstStyle/>
          <a:p>
            <a:endParaRPr lang="en-IN"/>
          </a:p>
        </p:txBody>
      </p:sp>
      <p:sp>
        <p:nvSpPr>
          <p:cNvPr id="25" name="Shape 11">
            <a:extLst>
              <a:ext uri="{FF2B5EF4-FFF2-40B4-BE49-F238E27FC236}">
                <a16:creationId xmlns:a16="http://schemas.microsoft.com/office/drawing/2014/main" id="{F4FA0E2E-65D9-FBD7-FAA8-4C20D6D90BB4}"/>
              </a:ext>
            </a:extLst>
          </p:cNvPr>
          <p:cNvSpPr/>
          <p:nvPr/>
        </p:nvSpPr>
        <p:spPr>
          <a:xfrm>
            <a:off x="842879" y="7277100"/>
            <a:ext cx="50800" cy="1016000"/>
          </a:xfrm>
          <a:prstGeom prst="rect">
            <a:avLst/>
          </a:prstGeom>
          <a:solidFill>
            <a:srgbClr val="1B4F8F"/>
          </a:solidFill>
          <a:ln/>
        </p:spPr>
        <p:txBody>
          <a:bodyPr/>
          <a:lstStyle/>
          <a:p>
            <a:endParaRPr lang="en-IN"/>
          </a:p>
        </p:txBody>
      </p:sp>
      <p:sp>
        <p:nvSpPr>
          <p:cNvPr id="27" name="Text 12">
            <a:extLst>
              <a:ext uri="{FF2B5EF4-FFF2-40B4-BE49-F238E27FC236}">
                <a16:creationId xmlns:a16="http://schemas.microsoft.com/office/drawing/2014/main" id="{5045DF25-DF58-258E-E3BE-CF7F61E53DA8}"/>
              </a:ext>
            </a:extLst>
          </p:cNvPr>
          <p:cNvSpPr/>
          <p:nvPr/>
        </p:nvSpPr>
        <p:spPr>
          <a:xfrm>
            <a:off x="1041400" y="7378700"/>
            <a:ext cx="14287500" cy="825500"/>
          </a:xfrm>
          <a:prstGeom prst="rect">
            <a:avLst/>
          </a:prstGeom>
          <a:noFill/>
          <a:ln/>
        </p:spPr>
        <p:txBody>
          <a:bodyPr wrap="square" lIns="0" tIns="0" rIns="0" bIns="0" rtlCol="0" anchor="ctr"/>
          <a:lstStyle/>
          <a:p>
            <a:pPr>
              <a:lnSpc>
                <a:spcPct val="150000"/>
              </a:lnSpc>
            </a:pPr>
            <a:r>
              <a:rPr lang="en-US" sz="1500" b="1" dirty="0">
                <a:solidFill>
                  <a:srgbClr val="2D3748"/>
                </a:solidFill>
                <a:latin typeface="Calibri" pitchFamily="34" charset="0"/>
                <a:ea typeface="Calibri" pitchFamily="34" charset="-122"/>
                <a:cs typeface="Calibri" pitchFamily="34" charset="-120"/>
              </a:rPr>
              <a:t>Business Insight:</a:t>
            </a:r>
            <a:r>
              <a:rPr lang="en-US" sz="1500" dirty="0">
                <a:solidFill>
                  <a:srgbClr val="2D3748"/>
                </a:solidFill>
                <a:latin typeface="Calibri" pitchFamily="34" charset="0"/>
                <a:ea typeface="Calibri" pitchFamily="34" charset="-122"/>
                <a:cs typeface="Calibri" pitchFamily="34" charset="-120"/>
              </a:rPr>
              <a:t> The average cart size indicates opportunities for increasing basket value through cross-selling and product recommendations. Bundle offers, complementary product suggestions, or volume-based discounts could encourage customers to add more products per order.</a:t>
            </a:r>
            <a:endParaRPr lang="en-US" sz="1500" dirty="0"/>
          </a:p>
        </p:txBody>
      </p:sp>
      <p:sp>
        <p:nvSpPr>
          <p:cNvPr id="29" name="Shape 3">
            <a:extLst>
              <a:ext uri="{FF2B5EF4-FFF2-40B4-BE49-F238E27FC236}">
                <a16:creationId xmlns:a16="http://schemas.microsoft.com/office/drawing/2014/main" id="{5E372989-DC99-77AF-E569-FCE456D07AAB}"/>
              </a:ext>
            </a:extLst>
          </p:cNvPr>
          <p:cNvSpPr/>
          <p:nvPr/>
        </p:nvSpPr>
        <p:spPr>
          <a:xfrm>
            <a:off x="756653" y="2035668"/>
            <a:ext cx="6553201" cy="2188929"/>
          </a:xfrm>
          <a:prstGeom prst="rect">
            <a:avLst/>
          </a:prstGeom>
          <a:solidFill>
            <a:srgbClr val="EDF2F7"/>
          </a:solidFill>
          <a:ln/>
        </p:spPr>
        <p:txBody>
          <a:bodyPr/>
          <a:lstStyle/>
          <a:p>
            <a:endParaRPr lang="en-IN" dirty="0"/>
          </a:p>
        </p:txBody>
      </p:sp>
      <p:sp>
        <p:nvSpPr>
          <p:cNvPr id="31" name="Text 5">
            <a:extLst>
              <a:ext uri="{FF2B5EF4-FFF2-40B4-BE49-F238E27FC236}">
                <a16:creationId xmlns:a16="http://schemas.microsoft.com/office/drawing/2014/main" id="{8F9E76E2-49B1-9056-927D-7019F13E1C2F}"/>
              </a:ext>
            </a:extLst>
          </p:cNvPr>
          <p:cNvSpPr/>
          <p:nvPr/>
        </p:nvSpPr>
        <p:spPr>
          <a:xfrm>
            <a:off x="909053" y="2390270"/>
            <a:ext cx="6184233" cy="1834327"/>
          </a:xfrm>
          <a:prstGeom prst="rect">
            <a:avLst/>
          </a:prstGeom>
          <a:noFill/>
          <a:ln/>
        </p:spPr>
        <p:txBody>
          <a:bodyPr wrap="square" lIns="0" tIns="0" rIns="0" bIns="0" rtlCol="0" anchor="t"/>
          <a:lstStyle/>
          <a:p>
            <a:pPr>
              <a:lnSpc>
                <a:spcPct val="135000"/>
              </a:lnSpc>
            </a:pPr>
            <a:r>
              <a:rPr lang="en-US" sz="1400" spc="80" dirty="0">
                <a:solidFill>
                  <a:srgbClr val="2D3748"/>
                </a:solidFill>
                <a:latin typeface="Calibri" pitchFamily="34" charset="0"/>
                <a:ea typeface="Calibri" pitchFamily="34" charset="-122"/>
                <a:cs typeface="Calibri" pitchFamily="34" charset="-120"/>
              </a:rPr>
              <a:t>q14_avg_cart = </a:t>
            </a:r>
            <a:r>
              <a:rPr lang="en-US" sz="1400" spc="80" dirty="0" err="1">
                <a:solidFill>
                  <a:srgbClr val="2D3748"/>
                </a:solidFill>
                <a:latin typeface="Calibri" pitchFamily="34" charset="0"/>
                <a:ea typeface="Calibri" pitchFamily="34" charset="-122"/>
                <a:cs typeface="Calibri" pitchFamily="34" charset="-120"/>
              </a:rPr>
              <a:t>master_df.groupby</a:t>
            </a:r>
            <a:r>
              <a:rPr lang="en-US" sz="1400" spc="80" dirty="0">
                <a:solidFill>
                  <a:srgbClr val="2D3748"/>
                </a:solidFill>
                <a:latin typeface="Calibri" pitchFamily="34" charset="0"/>
                <a:ea typeface="Calibri" pitchFamily="34" charset="-122"/>
                <a:cs typeface="Calibri" pitchFamily="34" charset="-120"/>
              </a:rPr>
              <a:t>("</a:t>
            </a:r>
            <a:r>
              <a:rPr lang="en-US" sz="1400" spc="80" dirty="0" err="1">
                <a:solidFill>
                  <a:srgbClr val="2D3748"/>
                </a:solidFill>
                <a:latin typeface="Calibri" pitchFamily="34" charset="0"/>
                <a:ea typeface="Calibri" pitchFamily="34" charset="-122"/>
                <a:cs typeface="Calibri" pitchFamily="34" charset="-120"/>
              </a:rPr>
              <a:t>order_id</a:t>
            </a:r>
            <a:r>
              <a:rPr lang="en-US" sz="1400" spc="80" dirty="0">
                <a:solidFill>
                  <a:srgbClr val="2D3748"/>
                </a:solidFill>
                <a:latin typeface="Calibri" pitchFamily="34" charset="0"/>
                <a:ea typeface="Calibri" pitchFamily="34" charset="-122"/>
                <a:cs typeface="Calibri" pitchFamily="34" charset="-120"/>
              </a:rPr>
              <a:t>")</a:t>
            </a:r>
            <a:endParaRPr lang="en-US" sz="1400" spc="80" dirty="0"/>
          </a:p>
          <a:p>
            <a:pPr>
              <a:lnSpc>
                <a:spcPct val="135000"/>
              </a:lnSpc>
            </a:pPr>
            <a:r>
              <a:rPr lang="en-US" sz="1400" spc="80" dirty="0">
                <a:solidFill>
                  <a:srgbClr val="2D3748"/>
                </a:solidFill>
                <a:latin typeface="Calibri" pitchFamily="34" charset="0"/>
                <a:ea typeface="Calibri" pitchFamily="34" charset="-122"/>
                <a:cs typeface="Calibri" pitchFamily="34" charset="-120"/>
              </a:rPr>
              <a:t>  .</a:t>
            </a:r>
            <a:r>
              <a:rPr lang="en-US" sz="1400" spc="80" dirty="0" err="1">
                <a:solidFill>
                  <a:srgbClr val="2D3748"/>
                </a:solidFill>
                <a:latin typeface="Calibri" pitchFamily="34" charset="0"/>
                <a:ea typeface="Calibri" pitchFamily="34" charset="-122"/>
                <a:cs typeface="Calibri" pitchFamily="34" charset="-120"/>
              </a:rPr>
              <a:t>agg</a:t>
            </a:r>
            <a:r>
              <a:rPr lang="en-US" sz="1400" spc="80" dirty="0">
                <a:solidFill>
                  <a:srgbClr val="2D3748"/>
                </a:solidFill>
                <a:latin typeface="Calibri" pitchFamily="34" charset="0"/>
                <a:ea typeface="Calibri" pitchFamily="34" charset="-122"/>
                <a:cs typeface="Calibri" pitchFamily="34" charset="-120"/>
              </a:rPr>
              <a:t>(</a:t>
            </a:r>
            <a:r>
              <a:rPr lang="en-US" sz="1400" spc="80" dirty="0" err="1">
                <a:solidFill>
                  <a:srgbClr val="2D3748"/>
                </a:solidFill>
                <a:latin typeface="Calibri" pitchFamily="34" charset="0"/>
                <a:ea typeface="Calibri" pitchFamily="34" charset="-122"/>
                <a:cs typeface="Calibri" pitchFamily="34" charset="-120"/>
              </a:rPr>
              <a:t>cart_size</a:t>
            </a:r>
            <a:r>
              <a:rPr lang="en-US" sz="1400" spc="80" dirty="0">
                <a:solidFill>
                  <a:srgbClr val="2D3748"/>
                </a:solidFill>
                <a:latin typeface="Calibri" pitchFamily="34" charset="0"/>
                <a:ea typeface="Calibri" pitchFamily="34" charset="-122"/>
                <a:cs typeface="Calibri" pitchFamily="34" charset="-120"/>
              </a:rPr>
              <a:t>=("</a:t>
            </a:r>
            <a:r>
              <a:rPr lang="en-US" sz="1400" spc="80" dirty="0" err="1">
                <a:solidFill>
                  <a:srgbClr val="2D3748"/>
                </a:solidFill>
                <a:latin typeface="Calibri" pitchFamily="34" charset="0"/>
                <a:ea typeface="Calibri" pitchFamily="34" charset="-122"/>
                <a:cs typeface="Calibri" pitchFamily="34" charset="-120"/>
              </a:rPr>
              <a:t>add_to_cart_order","max</a:t>
            </a:r>
            <a:r>
              <a:rPr lang="en-US" sz="1400" spc="80" dirty="0">
                <a:solidFill>
                  <a:srgbClr val="2D3748"/>
                </a:solidFill>
                <a:latin typeface="Calibri" pitchFamily="34" charset="0"/>
                <a:ea typeface="Calibri" pitchFamily="34" charset="-122"/>
                <a:cs typeface="Calibri" pitchFamily="34" charset="-120"/>
              </a:rPr>
              <a:t>"))</a:t>
            </a:r>
            <a:endParaRPr lang="en-US" sz="1400" spc="80" dirty="0"/>
          </a:p>
          <a:p>
            <a:pPr>
              <a:lnSpc>
                <a:spcPct val="135000"/>
              </a:lnSpc>
            </a:pPr>
            <a:r>
              <a:rPr lang="en-US" sz="1400" spc="80" dirty="0">
                <a:solidFill>
                  <a:srgbClr val="2D3748"/>
                </a:solidFill>
                <a:latin typeface="Calibri" pitchFamily="34" charset="0"/>
                <a:ea typeface="Calibri" pitchFamily="34" charset="-122"/>
                <a:cs typeface="Calibri" pitchFamily="34" charset="-120"/>
              </a:rPr>
              <a:t>print(</a:t>
            </a:r>
            <a:r>
              <a:rPr lang="en-US" sz="1400" spc="80" dirty="0" err="1">
                <a:solidFill>
                  <a:srgbClr val="2D3748"/>
                </a:solidFill>
                <a:latin typeface="Calibri" pitchFamily="34" charset="0"/>
                <a:ea typeface="Calibri" pitchFamily="34" charset="-122"/>
                <a:cs typeface="Calibri" pitchFamily="34" charset="-120"/>
              </a:rPr>
              <a:t>f"Average</a:t>
            </a:r>
            <a:r>
              <a:rPr lang="en-US" sz="1400" spc="80" dirty="0">
                <a:solidFill>
                  <a:srgbClr val="2D3748"/>
                </a:solidFill>
                <a:latin typeface="Calibri" pitchFamily="34" charset="0"/>
                <a:ea typeface="Calibri" pitchFamily="34" charset="-122"/>
                <a:cs typeface="Calibri" pitchFamily="34" charset="-120"/>
              </a:rPr>
              <a:t> Cart Size: {q14_avg_cart['</a:t>
            </a:r>
            <a:r>
              <a:rPr lang="en-US" sz="1400" spc="80" dirty="0" err="1">
                <a:solidFill>
                  <a:srgbClr val="2D3748"/>
                </a:solidFill>
                <a:latin typeface="Calibri" pitchFamily="34" charset="0"/>
                <a:ea typeface="Calibri" pitchFamily="34" charset="-122"/>
                <a:cs typeface="Calibri" pitchFamily="34" charset="-120"/>
              </a:rPr>
              <a:t>cart_size</a:t>
            </a:r>
            <a:r>
              <a:rPr lang="en-US" sz="1400" spc="80" dirty="0">
                <a:solidFill>
                  <a:srgbClr val="2D3748"/>
                </a:solidFill>
                <a:latin typeface="Calibri" pitchFamily="34" charset="0"/>
                <a:ea typeface="Calibri" pitchFamily="34" charset="-122"/>
                <a:cs typeface="Calibri" pitchFamily="34" charset="-120"/>
              </a:rPr>
              <a:t>'].mean():.2f}")</a:t>
            </a:r>
          </a:p>
          <a:p>
            <a:pPr>
              <a:lnSpc>
                <a:spcPct val="135000"/>
              </a:lnSpc>
            </a:pPr>
            <a:endParaRPr lang="en-US" sz="1400" spc="80" dirty="0"/>
          </a:p>
          <a:p>
            <a:pPr>
              <a:lnSpc>
                <a:spcPct val="135000"/>
              </a:lnSpc>
            </a:pPr>
            <a:r>
              <a:rPr lang="en-US" sz="1400" spc="80" dirty="0">
                <a:solidFill>
                  <a:srgbClr val="1B4F8F"/>
                </a:solidFill>
                <a:latin typeface="Calibri" pitchFamily="34" charset="0"/>
                <a:ea typeface="Calibri" pitchFamily="34" charset="-122"/>
                <a:cs typeface="Calibri" pitchFamily="34" charset="-120"/>
              </a:rPr>
              <a:t># Output: Average Cart Size: 10.51</a:t>
            </a:r>
            <a:endParaRPr lang="en-US" sz="1400" spc="80" dirty="0"/>
          </a:p>
        </p:txBody>
      </p:sp>
      <p:sp>
        <p:nvSpPr>
          <p:cNvPr id="33" name="Shape 6">
            <a:extLst>
              <a:ext uri="{FF2B5EF4-FFF2-40B4-BE49-F238E27FC236}">
                <a16:creationId xmlns:a16="http://schemas.microsoft.com/office/drawing/2014/main" id="{76847D9D-3BB4-0725-7CBE-0A469E80E456}"/>
              </a:ext>
            </a:extLst>
          </p:cNvPr>
          <p:cNvSpPr/>
          <p:nvPr/>
        </p:nvSpPr>
        <p:spPr>
          <a:xfrm>
            <a:off x="756653" y="4224597"/>
            <a:ext cx="6553201" cy="1027851"/>
          </a:xfrm>
          <a:prstGeom prst="rect">
            <a:avLst/>
          </a:prstGeom>
          <a:solidFill>
            <a:srgbClr val="FFF3E0"/>
          </a:solidFill>
          <a:ln/>
        </p:spPr>
        <p:txBody>
          <a:bodyPr/>
          <a:lstStyle/>
          <a:p>
            <a:endParaRPr lang="en-IN"/>
          </a:p>
        </p:txBody>
      </p:sp>
      <p:sp>
        <p:nvSpPr>
          <p:cNvPr id="35" name="Text 7">
            <a:extLst>
              <a:ext uri="{FF2B5EF4-FFF2-40B4-BE49-F238E27FC236}">
                <a16:creationId xmlns:a16="http://schemas.microsoft.com/office/drawing/2014/main" id="{1FDE7B68-F90A-428D-32F0-CCBD870EB114}"/>
              </a:ext>
            </a:extLst>
          </p:cNvPr>
          <p:cNvSpPr/>
          <p:nvPr/>
        </p:nvSpPr>
        <p:spPr>
          <a:xfrm>
            <a:off x="909054" y="4224597"/>
            <a:ext cx="6184232" cy="1027851"/>
          </a:xfrm>
          <a:prstGeom prst="rect">
            <a:avLst/>
          </a:prstGeom>
          <a:noFill/>
          <a:ln/>
        </p:spPr>
        <p:txBody>
          <a:bodyPr wrap="square" lIns="0" tIns="0" rIns="0" bIns="0" rtlCol="0" anchor="ctr"/>
          <a:lstStyle/>
          <a:p>
            <a:pPr algn="just">
              <a:lnSpc>
                <a:spcPct val="140000"/>
              </a:lnSpc>
            </a:pPr>
            <a:r>
              <a:rPr lang="en-US" sz="1400" b="1" dirty="0">
                <a:solidFill>
                  <a:srgbClr val="2D3748"/>
                </a:solidFill>
                <a:latin typeface="Calibri" pitchFamily="34" charset="0"/>
                <a:ea typeface="Calibri" pitchFamily="34" charset="-122"/>
                <a:cs typeface="Calibri" pitchFamily="34" charset="-120"/>
              </a:rPr>
              <a:t>Note:</a:t>
            </a:r>
            <a:r>
              <a:rPr lang="en-US" sz="1400" dirty="0">
                <a:solidFill>
                  <a:srgbClr val="2D3748"/>
                </a:solidFill>
                <a:latin typeface="Calibri" pitchFamily="34" charset="0"/>
                <a:ea typeface="Calibri" pitchFamily="34" charset="-122"/>
                <a:cs typeface="Calibri" pitchFamily="34" charset="-120"/>
              </a:rPr>
              <a:t> Since </a:t>
            </a:r>
            <a:r>
              <a:rPr lang="en-US" sz="1400" dirty="0" err="1">
                <a:solidFill>
                  <a:srgbClr val="2D3748"/>
                </a:solidFill>
                <a:latin typeface="Calibri" pitchFamily="34" charset="0"/>
                <a:ea typeface="Calibri" pitchFamily="34" charset="-122"/>
                <a:cs typeface="Calibri" pitchFamily="34" charset="-120"/>
              </a:rPr>
              <a:t>add_to_cart_order</a:t>
            </a:r>
            <a:r>
              <a:rPr lang="en-US" sz="1400" dirty="0">
                <a:solidFill>
                  <a:srgbClr val="2D3748"/>
                </a:solidFill>
                <a:latin typeface="Calibri" pitchFamily="34" charset="0"/>
                <a:ea typeface="Calibri" pitchFamily="34" charset="-122"/>
                <a:cs typeface="Calibri" pitchFamily="34" charset="-120"/>
              </a:rPr>
              <a:t> reaches the maximum item position in an order</a:t>
            </a:r>
            <a:r>
              <a:rPr lang="en-US" sz="1400" b="1" dirty="0">
                <a:solidFill>
                  <a:srgbClr val="2D3748"/>
                </a:solidFill>
                <a:latin typeface="Calibri" pitchFamily="34" charset="0"/>
                <a:ea typeface="Calibri" pitchFamily="34" charset="-122"/>
                <a:cs typeface="Calibri" pitchFamily="34" charset="-120"/>
              </a:rPr>
              <a:t>, both Query 11 and Query 14 produce the same result (10.51).</a:t>
            </a:r>
            <a:r>
              <a:rPr lang="en-US" sz="1400" dirty="0">
                <a:solidFill>
                  <a:srgbClr val="2D3748"/>
                </a:solidFill>
                <a:latin typeface="Calibri" pitchFamily="34" charset="0"/>
                <a:ea typeface="Calibri" pitchFamily="34" charset="-122"/>
                <a:cs typeface="Calibri" pitchFamily="34" charset="-120"/>
              </a:rPr>
              <a:t> This cross-validation confirms the consistency of the analytical approach.</a:t>
            </a:r>
            <a:endParaRPr lang="en-US" sz="1400" dirty="0"/>
          </a:p>
        </p:txBody>
      </p:sp>
      <p:sp>
        <p:nvSpPr>
          <p:cNvPr id="37" name="TextBox 36">
            <a:extLst>
              <a:ext uri="{FF2B5EF4-FFF2-40B4-BE49-F238E27FC236}">
                <a16:creationId xmlns:a16="http://schemas.microsoft.com/office/drawing/2014/main" id="{7F774B46-AE56-8266-7998-FD6F340BDC77}"/>
              </a:ext>
            </a:extLst>
          </p:cNvPr>
          <p:cNvSpPr txBox="1"/>
          <p:nvPr/>
        </p:nvSpPr>
        <p:spPr>
          <a:xfrm>
            <a:off x="812800" y="2086811"/>
            <a:ext cx="1851526" cy="307777"/>
          </a:xfrm>
          <a:prstGeom prst="rect">
            <a:avLst/>
          </a:prstGeom>
          <a:noFill/>
        </p:spPr>
        <p:txBody>
          <a:bodyPr wrap="square">
            <a:spAutoFit/>
          </a:bodyPr>
          <a:lstStyle/>
          <a:p>
            <a:r>
              <a:rPr lang="en-US" sz="1400" b="1" dirty="0">
                <a:solidFill>
                  <a:srgbClr val="718096"/>
                </a:solidFill>
                <a:latin typeface="Calibri" pitchFamily="34" charset="0"/>
                <a:ea typeface="Calibri" pitchFamily="34" charset="-122"/>
                <a:cs typeface="Calibri" pitchFamily="34" charset="-120"/>
              </a:rPr>
              <a:t>PYTHON CODE</a:t>
            </a:r>
            <a:endParaRPr lang="en-IN" sz="1400" dirty="0"/>
          </a:p>
        </p:txBody>
      </p:sp>
      <p:sp>
        <p:nvSpPr>
          <p:cNvPr id="39" name="Shape 3">
            <a:extLst>
              <a:ext uri="{FF2B5EF4-FFF2-40B4-BE49-F238E27FC236}">
                <a16:creationId xmlns:a16="http://schemas.microsoft.com/office/drawing/2014/main" id="{340C5C1B-9FBA-AEA8-FCDF-FF7274DE134D}"/>
              </a:ext>
            </a:extLst>
          </p:cNvPr>
          <p:cNvSpPr/>
          <p:nvPr/>
        </p:nvSpPr>
        <p:spPr>
          <a:xfrm>
            <a:off x="8940798" y="2062746"/>
            <a:ext cx="6553201" cy="1942258"/>
          </a:xfrm>
          <a:prstGeom prst="rect">
            <a:avLst/>
          </a:prstGeom>
          <a:solidFill>
            <a:srgbClr val="EDF2F7"/>
          </a:solidFill>
          <a:ln/>
        </p:spPr>
        <p:txBody>
          <a:bodyPr/>
          <a:lstStyle/>
          <a:p>
            <a:endParaRPr lang="en-IN"/>
          </a:p>
        </p:txBody>
      </p:sp>
      <p:sp>
        <p:nvSpPr>
          <p:cNvPr id="41" name="Text 4">
            <a:extLst>
              <a:ext uri="{FF2B5EF4-FFF2-40B4-BE49-F238E27FC236}">
                <a16:creationId xmlns:a16="http://schemas.microsoft.com/office/drawing/2014/main" id="{47AF4CA2-07BA-FF18-B44B-4BA9A3FEC8BE}"/>
              </a:ext>
            </a:extLst>
          </p:cNvPr>
          <p:cNvSpPr/>
          <p:nvPr/>
        </p:nvSpPr>
        <p:spPr>
          <a:xfrm>
            <a:off x="10033000" y="2390270"/>
            <a:ext cx="4445000" cy="825500"/>
          </a:xfrm>
          <a:prstGeom prst="rect">
            <a:avLst/>
          </a:prstGeom>
          <a:noFill/>
          <a:ln/>
        </p:spPr>
        <p:txBody>
          <a:bodyPr wrap="none" lIns="0" tIns="0" rIns="0" bIns="0" rtlCol="0" anchor="ctr"/>
          <a:lstStyle/>
          <a:p>
            <a:pPr algn="ctr">
              <a:lnSpc>
                <a:spcPct val="120000"/>
              </a:lnSpc>
            </a:pPr>
            <a:r>
              <a:rPr lang="en-US" sz="5600" b="1" dirty="0">
                <a:solidFill>
                  <a:srgbClr val="1B4F8F"/>
                </a:solidFill>
                <a:latin typeface="Calibri" pitchFamily="34" charset="0"/>
                <a:ea typeface="Calibri" pitchFamily="34" charset="-122"/>
                <a:cs typeface="Calibri" pitchFamily="34" charset="-120"/>
              </a:rPr>
              <a:t>10.51</a:t>
            </a:r>
            <a:endParaRPr lang="en-US" sz="5600" dirty="0"/>
          </a:p>
        </p:txBody>
      </p:sp>
      <p:sp>
        <p:nvSpPr>
          <p:cNvPr id="43" name="Text 5">
            <a:extLst>
              <a:ext uri="{FF2B5EF4-FFF2-40B4-BE49-F238E27FC236}">
                <a16:creationId xmlns:a16="http://schemas.microsoft.com/office/drawing/2014/main" id="{8E0432FC-2F14-95F4-950F-01A4F6A92B73}"/>
              </a:ext>
            </a:extLst>
          </p:cNvPr>
          <p:cNvSpPr/>
          <p:nvPr/>
        </p:nvSpPr>
        <p:spPr>
          <a:xfrm>
            <a:off x="10033000" y="3279270"/>
            <a:ext cx="4445000" cy="381000"/>
          </a:xfrm>
          <a:prstGeom prst="rect">
            <a:avLst/>
          </a:prstGeom>
          <a:noFill/>
          <a:ln/>
        </p:spPr>
        <p:txBody>
          <a:bodyPr wrap="none" lIns="0" tIns="0" rIns="0" bIns="0" rtlCol="0" anchor="ctr"/>
          <a:lstStyle/>
          <a:p>
            <a:pPr algn="ctr">
              <a:lnSpc>
                <a:spcPct val="120000"/>
              </a:lnSpc>
            </a:pPr>
            <a:r>
              <a:rPr lang="en-US" sz="1600" dirty="0">
                <a:solidFill>
                  <a:srgbClr val="718096"/>
                </a:solidFill>
                <a:latin typeface="Calibri" pitchFamily="34" charset="0"/>
                <a:ea typeface="Calibri" pitchFamily="34" charset="-122"/>
                <a:cs typeface="Calibri" pitchFamily="34" charset="-120"/>
              </a:rPr>
              <a:t>Average Cart Size (Products)</a:t>
            </a:r>
            <a:endParaRPr lang="en-US" sz="1600" dirty="0"/>
          </a:p>
        </p:txBody>
      </p:sp>
    </p:spTree>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62000" y="444500"/>
            <a:ext cx="12700000" cy="444500"/>
          </a:xfrm>
          <a:prstGeom prst="rect">
            <a:avLst/>
          </a:prstGeom>
          <a:noFill/>
          <a:ln/>
        </p:spPr>
        <p:txBody>
          <a:bodyPr wrap="none" lIns="0" tIns="0" rIns="0" bIns="0" rtlCol="0" anchor="ctr"/>
          <a:lstStyle/>
          <a:p>
            <a:pPr algn="l">
              <a:lnSpc>
                <a:spcPct val="130000"/>
              </a:lnSpc>
            </a:pPr>
            <a:r>
              <a:rPr lang="en-US" sz="2400" b="1" dirty="0">
                <a:solidFill>
                  <a:srgbClr val="2D3748"/>
                </a:solidFill>
                <a:latin typeface="Calibri" pitchFamily="34" charset="0"/>
                <a:ea typeface="Calibri" pitchFamily="34" charset="-122"/>
                <a:cs typeface="Calibri" pitchFamily="34" charset="-120"/>
              </a:rPr>
              <a:t>Query 15 — Orders by Hour of Day (Cross-Reference)</a:t>
            </a:r>
            <a:endParaRPr lang="en-US" sz="2400" dirty="0"/>
          </a:p>
        </p:txBody>
      </p:sp>
      <p:sp>
        <p:nvSpPr>
          <p:cNvPr id="3" name="Shape 1"/>
          <p:cNvSpPr/>
          <p:nvPr/>
        </p:nvSpPr>
        <p:spPr>
          <a:xfrm>
            <a:off x="762000" y="952500"/>
            <a:ext cx="14732000" cy="25400"/>
          </a:xfrm>
          <a:prstGeom prst="rect">
            <a:avLst/>
          </a:prstGeom>
          <a:solidFill>
            <a:srgbClr val="1B4F8F"/>
          </a:solidFill>
          <a:ln/>
        </p:spPr>
        <p:txBody>
          <a:bodyPr/>
          <a:lstStyle/>
          <a:p>
            <a:endParaRPr lang="en-IN"/>
          </a:p>
        </p:txBody>
      </p:sp>
      <p:sp>
        <p:nvSpPr>
          <p:cNvPr id="4" name="Text 2"/>
          <p:cNvSpPr/>
          <p:nvPr/>
        </p:nvSpPr>
        <p:spPr>
          <a:xfrm>
            <a:off x="762000" y="1079500"/>
            <a:ext cx="14732000" cy="279400"/>
          </a:xfrm>
          <a:prstGeom prst="rect">
            <a:avLst/>
          </a:prstGeom>
          <a:noFill/>
          <a:ln/>
        </p:spPr>
        <p:txBody>
          <a:bodyPr wrap="none" lIns="0" tIns="0" rIns="0" bIns="0" rtlCol="0" anchor="ctr"/>
          <a:lstStyle/>
          <a:p>
            <a:pPr algn="l">
              <a:lnSpc>
                <a:spcPct val="120000"/>
              </a:lnSpc>
            </a:pPr>
            <a:r>
              <a:rPr lang="en-US" sz="1300" dirty="0">
                <a:solidFill>
                  <a:srgbClr val="718096"/>
                </a:solidFill>
                <a:latin typeface="Calibri" pitchFamily="34" charset="0"/>
                <a:ea typeface="Calibri" pitchFamily="34" charset="-122"/>
                <a:cs typeface="Calibri" pitchFamily="34" charset="-120"/>
              </a:rPr>
              <a:t>Objective: Identify order distribution across hours | Temporal / Demand-Timing Objective</a:t>
            </a:r>
            <a:endParaRPr lang="en-US" sz="1300" dirty="0"/>
          </a:p>
        </p:txBody>
      </p:sp>
      <p:sp>
        <p:nvSpPr>
          <p:cNvPr id="5" name="Shape 3"/>
          <p:cNvSpPr/>
          <p:nvPr/>
        </p:nvSpPr>
        <p:spPr>
          <a:xfrm>
            <a:off x="762000" y="2056063"/>
            <a:ext cx="6553201" cy="3196385"/>
          </a:xfrm>
          <a:prstGeom prst="rect">
            <a:avLst/>
          </a:prstGeom>
          <a:solidFill>
            <a:srgbClr val="E3F2FD"/>
          </a:solidFill>
          <a:ln/>
        </p:spPr>
        <p:txBody>
          <a:bodyPr/>
          <a:lstStyle/>
          <a:p>
            <a:endParaRPr lang="en-IN"/>
          </a:p>
        </p:txBody>
      </p:sp>
      <p:sp>
        <p:nvSpPr>
          <p:cNvPr id="6" name="Text 4"/>
          <p:cNvSpPr/>
          <p:nvPr/>
        </p:nvSpPr>
        <p:spPr>
          <a:xfrm>
            <a:off x="1002631" y="2336381"/>
            <a:ext cx="6071937" cy="2563561"/>
          </a:xfrm>
          <a:prstGeom prst="rect">
            <a:avLst/>
          </a:prstGeom>
          <a:noFill/>
          <a:ln/>
        </p:spPr>
        <p:txBody>
          <a:bodyPr wrap="square" lIns="0" tIns="0" rIns="0" bIns="0" rtlCol="0" anchor="ctr"/>
          <a:lstStyle/>
          <a:p>
            <a:pPr algn="just">
              <a:lnSpc>
                <a:spcPct val="140000"/>
              </a:lnSpc>
            </a:pPr>
            <a:r>
              <a:rPr lang="en-US" sz="1450" b="1" dirty="0">
                <a:solidFill>
                  <a:srgbClr val="2D3748"/>
                </a:solidFill>
                <a:latin typeface="Calibri" pitchFamily="34" charset="0"/>
                <a:ea typeface="Calibri" pitchFamily="34" charset="-122"/>
                <a:cs typeface="Calibri" pitchFamily="34" charset="-120"/>
              </a:rPr>
              <a:t>Cross-Reference Note:</a:t>
            </a:r>
            <a:r>
              <a:rPr lang="en-US" sz="1450" dirty="0">
                <a:solidFill>
                  <a:srgbClr val="2D3748"/>
                </a:solidFill>
                <a:latin typeface="Calibri" pitchFamily="34" charset="0"/>
                <a:ea typeface="Calibri" pitchFamily="34" charset="-122"/>
                <a:cs typeface="Calibri" pitchFamily="34" charset="-120"/>
              </a:rPr>
              <a:t> This query requires the same analysis performed in </a:t>
            </a:r>
            <a:r>
              <a:rPr lang="en-US" sz="1450" b="1" dirty="0">
                <a:solidFill>
                  <a:srgbClr val="2D3748"/>
                </a:solidFill>
                <a:latin typeface="Calibri" pitchFamily="34" charset="0"/>
                <a:ea typeface="Calibri" pitchFamily="34" charset="-122"/>
                <a:cs typeface="Calibri" pitchFamily="34" charset="-120"/>
              </a:rPr>
              <a:t>Query 7 (Peak Hours of Order Placement During the Day)</a:t>
            </a:r>
            <a:r>
              <a:rPr lang="en-US" sz="1450" dirty="0">
                <a:solidFill>
                  <a:srgbClr val="2D3748"/>
                </a:solidFill>
                <a:latin typeface="Calibri" pitchFamily="34" charset="0"/>
                <a:ea typeface="Calibri" pitchFamily="34" charset="-122"/>
                <a:cs typeface="Calibri" pitchFamily="34" charset="-120"/>
              </a:rPr>
              <a:t>. Since both questions analyse the distribution of orders across the 24-hour period, the same Python implementation and results have been reused to avoid duplication.</a:t>
            </a:r>
          </a:p>
          <a:p>
            <a:pPr algn="just">
              <a:lnSpc>
                <a:spcPct val="140000"/>
              </a:lnSpc>
            </a:pPr>
            <a:r>
              <a:rPr lang="en-US" sz="1450" dirty="0">
                <a:solidFill>
                  <a:srgbClr val="2D3748"/>
                </a:solidFill>
                <a:latin typeface="Calibri" pitchFamily="34" charset="0"/>
                <a:ea typeface="Calibri" pitchFamily="34" charset="-122"/>
                <a:cs typeface="Calibri" pitchFamily="34" charset="-120"/>
              </a:rPr>
              <a:t>The distribution indicates customers primarily place orders during regular daytime business hours, suggesting planned grocery shopping rather than impulse purchases.</a:t>
            </a:r>
            <a:endParaRPr lang="en-US" sz="1450" dirty="0"/>
          </a:p>
        </p:txBody>
      </p:sp>
      <p:sp>
        <p:nvSpPr>
          <p:cNvPr id="7" name="Text 5"/>
          <p:cNvSpPr/>
          <p:nvPr/>
        </p:nvSpPr>
        <p:spPr>
          <a:xfrm>
            <a:off x="1002631" y="2119566"/>
            <a:ext cx="5080000" cy="355600"/>
          </a:xfrm>
          <a:prstGeom prst="rect">
            <a:avLst/>
          </a:prstGeom>
          <a:noFill/>
          <a:ln/>
        </p:spPr>
        <p:txBody>
          <a:bodyPr wrap="none" lIns="0" tIns="0" rIns="0" bIns="0" rtlCol="0" anchor="ctr"/>
          <a:lstStyle/>
          <a:p>
            <a:pPr algn="l">
              <a:lnSpc>
                <a:spcPct val="120000"/>
              </a:lnSpc>
            </a:pPr>
            <a:r>
              <a:rPr lang="en-US" sz="1800" b="1" dirty="0">
                <a:solidFill>
                  <a:srgbClr val="1B4F8F"/>
                </a:solidFill>
                <a:latin typeface="Calibri" pitchFamily="34" charset="0"/>
                <a:ea typeface="Calibri" pitchFamily="34" charset="-122"/>
                <a:cs typeface="Calibri" pitchFamily="34" charset="-120"/>
              </a:rPr>
              <a:t>Reference: Query 7 Results</a:t>
            </a:r>
            <a:endParaRPr lang="en-US" sz="1800" dirty="0"/>
          </a:p>
        </p:txBody>
      </p:sp>
      <p:graphicFrame>
        <p:nvGraphicFramePr>
          <p:cNvPr id="35" name="Table 0"/>
          <p:cNvGraphicFramePr>
            <a:graphicFrameLocks noGrp="1"/>
          </p:cNvGraphicFramePr>
          <p:nvPr>
            <p:extLst>
              <p:ext uri="{D42A27DB-BD31-4B8C-83A1-F6EECF244321}">
                <p14:modId xmlns:p14="http://schemas.microsoft.com/office/powerpoint/2010/main" val="3366642239"/>
              </p:ext>
            </p:extLst>
          </p:nvPr>
        </p:nvGraphicFramePr>
        <p:xfrm>
          <a:off x="9311105" y="2119566"/>
          <a:ext cx="5415546" cy="3130552"/>
        </p:xfrm>
        <a:graphic>
          <a:graphicData uri="http://schemas.openxmlformats.org/drawingml/2006/table">
            <a:tbl>
              <a:tblPr/>
              <a:tblGrid>
                <a:gridCol w="1895441">
                  <a:extLst>
                    <a:ext uri="{9D8B030D-6E8A-4147-A177-3AD203B41FA5}">
                      <a16:colId xmlns:a16="http://schemas.microsoft.com/office/drawing/2014/main" val="20000"/>
                    </a:ext>
                  </a:extLst>
                </a:gridCol>
                <a:gridCol w="1895441">
                  <a:extLst>
                    <a:ext uri="{9D8B030D-6E8A-4147-A177-3AD203B41FA5}">
                      <a16:colId xmlns:a16="http://schemas.microsoft.com/office/drawing/2014/main" val="20001"/>
                    </a:ext>
                  </a:extLst>
                </a:gridCol>
                <a:gridCol w="1624664">
                  <a:extLst>
                    <a:ext uri="{9D8B030D-6E8A-4147-A177-3AD203B41FA5}">
                      <a16:colId xmlns:a16="http://schemas.microsoft.com/office/drawing/2014/main" val="20002"/>
                    </a:ext>
                  </a:extLst>
                </a:gridCol>
              </a:tblGrid>
              <a:tr h="391319">
                <a:tc>
                  <a:txBody>
                    <a:bodyPr/>
                    <a:lstStyle/>
                    <a:p>
                      <a:pPr algn="ctr"/>
                      <a:r>
                        <a:rPr lang="en-US" sz="1400" b="1" dirty="0">
                          <a:solidFill>
                            <a:srgbClr val="FFFFFF"/>
                          </a:solidFill>
                          <a:latin typeface="Calibri" pitchFamily="34" charset="0"/>
                          <a:ea typeface="Calibri" pitchFamily="34" charset="-122"/>
                          <a:cs typeface="Calibri" pitchFamily="34" charset="-120"/>
                        </a:rPr>
                        <a:t>Hour</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B4F8F"/>
                    </a:solidFill>
                  </a:tcPr>
                </a:tc>
                <a:tc>
                  <a:txBody>
                    <a:bodyPr/>
                    <a:lstStyle/>
                    <a:p>
                      <a:pPr algn="ctr"/>
                      <a:r>
                        <a:rPr lang="en-US" sz="1400" b="1" dirty="0">
                          <a:solidFill>
                            <a:srgbClr val="FFFFFF"/>
                          </a:solidFill>
                          <a:latin typeface="Calibri" pitchFamily="34" charset="0"/>
                          <a:ea typeface="Calibri" pitchFamily="34" charset="-122"/>
                          <a:cs typeface="Calibri" pitchFamily="34" charset="-120"/>
                        </a:rPr>
                        <a:t>Total Orders</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B4F8F"/>
                    </a:solidFill>
                  </a:tcPr>
                </a:tc>
                <a:tc>
                  <a:txBody>
                    <a:bodyPr/>
                    <a:lstStyle/>
                    <a:p>
                      <a:pPr algn="ctr"/>
                      <a:r>
                        <a:rPr lang="en-US" sz="1400" b="1" dirty="0">
                          <a:solidFill>
                            <a:srgbClr val="FFFFFF"/>
                          </a:solidFill>
                          <a:latin typeface="Calibri" pitchFamily="34" charset="0"/>
                          <a:ea typeface="Calibri" pitchFamily="34" charset="-122"/>
                          <a:cs typeface="Calibri" pitchFamily="34" charset="-120"/>
                        </a:rPr>
                        <a:t>Rank</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B4F8F"/>
                    </a:solidFill>
                  </a:tcPr>
                </a:tc>
                <a:extLst>
                  <a:ext uri="{0D108BD9-81ED-4DB2-BD59-A6C34878D82A}">
                    <a16:rowId xmlns:a16="http://schemas.microsoft.com/office/drawing/2014/main" val="10000"/>
                  </a:ext>
                </a:extLst>
              </a:tr>
              <a:tr h="391319">
                <a:tc>
                  <a:txBody>
                    <a:bodyPr/>
                    <a:lstStyle/>
                    <a:p>
                      <a:pPr algn="ctr"/>
                      <a:r>
                        <a:rPr lang="en-US" sz="1400" dirty="0">
                          <a:solidFill>
                            <a:srgbClr val="2D3748"/>
                          </a:solidFill>
                          <a:latin typeface="Calibri" pitchFamily="34" charset="0"/>
                          <a:ea typeface="Calibri" pitchFamily="34" charset="-122"/>
                          <a:cs typeface="Calibri" pitchFamily="34" charset="-120"/>
                        </a:rPr>
                        <a:t>10 AM</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b="1" dirty="0">
                          <a:solidFill>
                            <a:srgbClr val="2D3748"/>
                          </a:solidFill>
                          <a:latin typeface="Calibri" pitchFamily="34" charset="0"/>
                          <a:ea typeface="Calibri" pitchFamily="34" charset="-122"/>
                          <a:cs typeface="Calibri" pitchFamily="34" charset="-120"/>
                        </a:rPr>
                        <a:t>88,228</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91319">
                <a:tc>
                  <a:txBody>
                    <a:bodyPr/>
                    <a:lstStyle/>
                    <a:p>
                      <a:pPr algn="ctr"/>
                      <a:r>
                        <a:rPr lang="en-US" sz="1400" dirty="0">
                          <a:solidFill>
                            <a:srgbClr val="2D3748"/>
                          </a:solidFill>
                          <a:latin typeface="Calibri" pitchFamily="34" charset="0"/>
                          <a:ea typeface="Calibri" pitchFamily="34" charset="-122"/>
                          <a:cs typeface="Calibri" pitchFamily="34" charset="-120"/>
                        </a:rPr>
                        <a:t>11 AM</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87,087</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extLst>
                  <a:ext uri="{0D108BD9-81ED-4DB2-BD59-A6C34878D82A}">
                    <a16:rowId xmlns:a16="http://schemas.microsoft.com/office/drawing/2014/main" val="10002"/>
                  </a:ext>
                </a:extLst>
              </a:tr>
              <a:tr h="391319">
                <a:tc>
                  <a:txBody>
                    <a:bodyPr/>
                    <a:lstStyle/>
                    <a:p>
                      <a:pPr algn="ctr"/>
                      <a:r>
                        <a:rPr lang="en-US" sz="1400" dirty="0">
                          <a:solidFill>
                            <a:srgbClr val="2D3748"/>
                          </a:solidFill>
                          <a:latin typeface="Calibri" pitchFamily="34" charset="0"/>
                          <a:ea typeface="Calibri" pitchFamily="34" charset="-122"/>
                          <a:cs typeface="Calibri" pitchFamily="34" charset="-120"/>
                        </a:rPr>
                        <a:t>2 PM</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86,905</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91319">
                <a:tc>
                  <a:txBody>
                    <a:bodyPr/>
                    <a:lstStyle/>
                    <a:p>
                      <a:pPr algn="ctr"/>
                      <a:r>
                        <a:rPr lang="en-US" sz="1400" dirty="0">
                          <a:solidFill>
                            <a:srgbClr val="2D3748"/>
                          </a:solidFill>
                          <a:latin typeface="Calibri" pitchFamily="34" charset="0"/>
                          <a:ea typeface="Calibri" pitchFamily="34" charset="-122"/>
                          <a:cs typeface="Calibri" pitchFamily="34" charset="-120"/>
                        </a:rPr>
                        <a:t>3 PM</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86,888</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extLst>
                  <a:ext uri="{0D108BD9-81ED-4DB2-BD59-A6C34878D82A}">
                    <a16:rowId xmlns:a16="http://schemas.microsoft.com/office/drawing/2014/main" val="10004"/>
                  </a:ext>
                </a:extLst>
              </a:tr>
              <a:tr h="391319">
                <a:tc>
                  <a:txBody>
                    <a:bodyPr/>
                    <a:lstStyle/>
                    <a:p>
                      <a:pPr algn="ctr"/>
                      <a:r>
                        <a:rPr lang="en-US" sz="1400" dirty="0">
                          <a:solidFill>
                            <a:srgbClr val="2D3748"/>
                          </a:solidFill>
                          <a:latin typeface="Calibri" pitchFamily="34" charset="0"/>
                          <a:ea typeface="Calibri" pitchFamily="34" charset="-122"/>
                          <a:cs typeface="Calibri" pitchFamily="34" charset="-120"/>
                        </a:rPr>
                        <a:t>1 PM</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85,652</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91319">
                <a:tc>
                  <a:txBody>
                    <a:bodyPr/>
                    <a:lstStyle/>
                    <a:p>
                      <a:pPr algn="ctr"/>
                      <a:r>
                        <a:rPr lang="en-US" sz="1400" dirty="0">
                          <a:solidFill>
                            <a:srgbClr val="2D3748"/>
                          </a:solidFill>
                          <a:latin typeface="Calibri" pitchFamily="34" charset="0"/>
                          <a:ea typeface="Calibri" pitchFamily="34" charset="-122"/>
                          <a:cs typeface="Calibri" pitchFamily="34" charset="-120"/>
                        </a:rPr>
                        <a:t>12 PM</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84,204</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#6</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extLst>
                  <a:ext uri="{0D108BD9-81ED-4DB2-BD59-A6C34878D82A}">
                    <a16:rowId xmlns:a16="http://schemas.microsoft.com/office/drawing/2014/main" val="10006"/>
                  </a:ext>
                </a:extLst>
              </a:tr>
              <a:tr h="391319">
                <a:tc>
                  <a:txBody>
                    <a:bodyPr/>
                    <a:lstStyle/>
                    <a:p>
                      <a:pPr algn="ctr"/>
                      <a:r>
                        <a:rPr lang="en-US" sz="1400" dirty="0">
                          <a:solidFill>
                            <a:srgbClr val="2D3748"/>
                          </a:solidFill>
                          <a:latin typeface="Calibri" pitchFamily="34" charset="0"/>
                          <a:ea typeface="Calibri" pitchFamily="34" charset="-122"/>
                          <a:cs typeface="Calibri" pitchFamily="34" charset="-120"/>
                        </a:rPr>
                        <a:t>4 PM</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83,421</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#7</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13" name="Shape 10"/>
          <p:cNvSpPr/>
          <p:nvPr/>
        </p:nvSpPr>
        <p:spPr>
          <a:xfrm>
            <a:off x="762000" y="8763000"/>
            <a:ext cx="14732000" cy="25400"/>
          </a:xfrm>
          <a:prstGeom prst="rect">
            <a:avLst/>
          </a:prstGeom>
          <a:solidFill>
            <a:srgbClr val="1B4F8F"/>
          </a:solidFill>
          <a:ln/>
        </p:spPr>
        <p:txBody>
          <a:bodyPr/>
          <a:lstStyle/>
          <a:p>
            <a:endParaRPr lang="en-IN"/>
          </a:p>
        </p:txBody>
      </p:sp>
      <p:sp>
        <p:nvSpPr>
          <p:cNvPr id="14" name="Text 11"/>
          <p:cNvSpPr/>
          <p:nvPr/>
        </p:nvSpPr>
        <p:spPr>
          <a:xfrm>
            <a:off x="14478000" y="8826500"/>
            <a:ext cx="1016000" cy="254000"/>
          </a:xfrm>
          <a:prstGeom prst="rect">
            <a:avLst/>
          </a:prstGeom>
          <a:noFill/>
          <a:ln/>
        </p:spPr>
        <p:txBody>
          <a:bodyPr wrap="none" lIns="0" tIns="0" rIns="0" bIns="0" rtlCol="0" anchor="ctr"/>
          <a:lstStyle/>
          <a:p>
            <a:pPr algn="r">
              <a:lnSpc>
                <a:spcPct val="120000"/>
              </a:lnSpc>
            </a:pPr>
            <a:r>
              <a:rPr lang="en-US" sz="1200" dirty="0">
                <a:solidFill>
                  <a:srgbClr val="718096"/>
                </a:solidFill>
                <a:latin typeface="Calibri" pitchFamily="34" charset="0"/>
                <a:ea typeface="Calibri" pitchFamily="34" charset="-122"/>
                <a:cs typeface="Calibri" pitchFamily="34" charset="-120"/>
              </a:rPr>
              <a:t>34 / 55</a:t>
            </a:r>
            <a:endParaRPr lang="en-US" sz="1200" dirty="0"/>
          </a:p>
        </p:txBody>
      </p:sp>
      <p:sp>
        <p:nvSpPr>
          <p:cNvPr id="15" name="Text 9">
            <a:extLst>
              <a:ext uri="{FF2B5EF4-FFF2-40B4-BE49-F238E27FC236}">
                <a16:creationId xmlns:a16="http://schemas.microsoft.com/office/drawing/2014/main" id="{0B35BA52-5790-7754-4746-35F60D4E4E29}"/>
              </a:ext>
            </a:extLst>
          </p:cNvPr>
          <p:cNvSpPr/>
          <p:nvPr/>
        </p:nvSpPr>
        <p:spPr>
          <a:xfrm>
            <a:off x="812800" y="5293893"/>
            <a:ext cx="6502401" cy="1610559"/>
          </a:xfrm>
          <a:prstGeom prst="rect">
            <a:avLst/>
          </a:prstGeom>
          <a:noFill/>
          <a:ln/>
        </p:spPr>
        <p:txBody>
          <a:bodyPr wrap="square" lIns="0" tIns="0" rIns="0" bIns="0" rtlCol="0" anchor="t"/>
          <a:lstStyle/>
          <a:p>
            <a:pPr algn="just">
              <a:lnSpc>
                <a:spcPct val="145000"/>
              </a:lnSpc>
            </a:pPr>
            <a:r>
              <a:rPr lang="en-US" sz="1500" b="1" dirty="0">
                <a:solidFill>
                  <a:srgbClr val="1B4F8F"/>
                </a:solidFill>
                <a:latin typeface="Calibri" pitchFamily="34" charset="0"/>
                <a:ea typeface="Calibri" pitchFamily="34" charset="-122"/>
                <a:cs typeface="Calibri" pitchFamily="34" charset="-120"/>
              </a:rPr>
              <a:t>Interpretation </a:t>
            </a:r>
          </a:p>
          <a:p>
            <a:pPr algn="just">
              <a:lnSpc>
                <a:spcPct val="155000"/>
              </a:lnSpc>
            </a:pPr>
            <a:r>
              <a:rPr lang="en-US" sz="1500" dirty="0">
                <a:solidFill>
                  <a:srgbClr val="2D3748"/>
                </a:solidFill>
                <a:latin typeface="Calibri" pitchFamily="34" charset="0"/>
                <a:ea typeface="Calibri" pitchFamily="34" charset="-122"/>
                <a:cs typeface="Calibri" pitchFamily="34" charset="-120"/>
              </a:rPr>
              <a:t>Customer ordering activity is highest between </a:t>
            </a:r>
            <a:r>
              <a:rPr lang="en-US" sz="1500" b="1" dirty="0">
                <a:solidFill>
                  <a:srgbClr val="2D3748"/>
                </a:solidFill>
                <a:latin typeface="Calibri" pitchFamily="34" charset="0"/>
                <a:ea typeface="Calibri" pitchFamily="34" charset="-122"/>
                <a:cs typeface="Calibri" pitchFamily="34" charset="-120"/>
              </a:rPr>
              <a:t>10:00 AM and 4:00 PM</a:t>
            </a:r>
            <a:r>
              <a:rPr lang="en-US" sz="1500" dirty="0">
                <a:solidFill>
                  <a:srgbClr val="2D3748"/>
                </a:solidFill>
                <a:latin typeface="Calibri" pitchFamily="34" charset="0"/>
                <a:ea typeface="Calibri" pitchFamily="34" charset="-122"/>
                <a:cs typeface="Calibri" pitchFamily="34" charset="-120"/>
              </a:rPr>
              <a:t>. The single busiest hour is </a:t>
            </a:r>
            <a:r>
              <a:rPr lang="en-US" sz="1500" b="1" dirty="0">
                <a:solidFill>
                  <a:srgbClr val="2D3748"/>
                </a:solidFill>
                <a:latin typeface="Calibri" pitchFamily="34" charset="0"/>
                <a:ea typeface="Calibri" pitchFamily="34" charset="-122"/>
                <a:cs typeface="Calibri" pitchFamily="34" charset="-120"/>
              </a:rPr>
              <a:t>10:00 AM</a:t>
            </a:r>
            <a:r>
              <a:rPr lang="en-US" sz="1500" dirty="0">
                <a:solidFill>
                  <a:srgbClr val="2D3748"/>
                </a:solidFill>
                <a:latin typeface="Calibri" pitchFamily="34" charset="0"/>
                <a:ea typeface="Calibri" pitchFamily="34" charset="-122"/>
                <a:cs typeface="Calibri" pitchFamily="34" charset="-120"/>
              </a:rPr>
              <a:t> with </a:t>
            </a:r>
            <a:r>
              <a:rPr lang="en-US" sz="1500" b="1" dirty="0">
                <a:solidFill>
                  <a:srgbClr val="2D3748"/>
                </a:solidFill>
                <a:latin typeface="Calibri" pitchFamily="34" charset="0"/>
                <a:ea typeface="Calibri" pitchFamily="34" charset="-122"/>
                <a:cs typeface="Calibri" pitchFamily="34" charset="-120"/>
              </a:rPr>
              <a:t>88,228 orders</a:t>
            </a:r>
            <a:r>
              <a:rPr lang="en-US" sz="1500" dirty="0">
                <a:solidFill>
                  <a:srgbClr val="2D3748"/>
                </a:solidFill>
                <a:latin typeface="Calibri" pitchFamily="34" charset="0"/>
                <a:ea typeface="Calibri" pitchFamily="34" charset="-122"/>
                <a:cs typeface="Calibri" pitchFamily="34" charset="-120"/>
              </a:rPr>
              <a:t>. Order volume gradually decreases after 4:00 PM. The lowest ordering activity occurs during early morning hours (12:00 AM to 5:00 AM).</a:t>
            </a:r>
            <a:endParaRPr lang="en-US" sz="1500" dirty="0"/>
          </a:p>
        </p:txBody>
      </p:sp>
      <p:sp>
        <p:nvSpPr>
          <p:cNvPr id="17" name="Shape 10">
            <a:extLst>
              <a:ext uri="{FF2B5EF4-FFF2-40B4-BE49-F238E27FC236}">
                <a16:creationId xmlns:a16="http://schemas.microsoft.com/office/drawing/2014/main" id="{8EDDBE73-EF4A-5376-0F8A-7B3799FA0760}"/>
              </a:ext>
            </a:extLst>
          </p:cNvPr>
          <p:cNvSpPr/>
          <p:nvPr/>
        </p:nvSpPr>
        <p:spPr>
          <a:xfrm>
            <a:off x="842879" y="7277100"/>
            <a:ext cx="14651121" cy="1016000"/>
          </a:xfrm>
          <a:prstGeom prst="rect">
            <a:avLst/>
          </a:prstGeom>
          <a:solidFill>
            <a:srgbClr val="EDF2F7"/>
          </a:solidFill>
          <a:ln/>
        </p:spPr>
        <p:txBody>
          <a:bodyPr/>
          <a:lstStyle/>
          <a:p>
            <a:endParaRPr lang="en-IN"/>
          </a:p>
        </p:txBody>
      </p:sp>
      <p:sp>
        <p:nvSpPr>
          <p:cNvPr id="19" name="Shape 11">
            <a:extLst>
              <a:ext uri="{FF2B5EF4-FFF2-40B4-BE49-F238E27FC236}">
                <a16:creationId xmlns:a16="http://schemas.microsoft.com/office/drawing/2014/main" id="{7085EBF4-86C9-D505-FE59-DD7098BAC7D1}"/>
              </a:ext>
            </a:extLst>
          </p:cNvPr>
          <p:cNvSpPr/>
          <p:nvPr/>
        </p:nvSpPr>
        <p:spPr>
          <a:xfrm>
            <a:off x="842879" y="7277100"/>
            <a:ext cx="50800" cy="1016000"/>
          </a:xfrm>
          <a:prstGeom prst="rect">
            <a:avLst/>
          </a:prstGeom>
          <a:solidFill>
            <a:srgbClr val="1B4F8F"/>
          </a:solidFill>
          <a:ln/>
        </p:spPr>
        <p:txBody>
          <a:bodyPr/>
          <a:lstStyle/>
          <a:p>
            <a:endParaRPr lang="en-IN"/>
          </a:p>
        </p:txBody>
      </p:sp>
      <p:sp>
        <p:nvSpPr>
          <p:cNvPr id="21" name="Text 12">
            <a:extLst>
              <a:ext uri="{FF2B5EF4-FFF2-40B4-BE49-F238E27FC236}">
                <a16:creationId xmlns:a16="http://schemas.microsoft.com/office/drawing/2014/main" id="{E9C444A5-B79A-9FA5-9266-3385544E3BAD}"/>
              </a:ext>
            </a:extLst>
          </p:cNvPr>
          <p:cNvSpPr/>
          <p:nvPr/>
        </p:nvSpPr>
        <p:spPr>
          <a:xfrm>
            <a:off x="1041400" y="7378700"/>
            <a:ext cx="14287500" cy="825500"/>
          </a:xfrm>
          <a:prstGeom prst="rect">
            <a:avLst/>
          </a:prstGeom>
          <a:noFill/>
          <a:ln/>
        </p:spPr>
        <p:txBody>
          <a:bodyPr wrap="square" lIns="0" tIns="0" rIns="0" bIns="0" rtlCol="0" anchor="ctr"/>
          <a:lstStyle/>
          <a:p>
            <a:pPr>
              <a:lnSpc>
                <a:spcPct val="150000"/>
              </a:lnSpc>
            </a:pPr>
            <a:r>
              <a:rPr lang="en-US" sz="1500" b="1" dirty="0">
                <a:solidFill>
                  <a:srgbClr val="2D3748"/>
                </a:solidFill>
                <a:latin typeface="Calibri" pitchFamily="34" charset="0"/>
                <a:ea typeface="Calibri" pitchFamily="34" charset="-122"/>
                <a:cs typeface="Calibri" pitchFamily="34" charset="-120"/>
              </a:rPr>
              <a:t>Business Insight:</a:t>
            </a:r>
            <a:r>
              <a:rPr lang="en-US" sz="1500" dirty="0">
                <a:solidFill>
                  <a:srgbClr val="2D3748"/>
                </a:solidFill>
                <a:latin typeface="Calibri" pitchFamily="34" charset="0"/>
                <a:ea typeface="Calibri" pitchFamily="34" charset="-122"/>
                <a:cs typeface="Calibri" pitchFamily="34" charset="-120"/>
              </a:rPr>
              <a:t> Peak hours (10 AM-4 PM) align with medium basket sizes (~10 products), confirming planned grocery shopping </a:t>
            </a:r>
            <a:r>
              <a:rPr lang="en-US" sz="1500" dirty="0" err="1">
                <a:solidFill>
                  <a:srgbClr val="2D3748"/>
                </a:solidFill>
                <a:latin typeface="Calibri" pitchFamily="34" charset="0"/>
                <a:ea typeface="Calibri" pitchFamily="34" charset="-122"/>
                <a:cs typeface="Calibri" pitchFamily="34" charset="-120"/>
              </a:rPr>
              <a:t>behaviour</a:t>
            </a:r>
            <a:r>
              <a:rPr lang="en-US" sz="1500" dirty="0">
                <a:solidFill>
                  <a:srgbClr val="2D3748"/>
                </a:solidFill>
                <a:latin typeface="Calibri" pitchFamily="34" charset="0"/>
                <a:ea typeface="Calibri" pitchFamily="34" charset="-122"/>
                <a:cs typeface="Calibri" pitchFamily="34" charset="-120"/>
              </a:rPr>
              <a:t>. Schedule staff during peak hours, launch promotional notifications before peak windows, and allocate delivery resources accordingly.</a:t>
            </a:r>
            <a:endParaRPr lang="en-US" sz="1500" dirty="0"/>
          </a:p>
        </p:txBody>
      </p:sp>
    </p:spTree>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62000" y="444500"/>
            <a:ext cx="12700000" cy="444500"/>
          </a:xfrm>
          <a:prstGeom prst="rect">
            <a:avLst/>
          </a:prstGeom>
          <a:noFill/>
          <a:ln/>
        </p:spPr>
        <p:txBody>
          <a:bodyPr wrap="none" lIns="0" tIns="0" rIns="0" bIns="0" rtlCol="0" anchor="ctr"/>
          <a:lstStyle/>
          <a:p>
            <a:pPr algn="l">
              <a:lnSpc>
                <a:spcPct val="130000"/>
              </a:lnSpc>
            </a:pPr>
            <a:r>
              <a:rPr lang="en-US" sz="2400" b="1" dirty="0">
                <a:solidFill>
                  <a:srgbClr val="2D3748"/>
                </a:solidFill>
                <a:latin typeface="Calibri" pitchFamily="34" charset="0"/>
                <a:ea typeface="Calibri" pitchFamily="34" charset="-122"/>
                <a:cs typeface="Calibri" pitchFamily="34" charset="-120"/>
              </a:rPr>
              <a:t>Query 16 — Distribution of Order Sizes</a:t>
            </a:r>
            <a:endParaRPr lang="en-US" sz="2400" dirty="0"/>
          </a:p>
        </p:txBody>
      </p:sp>
      <p:sp>
        <p:nvSpPr>
          <p:cNvPr id="3" name="Shape 1"/>
          <p:cNvSpPr/>
          <p:nvPr/>
        </p:nvSpPr>
        <p:spPr>
          <a:xfrm>
            <a:off x="762000" y="952500"/>
            <a:ext cx="14732000" cy="25400"/>
          </a:xfrm>
          <a:prstGeom prst="rect">
            <a:avLst/>
          </a:prstGeom>
          <a:solidFill>
            <a:srgbClr val="1B4F8F"/>
          </a:solidFill>
          <a:ln/>
        </p:spPr>
        <p:txBody>
          <a:bodyPr/>
          <a:lstStyle/>
          <a:p>
            <a:endParaRPr lang="en-IN"/>
          </a:p>
        </p:txBody>
      </p:sp>
      <p:sp>
        <p:nvSpPr>
          <p:cNvPr id="4" name="Text 2"/>
          <p:cNvSpPr/>
          <p:nvPr/>
        </p:nvSpPr>
        <p:spPr>
          <a:xfrm>
            <a:off x="762000" y="1079500"/>
            <a:ext cx="14732000" cy="279400"/>
          </a:xfrm>
          <a:prstGeom prst="rect">
            <a:avLst/>
          </a:prstGeom>
          <a:noFill/>
          <a:ln/>
        </p:spPr>
        <p:txBody>
          <a:bodyPr wrap="none" lIns="0" tIns="0" rIns="0" bIns="0" rtlCol="0" anchor="ctr"/>
          <a:lstStyle/>
          <a:p>
            <a:pPr algn="l">
              <a:lnSpc>
                <a:spcPct val="120000"/>
              </a:lnSpc>
            </a:pPr>
            <a:r>
              <a:rPr lang="en-US" sz="1300" dirty="0">
                <a:solidFill>
                  <a:srgbClr val="718096"/>
                </a:solidFill>
                <a:latin typeface="Calibri" pitchFamily="34" charset="0"/>
                <a:ea typeface="Calibri" pitchFamily="34" charset="-122"/>
                <a:cs typeface="Calibri" pitchFamily="34" charset="-120"/>
              </a:rPr>
              <a:t>Objective: Analyze frequency of small, medium, and large orders | Temporal / Demand-Timing</a:t>
            </a:r>
            <a:endParaRPr lang="en-US" sz="1300" dirty="0"/>
          </a:p>
        </p:txBody>
      </p:sp>
      <p:graphicFrame>
        <p:nvGraphicFramePr>
          <p:cNvPr id="36" name="Table 0"/>
          <p:cNvGraphicFramePr>
            <a:graphicFrameLocks noGrp="1"/>
          </p:cNvGraphicFramePr>
          <p:nvPr>
            <p:extLst>
              <p:ext uri="{D42A27DB-BD31-4B8C-83A1-F6EECF244321}">
                <p14:modId xmlns:p14="http://schemas.microsoft.com/office/powerpoint/2010/main" val="1739357592"/>
              </p:ext>
            </p:extLst>
          </p:nvPr>
        </p:nvGraphicFramePr>
        <p:xfrm>
          <a:off x="9071811" y="2035668"/>
          <a:ext cx="5406189" cy="3022947"/>
        </p:xfrm>
        <a:graphic>
          <a:graphicData uri="http://schemas.openxmlformats.org/drawingml/2006/table">
            <a:tbl>
              <a:tblPr/>
              <a:tblGrid>
                <a:gridCol w="1611898">
                  <a:extLst>
                    <a:ext uri="{9D8B030D-6E8A-4147-A177-3AD203B41FA5}">
                      <a16:colId xmlns:a16="http://schemas.microsoft.com/office/drawing/2014/main" val="20000"/>
                    </a:ext>
                  </a:extLst>
                </a:gridCol>
                <a:gridCol w="2172434">
                  <a:extLst>
                    <a:ext uri="{9D8B030D-6E8A-4147-A177-3AD203B41FA5}">
                      <a16:colId xmlns:a16="http://schemas.microsoft.com/office/drawing/2014/main" val="20001"/>
                    </a:ext>
                  </a:extLst>
                </a:gridCol>
                <a:gridCol w="1621857">
                  <a:extLst>
                    <a:ext uri="{9D8B030D-6E8A-4147-A177-3AD203B41FA5}">
                      <a16:colId xmlns:a16="http://schemas.microsoft.com/office/drawing/2014/main" val="20002"/>
                    </a:ext>
                  </a:extLst>
                </a:gridCol>
              </a:tblGrid>
              <a:tr h="335883">
                <a:tc>
                  <a:txBody>
                    <a:bodyPr/>
                    <a:lstStyle/>
                    <a:p>
                      <a:pPr algn="ctr"/>
                      <a:r>
                        <a:rPr lang="en-US" sz="1400" b="1" dirty="0">
                          <a:solidFill>
                            <a:srgbClr val="FFFFFF"/>
                          </a:solidFill>
                          <a:latin typeface="Calibri" pitchFamily="34" charset="0"/>
                          <a:ea typeface="Calibri" pitchFamily="34" charset="-122"/>
                          <a:cs typeface="Calibri" pitchFamily="34" charset="-120"/>
                        </a:rPr>
                        <a:t>Order Size</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B4F8F"/>
                    </a:solidFill>
                  </a:tcPr>
                </a:tc>
                <a:tc>
                  <a:txBody>
                    <a:bodyPr/>
                    <a:lstStyle/>
                    <a:p>
                      <a:pPr algn="ctr"/>
                      <a:r>
                        <a:rPr lang="en-US" sz="1400" b="1" dirty="0">
                          <a:solidFill>
                            <a:srgbClr val="FFFFFF"/>
                          </a:solidFill>
                          <a:latin typeface="Calibri" pitchFamily="34" charset="0"/>
                          <a:ea typeface="Calibri" pitchFamily="34" charset="-122"/>
                          <a:cs typeface="Calibri" pitchFamily="34" charset="-120"/>
                        </a:rPr>
                        <a:t># of Orders</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B4F8F"/>
                    </a:solidFill>
                  </a:tcPr>
                </a:tc>
                <a:tc>
                  <a:txBody>
                    <a:bodyPr/>
                    <a:lstStyle/>
                    <a:p>
                      <a:pPr algn="ctr"/>
                      <a:r>
                        <a:rPr lang="en-US" sz="1400" b="1" dirty="0">
                          <a:solidFill>
                            <a:srgbClr val="FFFFFF"/>
                          </a:solidFill>
                          <a:latin typeface="Calibri" pitchFamily="34" charset="0"/>
                          <a:ea typeface="Calibri" pitchFamily="34" charset="-122"/>
                          <a:cs typeface="Calibri" pitchFamily="34" charset="-120"/>
                        </a:rPr>
                        <a:t>Category</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B4F8F"/>
                    </a:solidFill>
                  </a:tcPr>
                </a:tc>
                <a:extLst>
                  <a:ext uri="{0D108BD9-81ED-4DB2-BD59-A6C34878D82A}">
                    <a16:rowId xmlns:a16="http://schemas.microsoft.com/office/drawing/2014/main" val="10000"/>
                  </a:ext>
                </a:extLst>
              </a:tr>
              <a:tr h="335883">
                <a:tc>
                  <a:txBody>
                    <a:bodyPr/>
                    <a:lstStyle/>
                    <a:p>
                      <a:pPr algn="ctr"/>
                      <a:r>
                        <a:rPr lang="en-US" sz="1400" dirty="0">
                          <a:solidFill>
                            <a:srgbClr val="2D3748"/>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1,536</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Small</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35883">
                <a:tc>
                  <a:txBody>
                    <a:bodyPr/>
                    <a:lstStyle/>
                    <a:p>
                      <a:pPr algn="ctr"/>
                      <a:r>
                        <a:rPr lang="en-US" sz="1400" dirty="0">
                          <a:solidFill>
                            <a:srgbClr val="2D3748"/>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1,742</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Small</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extLst>
                  <a:ext uri="{0D108BD9-81ED-4DB2-BD59-A6C34878D82A}">
                    <a16:rowId xmlns:a16="http://schemas.microsoft.com/office/drawing/2014/main" val="10002"/>
                  </a:ext>
                </a:extLst>
              </a:tr>
              <a:tr h="335883">
                <a:tc>
                  <a:txBody>
                    <a:bodyPr/>
                    <a:lstStyle/>
                    <a:p>
                      <a:pPr algn="ctr"/>
                      <a:r>
                        <a:rPr lang="en-US" sz="1400" dirty="0">
                          <a:solidFill>
                            <a:srgbClr val="2D3748"/>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1,883</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Small</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35883">
                <a:tc>
                  <a:txBody>
                    <a:bodyPr/>
                    <a:lstStyle/>
                    <a:p>
                      <a:pPr algn="ctr"/>
                      <a:r>
                        <a:rPr lang="en-US" sz="1400" dirty="0">
                          <a:solidFill>
                            <a:srgbClr val="2D3748"/>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1,890</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Small</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extLst>
                  <a:ext uri="{0D108BD9-81ED-4DB2-BD59-A6C34878D82A}">
                    <a16:rowId xmlns:a16="http://schemas.microsoft.com/office/drawing/2014/main" val="10004"/>
                  </a:ext>
                </a:extLst>
              </a:tr>
              <a:tr h="335883">
                <a:tc>
                  <a:txBody>
                    <a:bodyPr/>
                    <a:lstStyle/>
                    <a:p>
                      <a:pPr algn="ctr"/>
                      <a:r>
                        <a:rPr lang="en-US" sz="1400" dirty="0">
                          <a:solidFill>
                            <a:srgbClr val="2D3748"/>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b="1" dirty="0">
                          <a:solidFill>
                            <a:srgbClr val="2D3748"/>
                          </a:solidFill>
                          <a:latin typeface="Calibri" pitchFamily="34" charset="0"/>
                          <a:ea typeface="Calibri" pitchFamily="34" charset="-122"/>
                          <a:cs typeface="Calibri" pitchFamily="34" charset="-120"/>
                        </a:rPr>
                        <a:t>2,032</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Medium</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35883">
                <a:tc>
                  <a:txBody>
                    <a:bodyPr/>
                    <a:lstStyle/>
                    <a:p>
                      <a:pPr algn="ctr"/>
                      <a:r>
                        <a:rPr lang="en-US" sz="1400" dirty="0">
                          <a:solidFill>
                            <a:srgbClr val="2D3748"/>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extLst>
                  <a:ext uri="{0D108BD9-81ED-4DB2-BD59-A6C34878D82A}">
                    <a16:rowId xmlns:a16="http://schemas.microsoft.com/office/drawing/2014/main" val="10006"/>
                  </a:ext>
                </a:extLst>
              </a:tr>
              <a:tr h="335883">
                <a:tc>
                  <a:txBody>
                    <a:bodyPr/>
                    <a:lstStyle/>
                    <a:p>
                      <a:pPr algn="ctr"/>
                      <a:r>
                        <a:rPr lang="en-US" sz="1400" dirty="0">
                          <a:solidFill>
                            <a:srgbClr val="2D3748"/>
                          </a:solidFill>
                          <a:latin typeface="Calibri" pitchFamily="34" charset="0"/>
                          <a:ea typeface="Calibri" pitchFamily="34" charset="-122"/>
                          <a:cs typeface="Calibri" pitchFamily="34" charset="-120"/>
                        </a:rPr>
                        <a:t>66</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Very Large</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35883">
                <a:tc>
                  <a:txBody>
                    <a:bodyPr/>
                    <a:lstStyle/>
                    <a:p>
                      <a:pPr algn="ctr"/>
                      <a:r>
                        <a:rPr lang="en-US" sz="1400" dirty="0">
                          <a:solidFill>
                            <a:srgbClr val="2D3748"/>
                          </a:solidFill>
                          <a:latin typeface="Calibri" pitchFamily="34" charset="0"/>
                          <a:ea typeface="Calibri" pitchFamily="34" charset="-122"/>
                          <a:cs typeface="Calibri" pitchFamily="34" charset="-120"/>
                        </a:rPr>
                        <a:t>74 (max)</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Very Large</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extLst>
                  <a:ext uri="{0D108BD9-81ED-4DB2-BD59-A6C34878D82A}">
                    <a16:rowId xmlns:a16="http://schemas.microsoft.com/office/drawing/2014/main" val="10008"/>
                  </a:ext>
                </a:extLst>
              </a:tr>
            </a:tbl>
          </a:graphicData>
        </a:graphic>
      </p:graphicFrame>
      <p:sp>
        <p:nvSpPr>
          <p:cNvPr id="9" name="Text 6"/>
          <p:cNvSpPr/>
          <p:nvPr/>
        </p:nvSpPr>
        <p:spPr>
          <a:xfrm>
            <a:off x="9400674" y="5293892"/>
            <a:ext cx="6093326" cy="1814439"/>
          </a:xfrm>
          <a:prstGeom prst="rect">
            <a:avLst/>
          </a:prstGeom>
          <a:noFill/>
          <a:ln/>
        </p:spPr>
        <p:txBody>
          <a:bodyPr wrap="square" lIns="0" tIns="0" rIns="0" bIns="0" rtlCol="0" anchor="t"/>
          <a:lstStyle/>
          <a:p>
            <a:pPr algn="l">
              <a:lnSpc>
                <a:spcPct val="145000"/>
              </a:lnSpc>
            </a:pPr>
            <a:r>
              <a:rPr lang="en-US" sz="1500" b="1" dirty="0">
                <a:solidFill>
                  <a:srgbClr val="2D3748"/>
                </a:solidFill>
                <a:latin typeface="Calibri" pitchFamily="34" charset="0"/>
                <a:ea typeface="Calibri" pitchFamily="34" charset="-122"/>
                <a:cs typeface="Calibri" pitchFamily="34" charset="-120"/>
              </a:rPr>
              <a:t>Key Statistics:</a:t>
            </a:r>
            <a:endParaRPr lang="en-US" sz="1500" dirty="0"/>
          </a:p>
          <a:p>
            <a:pPr marL="285750" indent="-285750" algn="l">
              <a:lnSpc>
                <a:spcPct val="145000"/>
              </a:lnSpc>
              <a:buFont typeface="Wingdings" panose="05000000000000000000" pitchFamily="2" charset="2"/>
              <a:buChar char="Ø"/>
            </a:pPr>
            <a:r>
              <a:rPr lang="en-US" sz="1500" dirty="0">
                <a:solidFill>
                  <a:srgbClr val="2D3748"/>
                </a:solidFill>
                <a:latin typeface="Calibri" pitchFamily="34" charset="0"/>
                <a:ea typeface="Calibri" pitchFamily="34" charset="-122"/>
                <a:cs typeface="Calibri" pitchFamily="34" charset="-120"/>
              </a:rPr>
              <a:t>Order sizes range from </a:t>
            </a:r>
            <a:r>
              <a:rPr lang="en-US" sz="1500" b="1" dirty="0">
                <a:solidFill>
                  <a:srgbClr val="2D3748"/>
                </a:solidFill>
                <a:latin typeface="Calibri" pitchFamily="34" charset="0"/>
                <a:ea typeface="Calibri" pitchFamily="34" charset="-122"/>
                <a:cs typeface="Calibri" pitchFamily="34" charset="-120"/>
              </a:rPr>
              <a:t>1 to 74 products</a:t>
            </a:r>
            <a:endParaRPr lang="en-US" sz="1500" dirty="0"/>
          </a:p>
          <a:p>
            <a:pPr marL="285750" indent="-285750" algn="l">
              <a:lnSpc>
                <a:spcPct val="145000"/>
              </a:lnSpc>
              <a:buFont typeface="Wingdings" panose="05000000000000000000" pitchFamily="2" charset="2"/>
              <a:buChar char="Ø"/>
            </a:pPr>
            <a:r>
              <a:rPr lang="en-US" sz="1500" b="1" dirty="0">
                <a:solidFill>
                  <a:srgbClr val="2D3748"/>
                </a:solidFill>
                <a:latin typeface="Calibri" pitchFamily="34" charset="0"/>
                <a:ea typeface="Calibri" pitchFamily="34" charset="-122"/>
                <a:cs typeface="Calibri" pitchFamily="34" charset="-120"/>
              </a:rPr>
              <a:t>67 distinct order sizes</a:t>
            </a:r>
            <a:r>
              <a:rPr lang="en-US" sz="1500" dirty="0">
                <a:solidFill>
                  <a:srgbClr val="2D3748"/>
                </a:solidFill>
                <a:latin typeface="Calibri" pitchFamily="34" charset="0"/>
                <a:ea typeface="Calibri" pitchFamily="34" charset="-122"/>
                <a:cs typeface="Calibri" pitchFamily="34" charset="-120"/>
              </a:rPr>
              <a:t> observed</a:t>
            </a:r>
            <a:endParaRPr lang="en-US" sz="1500" dirty="0"/>
          </a:p>
          <a:p>
            <a:pPr marL="285750" indent="-285750" algn="l">
              <a:lnSpc>
                <a:spcPct val="145000"/>
              </a:lnSpc>
              <a:buFont typeface="Wingdings" panose="05000000000000000000" pitchFamily="2" charset="2"/>
              <a:buChar char="Ø"/>
            </a:pPr>
            <a:r>
              <a:rPr lang="en-US" sz="1500" dirty="0">
                <a:solidFill>
                  <a:srgbClr val="2D3748"/>
                </a:solidFill>
                <a:latin typeface="Calibri" pitchFamily="34" charset="0"/>
                <a:ea typeface="Calibri" pitchFamily="34" charset="-122"/>
                <a:cs typeface="Calibri" pitchFamily="34" charset="-120"/>
              </a:rPr>
              <a:t>Most frequent: 5-product orders (2,032 orders)</a:t>
            </a:r>
            <a:endParaRPr lang="en-US" sz="1500" dirty="0"/>
          </a:p>
          <a:p>
            <a:pPr marL="285750" indent="-285750" algn="l">
              <a:lnSpc>
                <a:spcPct val="145000"/>
              </a:lnSpc>
              <a:buFont typeface="Wingdings" panose="05000000000000000000" pitchFamily="2" charset="2"/>
              <a:buChar char="Ø"/>
            </a:pPr>
            <a:r>
              <a:rPr lang="en-US" sz="1500" dirty="0">
                <a:solidFill>
                  <a:srgbClr val="2D3748"/>
                </a:solidFill>
                <a:latin typeface="Calibri" pitchFamily="34" charset="0"/>
                <a:ea typeface="Calibri" pitchFamily="34" charset="-122"/>
                <a:cs typeface="Calibri" pitchFamily="34" charset="-120"/>
              </a:rPr>
              <a:t>Orders 60+ products extremely rare (1 each)</a:t>
            </a:r>
            <a:endParaRPr lang="en-US" sz="1500" dirty="0"/>
          </a:p>
        </p:txBody>
      </p:sp>
      <p:sp>
        <p:nvSpPr>
          <p:cNvPr id="14" name="Shape 11"/>
          <p:cNvSpPr/>
          <p:nvPr/>
        </p:nvSpPr>
        <p:spPr>
          <a:xfrm>
            <a:off x="762000" y="8763000"/>
            <a:ext cx="14732000" cy="25400"/>
          </a:xfrm>
          <a:prstGeom prst="rect">
            <a:avLst/>
          </a:prstGeom>
          <a:solidFill>
            <a:srgbClr val="1B4F8F"/>
          </a:solidFill>
          <a:ln/>
        </p:spPr>
        <p:txBody>
          <a:bodyPr/>
          <a:lstStyle/>
          <a:p>
            <a:endParaRPr lang="en-IN"/>
          </a:p>
        </p:txBody>
      </p:sp>
      <p:sp>
        <p:nvSpPr>
          <p:cNvPr id="15" name="Text 12"/>
          <p:cNvSpPr/>
          <p:nvPr/>
        </p:nvSpPr>
        <p:spPr>
          <a:xfrm>
            <a:off x="14478000" y="8826500"/>
            <a:ext cx="1016000" cy="254000"/>
          </a:xfrm>
          <a:prstGeom prst="rect">
            <a:avLst/>
          </a:prstGeom>
          <a:noFill/>
          <a:ln/>
        </p:spPr>
        <p:txBody>
          <a:bodyPr wrap="none" lIns="0" tIns="0" rIns="0" bIns="0" rtlCol="0" anchor="ctr"/>
          <a:lstStyle/>
          <a:p>
            <a:pPr algn="r">
              <a:lnSpc>
                <a:spcPct val="120000"/>
              </a:lnSpc>
            </a:pPr>
            <a:r>
              <a:rPr lang="en-US" sz="1200" dirty="0">
                <a:solidFill>
                  <a:srgbClr val="718096"/>
                </a:solidFill>
                <a:latin typeface="Calibri" pitchFamily="34" charset="0"/>
                <a:ea typeface="Calibri" pitchFamily="34" charset="-122"/>
                <a:cs typeface="Calibri" pitchFamily="34" charset="-120"/>
              </a:rPr>
              <a:t>35 / 55</a:t>
            </a:r>
            <a:endParaRPr lang="en-US" sz="1200" dirty="0"/>
          </a:p>
        </p:txBody>
      </p:sp>
      <p:sp>
        <p:nvSpPr>
          <p:cNvPr id="16" name="Text 9">
            <a:extLst>
              <a:ext uri="{FF2B5EF4-FFF2-40B4-BE49-F238E27FC236}">
                <a16:creationId xmlns:a16="http://schemas.microsoft.com/office/drawing/2014/main" id="{64EF71A9-B2A5-3768-E73D-42F25CE0A665}"/>
              </a:ext>
            </a:extLst>
          </p:cNvPr>
          <p:cNvSpPr/>
          <p:nvPr/>
        </p:nvSpPr>
        <p:spPr>
          <a:xfrm>
            <a:off x="812800" y="5293893"/>
            <a:ext cx="6502401" cy="1610559"/>
          </a:xfrm>
          <a:prstGeom prst="rect">
            <a:avLst/>
          </a:prstGeom>
          <a:noFill/>
          <a:ln/>
        </p:spPr>
        <p:txBody>
          <a:bodyPr wrap="square" lIns="0" tIns="0" rIns="0" bIns="0" rtlCol="0" anchor="t"/>
          <a:lstStyle/>
          <a:p>
            <a:pPr algn="just">
              <a:lnSpc>
                <a:spcPct val="145000"/>
              </a:lnSpc>
            </a:pPr>
            <a:r>
              <a:rPr lang="en-US" sz="1500" b="1" dirty="0">
                <a:solidFill>
                  <a:srgbClr val="1B4F8F"/>
                </a:solidFill>
                <a:latin typeface="Calibri" pitchFamily="34" charset="0"/>
                <a:ea typeface="Calibri" pitchFamily="34" charset="-122"/>
                <a:cs typeface="Calibri" pitchFamily="34" charset="-120"/>
              </a:rPr>
              <a:t>Interpretation </a:t>
            </a:r>
          </a:p>
          <a:p>
            <a:pPr algn="just">
              <a:lnSpc>
                <a:spcPct val="155000"/>
              </a:lnSpc>
            </a:pPr>
            <a:r>
              <a:rPr lang="en-US" sz="1500" dirty="0">
                <a:solidFill>
                  <a:srgbClr val="2D3748"/>
                </a:solidFill>
                <a:latin typeface="Calibri" pitchFamily="34" charset="0"/>
                <a:ea typeface="Calibri" pitchFamily="34" charset="-122"/>
                <a:cs typeface="Calibri" pitchFamily="34" charset="-120"/>
              </a:rPr>
              <a:t>Smaller and medium-sized orders occur much more frequently than very large orders. As order size increases, the number of orders gradually decreases. Orders containing more than 60 products are extremely rare. Most customers prefer purchasing a moderate number of products per order.</a:t>
            </a:r>
            <a:endParaRPr lang="en-US" sz="1500" dirty="0"/>
          </a:p>
        </p:txBody>
      </p:sp>
      <p:sp>
        <p:nvSpPr>
          <p:cNvPr id="18" name="Shape 10">
            <a:extLst>
              <a:ext uri="{FF2B5EF4-FFF2-40B4-BE49-F238E27FC236}">
                <a16:creationId xmlns:a16="http://schemas.microsoft.com/office/drawing/2014/main" id="{79C28CC0-7650-DE90-2E23-10B961C97D33}"/>
              </a:ext>
            </a:extLst>
          </p:cNvPr>
          <p:cNvSpPr/>
          <p:nvPr/>
        </p:nvSpPr>
        <p:spPr>
          <a:xfrm>
            <a:off x="842879" y="7277100"/>
            <a:ext cx="14651122" cy="1016000"/>
          </a:xfrm>
          <a:prstGeom prst="rect">
            <a:avLst/>
          </a:prstGeom>
          <a:solidFill>
            <a:srgbClr val="EDF2F7"/>
          </a:solidFill>
          <a:ln/>
        </p:spPr>
        <p:txBody>
          <a:bodyPr/>
          <a:lstStyle/>
          <a:p>
            <a:endParaRPr lang="en-IN"/>
          </a:p>
        </p:txBody>
      </p:sp>
      <p:sp>
        <p:nvSpPr>
          <p:cNvPr id="20" name="Shape 11">
            <a:extLst>
              <a:ext uri="{FF2B5EF4-FFF2-40B4-BE49-F238E27FC236}">
                <a16:creationId xmlns:a16="http://schemas.microsoft.com/office/drawing/2014/main" id="{302E2DCF-2FB5-4476-A9D6-141D516A8F52}"/>
              </a:ext>
            </a:extLst>
          </p:cNvPr>
          <p:cNvSpPr/>
          <p:nvPr/>
        </p:nvSpPr>
        <p:spPr>
          <a:xfrm>
            <a:off x="842879" y="7277100"/>
            <a:ext cx="50800" cy="1016000"/>
          </a:xfrm>
          <a:prstGeom prst="rect">
            <a:avLst/>
          </a:prstGeom>
          <a:solidFill>
            <a:srgbClr val="1B4F8F"/>
          </a:solidFill>
          <a:ln/>
        </p:spPr>
        <p:txBody>
          <a:bodyPr/>
          <a:lstStyle/>
          <a:p>
            <a:endParaRPr lang="en-IN"/>
          </a:p>
        </p:txBody>
      </p:sp>
      <p:sp>
        <p:nvSpPr>
          <p:cNvPr id="22" name="Text 12">
            <a:extLst>
              <a:ext uri="{FF2B5EF4-FFF2-40B4-BE49-F238E27FC236}">
                <a16:creationId xmlns:a16="http://schemas.microsoft.com/office/drawing/2014/main" id="{8225CD97-3BF9-3D41-CFB8-D5D7698BD577}"/>
              </a:ext>
            </a:extLst>
          </p:cNvPr>
          <p:cNvSpPr/>
          <p:nvPr/>
        </p:nvSpPr>
        <p:spPr>
          <a:xfrm>
            <a:off x="1041400" y="7378700"/>
            <a:ext cx="14287500" cy="825500"/>
          </a:xfrm>
          <a:prstGeom prst="rect">
            <a:avLst/>
          </a:prstGeom>
          <a:noFill/>
          <a:ln/>
        </p:spPr>
        <p:txBody>
          <a:bodyPr wrap="square" lIns="0" tIns="0" rIns="0" bIns="0" rtlCol="0" anchor="ctr"/>
          <a:lstStyle/>
          <a:p>
            <a:pPr>
              <a:lnSpc>
                <a:spcPct val="150000"/>
              </a:lnSpc>
            </a:pPr>
            <a:r>
              <a:rPr lang="en-US" sz="1500" b="1" dirty="0">
                <a:solidFill>
                  <a:srgbClr val="2D3748"/>
                </a:solidFill>
                <a:latin typeface="Calibri" pitchFamily="34" charset="0"/>
                <a:ea typeface="Calibri" pitchFamily="34" charset="-122"/>
                <a:cs typeface="Calibri" pitchFamily="34" charset="-120"/>
              </a:rPr>
              <a:t>Business Insight:</a:t>
            </a:r>
            <a:r>
              <a:rPr lang="en-US" sz="1500" dirty="0">
                <a:solidFill>
                  <a:srgbClr val="2D3748"/>
                </a:solidFill>
                <a:latin typeface="Calibri" pitchFamily="34" charset="0"/>
                <a:ea typeface="Calibri" pitchFamily="34" charset="-122"/>
                <a:cs typeface="Calibri" pitchFamily="34" charset="-120"/>
              </a:rPr>
              <a:t> Most customers prefer small-to-medium baskets, while exceptionally large orders are uncommon. Optimize inventory planning and fulfillment for typical basket sizes. Bundle offers and cross-selling may encourage larger baskets and increase average order value.</a:t>
            </a:r>
            <a:endParaRPr lang="en-US" sz="1500" dirty="0"/>
          </a:p>
        </p:txBody>
      </p:sp>
      <p:sp>
        <p:nvSpPr>
          <p:cNvPr id="24" name="Shape 3">
            <a:extLst>
              <a:ext uri="{FF2B5EF4-FFF2-40B4-BE49-F238E27FC236}">
                <a16:creationId xmlns:a16="http://schemas.microsoft.com/office/drawing/2014/main" id="{A3E7B4EA-846F-CC80-AD70-59F24749AD58}"/>
              </a:ext>
            </a:extLst>
          </p:cNvPr>
          <p:cNvSpPr/>
          <p:nvPr/>
        </p:nvSpPr>
        <p:spPr>
          <a:xfrm>
            <a:off x="756653" y="2035668"/>
            <a:ext cx="6553201" cy="3216780"/>
          </a:xfrm>
          <a:prstGeom prst="rect">
            <a:avLst/>
          </a:prstGeom>
          <a:solidFill>
            <a:srgbClr val="EDF2F7"/>
          </a:solidFill>
          <a:ln/>
        </p:spPr>
        <p:txBody>
          <a:bodyPr/>
          <a:lstStyle/>
          <a:p>
            <a:endParaRPr lang="en-IN" dirty="0"/>
          </a:p>
        </p:txBody>
      </p:sp>
      <p:sp>
        <p:nvSpPr>
          <p:cNvPr id="26" name="TextBox 25">
            <a:extLst>
              <a:ext uri="{FF2B5EF4-FFF2-40B4-BE49-F238E27FC236}">
                <a16:creationId xmlns:a16="http://schemas.microsoft.com/office/drawing/2014/main" id="{6728DEAF-AFA3-E3B7-E449-2BF05DCF3F56}"/>
              </a:ext>
            </a:extLst>
          </p:cNvPr>
          <p:cNvSpPr txBox="1"/>
          <p:nvPr/>
        </p:nvSpPr>
        <p:spPr>
          <a:xfrm>
            <a:off x="812800" y="2086811"/>
            <a:ext cx="1851526" cy="307777"/>
          </a:xfrm>
          <a:prstGeom prst="rect">
            <a:avLst/>
          </a:prstGeom>
          <a:noFill/>
        </p:spPr>
        <p:txBody>
          <a:bodyPr wrap="square">
            <a:spAutoFit/>
          </a:bodyPr>
          <a:lstStyle/>
          <a:p>
            <a:r>
              <a:rPr lang="en-US" sz="1400" b="1" dirty="0">
                <a:solidFill>
                  <a:srgbClr val="718096"/>
                </a:solidFill>
                <a:latin typeface="Calibri" pitchFamily="34" charset="0"/>
                <a:ea typeface="Calibri" pitchFamily="34" charset="-122"/>
                <a:cs typeface="Calibri" pitchFamily="34" charset="-120"/>
              </a:rPr>
              <a:t>PYTHON CODE</a:t>
            </a:r>
            <a:endParaRPr lang="en-IN" sz="1400" dirty="0"/>
          </a:p>
        </p:txBody>
      </p:sp>
      <p:sp>
        <p:nvSpPr>
          <p:cNvPr id="28" name="Text 5">
            <a:extLst>
              <a:ext uri="{FF2B5EF4-FFF2-40B4-BE49-F238E27FC236}">
                <a16:creationId xmlns:a16="http://schemas.microsoft.com/office/drawing/2014/main" id="{12CE1DE6-68F7-0FBA-23AE-85872B2B1F70}"/>
              </a:ext>
            </a:extLst>
          </p:cNvPr>
          <p:cNvSpPr/>
          <p:nvPr/>
        </p:nvSpPr>
        <p:spPr>
          <a:xfrm>
            <a:off x="909053" y="2390270"/>
            <a:ext cx="6297863" cy="2032335"/>
          </a:xfrm>
          <a:prstGeom prst="rect">
            <a:avLst/>
          </a:prstGeom>
          <a:noFill/>
          <a:ln/>
        </p:spPr>
        <p:txBody>
          <a:bodyPr wrap="square" lIns="0" tIns="0" rIns="0" bIns="0" rtlCol="0" anchor="t"/>
          <a:lstStyle/>
          <a:p>
            <a:pPr>
              <a:lnSpc>
                <a:spcPct val="135000"/>
              </a:lnSpc>
            </a:pPr>
            <a:r>
              <a:rPr lang="en-US" sz="1400" spc="80" dirty="0">
                <a:solidFill>
                  <a:srgbClr val="2D3748"/>
                </a:solidFill>
                <a:latin typeface="Calibri" pitchFamily="34" charset="0"/>
                <a:ea typeface="Calibri" pitchFamily="34" charset="-122"/>
                <a:cs typeface="Calibri" pitchFamily="34" charset="-120"/>
              </a:rPr>
              <a:t>q16 = (</a:t>
            </a:r>
            <a:r>
              <a:rPr lang="en-US" sz="1400" spc="80" dirty="0" err="1">
                <a:solidFill>
                  <a:srgbClr val="2D3748"/>
                </a:solidFill>
                <a:latin typeface="Calibri" pitchFamily="34" charset="0"/>
                <a:ea typeface="Calibri" pitchFamily="34" charset="-122"/>
                <a:cs typeface="Calibri" pitchFamily="34" charset="-120"/>
              </a:rPr>
              <a:t>master_df.groupby</a:t>
            </a:r>
            <a:r>
              <a:rPr lang="en-US" sz="1400" spc="80" dirty="0">
                <a:solidFill>
                  <a:srgbClr val="2D3748"/>
                </a:solidFill>
                <a:latin typeface="Calibri" pitchFamily="34" charset="0"/>
                <a:ea typeface="Calibri" pitchFamily="34" charset="-122"/>
                <a:cs typeface="Calibri" pitchFamily="34" charset="-120"/>
              </a:rPr>
              <a:t>("</a:t>
            </a:r>
            <a:r>
              <a:rPr lang="en-US" sz="1400" spc="80" dirty="0" err="1">
                <a:solidFill>
                  <a:srgbClr val="2D3748"/>
                </a:solidFill>
                <a:latin typeface="Calibri" pitchFamily="34" charset="0"/>
                <a:ea typeface="Calibri" pitchFamily="34" charset="-122"/>
                <a:cs typeface="Calibri" pitchFamily="34" charset="-120"/>
              </a:rPr>
              <a:t>order_id</a:t>
            </a:r>
            <a:r>
              <a:rPr lang="en-US" sz="1400" spc="80" dirty="0">
                <a:solidFill>
                  <a:srgbClr val="2D3748"/>
                </a:solidFill>
                <a:latin typeface="Calibri" pitchFamily="34" charset="0"/>
                <a:ea typeface="Calibri" pitchFamily="34" charset="-122"/>
                <a:cs typeface="Calibri" pitchFamily="34" charset="-120"/>
              </a:rPr>
              <a:t>")</a:t>
            </a:r>
            <a:endParaRPr lang="en-US" sz="1400" spc="80" dirty="0"/>
          </a:p>
          <a:p>
            <a:pPr>
              <a:lnSpc>
                <a:spcPct val="135000"/>
              </a:lnSpc>
            </a:pPr>
            <a:r>
              <a:rPr lang="en-US" sz="1400" spc="80" dirty="0">
                <a:solidFill>
                  <a:srgbClr val="2D3748"/>
                </a:solidFill>
                <a:latin typeface="Calibri" pitchFamily="34" charset="0"/>
                <a:ea typeface="Calibri" pitchFamily="34" charset="-122"/>
                <a:cs typeface="Calibri" pitchFamily="34" charset="-120"/>
              </a:rPr>
              <a:t>  .</a:t>
            </a:r>
            <a:r>
              <a:rPr lang="en-US" sz="1400" spc="80" dirty="0" err="1">
                <a:solidFill>
                  <a:srgbClr val="2D3748"/>
                </a:solidFill>
                <a:latin typeface="Calibri" pitchFamily="34" charset="0"/>
                <a:ea typeface="Calibri" pitchFamily="34" charset="-122"/>
                <a:cs typeface="Calibri" pitchFamily="34" charset="-120"/>
              </a:rPr>
              <a:t>agg</a:t>
            </a:r>
            <a:r>
              <a:rPr lang="en-US" sz="1400" spc="80" dirty="0">
                <a:solidFill>
                  <a:srgbClr val="2D3748"/>
                </a:solidFill>
                <a:latin typeface="Calibri" pitchFamily="34" charset="0"/>
                <a:ea typeface="Calibri" pitchFamily="34" charset="-122"/>
                <a:cs typeface="Calibri" pitchFamily="34" charset="-120"/>
              </a:rPr>
              <a:t>(</a:t>
            </a:r>
            <a:r>
              <a:rPr lang="en-US" sz="1400" spc="80" dirty="0" err="1">
                <a:solidFill>
                  <a:srgbClr val="2D3748"/>
                </a:solidFill>
                <a:latin typeface="Calibri" pitchFamily="34" charset="0"/>
                <a:ea typeface="Calibri" pitchFamily="34" charset="-122"/>
                <a:cs typeface="Calibri" pitchFamily="34" charset="-120"/>
              </a:rPr>
              <a:t>order_size</a:t>
            </a:r>
            <a:r>
              <a:rPr lang="en-US" sz="1400" spc="80" dirty="0">
                <a:solidFill>
                  <a:srgbClr val="2D3748"/>
                </a:solidFill>
                <a:latin typeface="Calibri" pitchFamily="34" charset="0"/>
                <a:ea typeface="Calibri" pitchFamily="34" charset="-122"/>
                <a:cs typeface="Calibri" pitchFamily="34" charset="-120"/>
              </a:rPr>
              <a:t>=("</a:t>
            </a:r>
            <a:r>
              <a:rPr lang="en-US" sz="1400" spc="80" dirty="0" err="1">
                <a:solidFill>
                  <a:srgbClr val="2D3748"/>
                </a:solidFill>
                <a:latin typeface="Calibri" pitchFamily="34" charset="0"/>
                <a:ea typeface="Calibri" pitchFamily="34" charset="-122"/>
                <a:cs typeface="Calibri" pitchFamily="34" charset="-120"/>
              </a:rPr>
              <a:t>product_id","count</a:t>
            </a:r>
            <a:r>
              <a:rPr lang="en-US" sz="1400" spc="80" dirty="0">
                <a:solidFill>
                  <a:srgbClr val="2D3748"/>
                </a:solidFill>
                <a:latin typeface="Calibri" pitchFamily="34" charset="0"/>
                <a:ea typeface="Calibri" pitchFamily="34" charset="-122"/>
                <a:cs typeface="Calibri" pitchFamily="34" charset="-120"/>
              </a:rPr>
              <a:t>"))</a:t>
            </a:r>
            <a:endParaRPr lang="en-US" sz="1400" spc="80" dirty="0"/>
          </a:p>
          <a:p>
            <a:pPr>
              <a:lnSpc>
                <a:spcPct val="135000"/>
              </a:lnSpc>
            </a:pPr>
            <a:r>
              <a:rPr lang="en-US" sz="1400" spc="80" dirty="0">
                <a:solidFill>
                  <a:srgbClr val="2D3748"/>
                </a:solidFill>
                <a:latin typeface="Calibri" pitchFamily="34" charset="0"/>
                <a:ea typeface="Calibri" pitchFamily="34" charset="-122"/>
                <a:cs typeface="Calibri" pitchFamily="34" charset="-120"/>
              </a:rPr>
              <a:t>  .</a:t>
            </a:r>
            <a:r>
              <a:rPr lang="en-US" sz="1400" spc="80" dirty="0" err="1">
                <a:solidFill>
                  <a:srgbClr val="2D3748"/>
                </a:solidFill>
                <a:latin typeface="Calibri" pitchFamily="34" charset="0"/>
                <a:ea typeface="Calibri" pitchFamily="34" charset="-122"/>
                <a:cs typeface="Calibri" pitchFamily="34" charset="-120"/>
              </a:rPr>
              <a:t>groupby</a:t>
            </a:r>
            <a:r>
              <a:rPr lang="en-US" sz="1400" spc="80" dirty="0">
                <a:solidFill>
                  <a:srgbClr val="2D3748"/>
                </a:solidFill>
                <a:latin typeface="Calibri" pitchFamily="34" charset="0"/>
                <a:ea typeface="Calibri" pitchFamily="34" charset="-122"/>
                <a:cs typeface="Calibri" pitchFamily="34" charset="-120"/>
              </a:rPr>
              <a:t>("</a:t>
            </a:r>
            <a:r>
              <a:rPr lang="en-US" sz="1400" spc="80" dirty="0" err="1">
                <a:solidFill>
                  <a:srgbClr val="2D3748"/>
                </a:solidFill>
                <a:latin typeface="Calibri" pitchFamily="34" charset="0"/>
                <a:ea typeface="Calibri" pitchFamily="34" charset="-122"/>
                <a:cs typeface="Calibri" pitchFamily="34" charset="-120"/>
              </a:rPr>
              <a:t>order_size</a:t>
            </a:r>
            <a:r>
              <a:rPr lang="en-US" sz="1400" spc="80" dirty="0">
                <a:solidFill>
                  <a:srgbClr val="2D3748"/>
                </a:solidFill>
                <a:latin typeface="Calibri" pitchFamily="34" charset="0"/>
                <a:ea typeface="Calibri" pitchFamily="34" charset="-122"/>
                <a:cs typeface="Calibri" pitchFamily="34" charset="-120"/>
              </a:rPr>
              <a:t>", </a:t>
            </a:r>
            <a:r>
              <a:rPr lang="en-US" sz="1400" spc="80" dirty="0" err="1">
                <a:solidFill>
                  <a:srgbClr val="2D3748"/>
                </a:solidFill>
                <a:latin typeface="Calibri" pitchFamily="34" charset="0"/>
                <a:ea typeface="Calibri" pitchFamily="34" charset="-122"/>
                <a:cs typeface="Calibri" pitchFamily="34" charset="-120"/>
              </a:rPr>
              <a:t>as_index</a:t>
            </a:r>
            <a:r>
              <a:rPr lang="en-US" sz="1400" spc="80" dirty="0">
                <a:solidFill>
                  <a:srgbClr val="2D3748"/>
                </a:solidFill>
                <a:latin typeface="Calibri" pitchFamily="34" charset="0"/>
                <a:ea typeface="Calibri" pitchFamily="34" charset="-122"/>
                <a:cs typeface="Calibri" pitchFamily="34" charset="-120"/>
              </a:rPr>
              <a:t>=False)</a:t>
            </a:r>
            <a:endParaRPr lang="en-US" sz="1400" spc="80" dirty="0"/>
          </a:p>
          <a:p>
            <a:pPr>
              <a:lnSpc>
                <a:spcPct val="135000"/>
              </a:lnSpc>
            </a:pPr>
            <a:r>
              <a:rPr lang="en-US" sz="1400" spc="80" dirty="0">
                <a:solidFill>
                  <a:srgbClr val="2D3748"/>
                </a:solidFill>
                <a:latin typeface="Calibri" pitchFamily="34" charset="0"/>
                <a:ea typeface="Calibri" pitchFamily="34" charset="-122"/>
                <a:cs typeface="Calibri" pitchFamily="34" charset="-120"/>
              </a:rPr>
              <a:t>  .</a:t>
            </a:r>
            <a:r>
              <a:rPr lang="en-US" sz="1400" spc="80" dirty="0" err="1">
                <a:solidFill>
                  <a:srgbClr val="2D3748"/>
                </a:solidFill>
                <a:latin typeface="Calibri" pitchFamily="34" charset="0"/>
                <a:ea typeface="Calibri" pitchFamily="34" charset="-122"/>
                <a:cs typeface="Calibri" pitchFamily="34" charset="-120"/>
              </a:rPr>
              <a:t>agg</a:t>
            </a:r>
            <a:r>
              <a:rPr lang="en-US" sz="1400" spc="80" dirty="0">
                <a:solidFill>
                  <a:srgbClr val="2D3748"/>
                </a:solidFill>
                <a:latin typeface="Calibri" pitchFamily="34" charset="0"/>
                <a:ea typeface="Calibri" pitchFamily="34" charset="-122"/>
                <a:cs typeface="Calibri" pitchFamily="34" charset="-120"/>
              </a:rPr>
              <a:t>(</a:t>
            </a:r>
            <a:r>
              <a:rPr lang="en-US" sz="1400" spc="80" dirty="0" err="1">
                <a:solidFill>
                  <a:srgbClr val="2D3748"/>
                </a:solidFill>
                <a:latin typeface="Calibri" pitchFamily="34" charset="0"/>
                <a:ea typeface="Calibri" pitchFamily="34" charset="-122"/>
                <a:cs typeface="Calibri" pitchFamily="34" charset="-120"/>
              </a:rPr>
              <a:t>number_of_orders</a:t>
            </a:r>
            <a:r>
              <a:rPr lang="en-US" sz="1400" spc="80" dirty="0">
                <a:solidFill>
                  <a:srgbClr val="2D3748"/>
                </a:solidFill>
                <a:latin typeface="Calibri" pitchFamily="34" charset="0"/>
                <a:ea typeface="Calibri" pitchFamily="34" charset="-122"/>
                <a:cs typeface="Calibri" pitchFamily="34" charset="-120"/>
              </a:rPr>
              <a:t>=("</a:t>
            </a:r>
            <a:r>
              <a:rPr lang="en-US" sz="1400" spc="80" dirty="0" err="1">
                <a:solidFill>
                  <a:srgbClr val="2D3748"/>
                </a:solidFill>
                <a:latin typeface="Calibri" pitchFamily="34" charset="0"/>
                <a:ea typeface="Calibri" pitchFamily="34" charset="-122"/>
                <a:cs typeface="Calibri" pitchFamily="34" charset="-120"/>
              </a:rPr>
              <a:t>order_size","count</a:t>
            </a:r>
            <a:r>
              <a:rPr lang="en-US" sz="1400" spc="80" dirty="0">
                <a:solidFill>
                  <a:srgbClr val="2D3748"/>
                </a:solidFill>
                <a:latin typeface="Calibri" pitchFamily="34" charset="0"/>
                <a:ea typeface="Calibri" pitchFamily="34" charset="-122"/>
                <a:cs typeface="Calibri" pitchFamily="34" charset="-120"/>
              </a:rPr>
              <a:t>"))</a:t>
            </a:r>
            <a:endParaRPr lang="en-US" sz="1400" spc="80" dirty="0"/>
          </a:p>
          <a:p>
            <a:pPr>
              <a:lnSpc>
                <a:spcPct val="135000"/>
              </a:lnSpc>
            </a:pPr>
            <a:r>
              <a:rPr lang="en-US" sz="1400" spc="80" dirty="0">
                <a:solidFill>
                  <a:srgbClr val="2D3748"/>
                </a:solidFill>
                <a:latin typeface="Calibri" pitchFamily="34" charset="0"/>
                <a:ea typeface="Calibri" pitchFamily="34" charset="-122"/>
                <a:cs typeface="Calibri" pitchFamily="34" charset="-120"/>
              </a:rPr>
              <a:t>  .</a:t>
            </a:r>
            <a:r>
              <a:rPr lang="en-US" sz="1400" spc="80" dirty="0" err="1">
                <a:solidFill>
                  <a:srgbClr val="2D3748"/>
                </a:solidFill>
                <a:latin typeface="Calibri" pitchFamily="34" charset="0"/>
                <a:ea typeface="Calibri" pitchFamily="34" charset="-122"/>
                <a:cs typeface="Calibri" pitchFamily="34" charset="-120"/>
              </a:rPr>
              <a:t>sort_values</a:t>
            </a:r>
            <a:r>
              <a:rPr lang="en-US" sz="1400" spc="80" dirty="0">
                <a:solidFill>
                  <a:srgbClr val="2D3748"/>
                </a:solidFill>
                <a:latin typeface="Calibri" pitchFamily="34" charset="0"/>
                <a:ea typeface="Calibri" pitchFamily="34" charset="-122"/>
                <a:cs typeface="Calibri" pitchFamily="34" charset="-120"/>
              </a:rPr>
              <a:t>("</a:t>
            </a:r>
            <a:r>
              <a:rPr lang="en-US" sz="1400" spc="80" dirty="0" err="1">
                <a:solidFill>
                  <a:srgbClr val="2D3748"/>
                </a:solidFill>
                <a:latin typeface="Calibri" pitchFamily="34" charset="0"/>
                <a:ea typeface="Calibri" pitchFamily="34" charset="-122"/>
                <a:cs typeface="Calibri" pitchFamily="34" charset="-120"/>
              </a:rPr>
              <a:t>order_size</a:t>
            </a:r>
            <a:r>
              <a:rPr lang="en-US" sz="1400" spc="80" dirty="0">
                <a:solidFill>
                  <a:srgbClr val="2D3748"/>
                </a:solidFill>
                <a:latin typeface="Calibri" pitchFamily="34" charset="0"/>
                <a:ea typeface="Calibri" pitchFamily="34" charset="-122"/>
                <a:cs typeface="Calibri" pitchFamily="34" charset="-120"/>
              </a:rPr>
              <a:t>"))</a:t>
            </a:r>
            <a:endParaRPr lang="en-US" sz="1400" spc="80" dirty="0"/>
          </a:p>
        </p:txBody>
      </p:sp>
    </p:spTree>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62000" y="444500"/>
            <a:ext cx="12700000" cy="444500"/>
          </a:xfrm>
          <a:prstGeom prst="rect">
            <a:avLst/>
          </a:prstGeom>
          <a:noFill/>
          <a:ln/>
        </p:spPr>
        <p:txBody>
          <a:bodyPr wrap="none" lIns="0" tIns="0" rIns="0" bIns="0" rtlCol="0" anchor="ctr"/>
          <a:lstStyle/>
          <a:p>
            <a:pPr algn="l">
              <a:lnSpc>
                <a:spcPct val="130000"/>
              </a:lnSpc>
            </a:pPr>
            <a:r>
              <a:rPr lang="en-US" sz="2400" b="1" dirty="0">
                <a:solidFill>
                  <a:srgbClr val="2D3748"/>
                </a:solidFill>
                <a:latin typeface="Calibri" pitchFamily="34" charset="0"/>
                <a:ea typeface="Calibri" pitchFamily="34" charset="-122"/>
                <a:cs typeface="Calibri" pitchFamily="34" charset="-120"/>
              </a:rPr>
              <a:t>Query 17 — Average Reorder Rate by Aisle</a:t>
            </a:r>
            <a:endParaRPr lang="en-US" sz="2400" dirty="0"/>
          </a:p>
        </p:txBody>
      </p:sp>
      <p:sp>
        <p:nvSpPr>
          <p:cNvPr id="3" name="Shape 1"/>
          <p:cNvSpPr/>
          <p:nvPr/>
        </p:nvSpPr>
        <p:spPr>
          <a:xfrm>
            <a:off x="762000" y="952500"/>
            <a:ext cx="14732000" cy="25400"/>
          </a:xfrm>
          <a:prstGeom prst="rect">
            <a:avLst/>
          </a:prstGeom>
          <a:solidFill>
            <a:srgbClr val="1B4F8F"/>
          </a:solidFill>
          <a:ln/>
        </p:spPr>
        <p:txBody>
          <a:bodyPr/>
          <a:lstStyle/>
          <a:p>
            <a:endParaRPr lang="en-IN"/>
          </a:p>
        </p:txBody>
      </p:sp>
      <p:sp>
        <p:nvSpPr>
          <p:cNvPr id="4" name="Text 2"/>
          <p:cNvSpPr/>
          <p:nvPr/>
        </p:nvSpPr>
        <p:spPr>
          <a:xfrm>
            <a:off x="762000" y="1079500"/>
            <a:ext cx="14732000" cy="279400"/>
          </a:xfrm>
          <a:prstGeom prst="rect">
            <a:avLst/>
          </a:prstGeom>
          <a:noFill/>
          <a:ln/>
        </p:spPr>
        <p:txBody>
          <a:bodyPr wrap="none" lIns="0" tIns="0" rIns="0" bIns="0" rtlCol="0" anchor="ctr"/>
          <a:lstStyle/>
          <a:p>
            <a:pPr algn="l">
              <a:lnSpc>
                <a:spcPct val="120000"/>
              </a:lnSpc>
            </a:pPr>
            <a:r>
              <a:rPr lang="en-US" sz="1300" dirty="0">
                <a:solidFill>
                  <a:srgbClr val="718096"/>
                </a:solidFill>
                <a:latin typeface="Calibri" pitchFamily="34" charset="0"/>
                <a:ea typeface="Calibri" pitchFamily="34" charset="-122"/>
                <a:cs typeface="Calibri" pitchFamily="34" charset="-120"/>
              </a:rPr>
              <a:t>Objective: Identify aisles with highest repeat purchase behavior | Product Performance &amp; Loyalty</a:t>
            </a:r>
            <a:endParaRPr lang="en-US" sz="1300" dirty="0"/>
          </a:p>
        </p:txBody>
      </p:sp>
      <p:sp>
        <p:nvSpPr>
          <p:cNvPr id="5" name="Text 3"/>
          <p:cNvSpPr/>
          <p:nvPr/>
        </p:nvSpPr>
        <p:spPr>
          <a:xfrm>
            <a:off x="9398000" y="1641972"/>
            <a:ext cx="2540000" cy="279400"/>
          </a:xfrm>
          <a:prstGeom prst="rect">
            <a:avLst/>
          </a:prstGeom>
          <a:noFill/>
          <a:ln/>
        </p:spPr>
        <p:txBody>
          <a:bodyPr wrap="none" lIns="0" tIns="0" rIns="0" bIns="0" rtlCol="0" anchor="ctr"/>
          <a:lstStyle/>
          <a:p>
            <a:pPr algn="l">
              <a:lnSpc>
                <a:spcPct val="120000"/>
              </a:lnSpc>
            </a:pPr>
            <a:r>
              <a:rPr lang="en-US" sz="1400" b="1" dirty="0">
                <a:solidFill>
                  <a:srgbClr val="1B4F8F"/>
                </a:solidFill>
                <a:latin typeface="Calibri" pitchFamily="34" charset="0"/>
                <a:ea typeface="Calibri" pitchFamily="34" charset="-122"/>
                <a:cs typeface="Calibri" pitchFamily="34" charset="-120"/>
              </a:rPr>
              <a:t>Top 5 Aisles</a:t>
            </a:r>
            <a:endParaRPr lang="en-US" sz="1400" dirty="0"/>
          </a:p>
        </p:txBody>
      </p:sp>
      <p:graphicFrame>
        <p:nvGraphicFramePr>
          <p:cNvPr id="37" name="Table 0"/>
          <p:cNvGraphicFramePr>
            <a:graphicFrameLocks noGrp="1"/>
          </p:cNvGraphicFramePr>
          <p:nvPr>
            <p:extLst>
              <p:ext uri="{D42A27DB-BD31-4B8C-83A1-F6EECF244321}">
                <p14:modId xmlns:p14="http://schemas.microsoft.com/office/powerpoint/2010/main" val="663580198"/>
              </p:ext>
            </p:extLst>
          </p:nvPr>
        </p:nvGraphicFramePr>
        <p:xfrm>
          <a:off x="9398000" y="2035668"/>
          <a:ext cx="5080000" cy="2159000"/>
        </p:xfrm>
        <a:graphic>
          <a:graphicData uri="http://schemas.openxmlformats.org/drawingml/2006/table">
            <a:tbl>
              <a:tblPr/>
              <a:tblGrid>
                <a:gridCol w="508000">
                  <a:extLst>
                    <a:ext uri="{9D8B030D-6E8A-4147-A177-3AD203B41FA5}">
                      <a16:colId xmlns:a16="http://schemas.microsoft.com/office/drawing/2014/main" val="20000"/>
                    </a:ext>
                  </a:extLst>
                </a:gridCol>
                <a:gridCol w="2794000">
                  <a:extLst>
                    <a:ext uri="{9D8B030D-6E8A-4147-A177-3AD203B41FA5}">
                      <a16:colId xmlns:a16="http://schemas.microsoft.com/office/drawing/2014/main" val="20001"/>
                    </a:ext>
                  </a:extLst>
                </a:gridCol>
                <a:gridCol w="1778000">
                  <a:extLst>
                    <a:ext uri="{9D8B030D-6E8A-4147-A177-3AD203B41FA5}">
                      <a16:colId xmlns:a16="http://schemas.microsoft.com/office/drawing/2014/main" val="20002"/>
                    </a:ext>
                  </a:extLst>
                </a:gridCol>
              </a:tblGrid>
              <a:tr h="367030">
                <a:tc>
                  <a:txBody>
                    <a:bodyPr/>
                    <a:lstStyle/>
                    <a:p>
                      <a:pPr algn="ctr"/>
                      <a:r>
                        <a:rPr lang="en-US" sz="1400" b="1" dirty="0">
                          <a:solidFill>
                            <a:srgbClr val="FFFFFF"/>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B4F8F"/>
                    </a:solidFill>
                  </a:tcPr>
                </a:tc>
                <a:tc>
                  <a:txBody>
                    <a:bodyPr/>
                    <a:lstStyle/>
                    <a:p>
                      <a:pPr algn="ctr"/>
                      <a:r>
                        <a:rPr lang="en-US" sz="1400" b="1" dirty="0">
                          <a:solidFill>
                            <a:srgbClr val="FFFFFF"/>
                          </a:solidFill>
                          <a:latin typeface="Calibri" pitchFamily="34" charset="0"/>
                          <a:ea typeface="Calibri" pitchFamily="34" charset="-122"/>
                          <a:cs typeface="Calibri" pitchFamily="34" charset="-120"/>
                        </a:rPr>
                        <a:t>Aisle</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B4F8F"/>
                    </a:solidFill>
                  </a:tcPr>
                </a:tc>
                <a:tc>
                  <a:txBody>
                    <a:bodyPr/>
                    <a:lstStyle/>
                    <a:p>
                      <a:pPr algn="ctr"/>
                      <a:r>
                        <a:rPr lang="en-US" sz="1400" b="1" dirty="0">
                          <a:solidFill>
                            <a:srgbClr val="FFFFFF"/>
                          </a:solidFill>
                          <a:latin typeface="Calibri" pitchFamily="34" charset="0"/>
                          <a:ea typeface="Calibri" pitchFamily="34" charset="-122"/>
                          <a:cs typeface="Calibri" pitchFamily="34" charset="-120"/>
                        </a:rPr>
                        <a:t>Reorder Rate</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B4F8F"/>
                    </a:solidFill>
                  </a:tcPr>
                </a:tc>
                <a:extLst>
                  <a:ext uri="{0D108BD9-81ED-4DB2-BD59-A6C34878D82A}">
                    <a16:rowId xmlns:a16="http://schemas.microsoft.com/office/drawing/2014/main" val="10000"/>
                  </a:ext>
                </a:extLst>
              </a:tr>
              <a:tr h="358394">
                <a:tc>
                  <a:txBody>
                    <a:bodyPr/>
                    <a:lstStyle/>
                    <a:p>
                      <a:pPr algn="ctr"/>
                      <a:r>
                        <a:rPr lang="en-US" sz="1400" dirty="0">
                          <a:solidFill>
                            <a:srgbClr val="2D3748"/>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milk</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b="1" dirty="0">
                          <a:solidFill>
                            <a:srgbClr val="2D3748"/>
                          </a:solidFill>
                          <a:latin typeface="Calibri" pitchFamily="34" charset="0"/>
                          <a:ea typeface="Calibri" pitchFamily="34" charset="-122"/>
                          <a:cs typeface="Calibri" pitchFamily="34" charset="-120"/>
                        </a:rPr>
                        <a:t>79.30%</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58394">
                <a:tc>
                  <a:txBody>
                    <a:bodyPr/>
                    <a:lstStyle/>
                    <a:p>
                      <a:pPr algn="ctr"/>
                      <a:r>
                        <a:rPr lang="en-US" sz="1400" dirty="0">
                          <a:solidFill>
                            <a:srgbClr val="2D3748"/>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water seltzer sparkling</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73.97%</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extLst>
                  <a:ext uri="{0D108BD9-81ED-4DB2-BD59-A6C34878D82A}">
                    <a16:rowId xmlns:a16="http://schemas.microsoft.com/office/drawing/2014/main" val="10002"/>
                  </a:ext>
                </a:extLst>
              </a:tr>
              <a:tr h="358394">
                <a:tc>
                  <a:txBody>
                    <a:bodyPr/>
                    <a:lstStyle/>
                    <a:p>
                      <a:pPr algn="ctr"/>
                      <a:r>
                        <a:rPr lang="en-US" sz="1400" dirty="0">
                          <a:solidFill>
                            <a:srgbClr val="2D3748"/>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fresh fruits</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73.50%</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58394">
                <a:tc>
                  <a:txBody>
                    <a:bodyPr/>
                    <a:lstStyle/>
                    <a:p>
                      <a:pPr algn="ctr"/>
                      <a:r>
                        <a:rPr lang="en-US" sz="1400" dirty="0">
                          <a:solidFill>
                            <a:srgbClr val="2D3748"/>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eggs</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73.46%</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extLst>
                  <a:ext uri="{0D108BD9-81ED-4DB2-BD59-A6C34878D82A}">
                    <a16:rowId xmlns:a16="http://schemas.microsoft.com/office/drawing/2014/main" val="10004"/>
                  </a:ext>
                </a:extLst>
              </a:tr>
              <a:tr h="358394">
                <a:tc>
                  <a:txBody>
                    <a:bodyPr/>
                    <a:lstStyle/>
                    <a:p>
                      <a:pPr algn="ctr"/>
                      <a:r>
                        <a:rPr lang="en-US" sz="1400" dirty="0">
                          <a:solidFill>
                            <a:srgbClr val="2D3748"/>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packaged produce</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70.98%</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7" name="Text 4"/>
          <p:cNvSpPr/>
          <p:nvPr/>
        </p:nvSpPr>
        <p:spPr>
          <a:xfrm>
            <a:off x="9398000" y="4299871"/>
            <a:ext cx="3175000" cy="279400"/>
          </a:xfrm>
          <a:prstGeom prst="rect">
            <a:avLst/>
          </a:prstGeom>
          <a:noFill/>
          <a:ln/>
        </p:spPr>
        <p:txBody>
          <a:bodyPr wrap="none" lIns="0" tIns="0" rIns="0" bIns="0" rtlCol="0" anchor="ctr"/>
          <a:lstStyle/>
          <a:p>
            <a:pPr algn="l">
              <a:lnSpc>
                <a:spcPct val="120000"/>
              </a:lnSpc>
            </a:pPr>
            <a:r>
              <a:rPr lang="en-US" sz="1400" b="1" dirty="0">
                <a:solidFill>
                  <a:srgbClr val="C62828"/>
                </a:solidFill>
                <a:latin typeface="Calibri" pitchFamily="34" charset="0"/>
                <a:ea typeface="Calibri" pitchFamily="34" charset="-122"/>
                <a:cs typeface="Calibri" pitchFamily="34" charset="-120"/>
              </a:rPr>
              <a:t>Bottom 5 Aisles</a:t>
            </a:r>
            <a:endParaRPr lang="en-US" sz="1400" dirty="0"/>
          </a:p>
        </p:txBody>
      </p:sp>
      <p:graphicFrame>
        <p:nvGraphicFramePr>
          <p:cNvPr id="73" name="Table 1"/>
          <p:cNvGraphicFramePr>
            <a:graphicFrameLocks noGrp="1"/>
          </p:cNvGraphicFramePr>
          <p:nvPr>
            <p:extLst>
              <p:ext uri="{D42A27DB-BD31-4B8C-83A1-F6EECF244321}">
                <p14:modId xmlns:p14="http://schemas.microsoft.com/office/powerpoint/2010/main" val="4201136984"/>
              </p:ext>
            </p:extLst>
          </p:nvPr>
        </p:nvGraphicFramePr>
        <p:xfrm>
          <a:off x="9398000" y="4698915"/>
          <a:ext cx="5080000" cy="2159000"/>
        </p:xfrm>
        <a:graphic>
          <a:graphicData uri="http://schemas.openxmlformats.org/drawingml/2006/table">
            <a:tbl>
              <a:tblPr/>
              <a:tblGrid>
                <a:gridCol w="508000">
                  <a:extLst>
                    <a:ext uri="{9D8B030D-6E8A-4147-A177-3AD203B41FA5}">
                      <a16:colId xmlns:a16="http://schemas.microsoft.com/office/drawing/2014/main" val="20000"/>
                    </a:ext>
                  </a:extLst>
                </a:gridCol>
                <a:gridCol w="2794000">
                  <a:extLst>
                    <a:ext uri="{9D8B030D-6E8A-4147-A177-3AD203B41FA5}">
                      <a16:colId xmlns:a16="http://schemas.microsoft.com/office/drawing/2014/main" val="20001"/>
                    </a:ext>
                  </a:extLst>
                </a:gridCol>
                <a:gridCol w="1778000">
                  <a:extLst>
                    <a:ext uri="{9D8B030D-6E8A-4147-A177-3AD203B41FA5}">
                      <a16:colId xmlns:a16="http://schemas.microsoft.com/office/drawing/2014/main" val="20002"/>
                    </a:ext>
                  </a:extLst>
                </a:gridCol>
              </a:tblGrid>
              <a:tr h="367030">
                <a:tc>
                  <a:txBody>
                    <a:bodyPr/>
                    <a:lstStyle/>
                    <a:p>
                      <a:pPr algn="ctr"/>
                      <a:r>
                        <a:rPr lang="en-US" sz="1400" b="1" dirty="0">
                          <a:solidFill>
                            <a:srgbClr val="FFFFFF"/>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B4F8F"/>
                    </a:solidFill>
                  </a:tcPr>
                </a:tc>
                <a:tc>
                  <a:txBody>
                    <a:bodyPr/>
                    <a:lstStyle/>
                    <a:p>
                      <a:pPr algn="ctr"/>
                      <a:r>
                        <a:rPr lang="en-US" sz="1400" b="1" dirty="0">
                          <a:solidFill>
                            <a:srgbClr val="FFFFFF"/>
                          </a:solidFill>
                          <a:latin typeface="Calibri" pitchFamily="34" charset="0"/>
                          <a:ea typeface="Calibri" pitchFamily="34" charset="-122"/>
                          <a:cs typeface="Calibri" pitchFamily="34" charset="-120"/>
                        </a:rPr>
                        <a:t>Aisle</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B4F8F"/>
                    </a:solidFill>
                  </a:tcPr>
                </a:tc>
                <a:tc>
                  <a:txBody>
                    <a:bodyPr/>
                    <a:lstStyle/>
                    <a:p>
                      <a:pPr algn="ctr"/>
                      <a:r>
                        <a:rPr lang="en-US" sz="1400" b="1" dirty="0">
                          <a:solidFill>
                            <a:srgbClr val="FFFFFF"/>
                          </a:solidFill>
                          <a:latin typeface="Calibri" pitchFamily="34" charset="0"/>
                          <a:ea typeface="Calibri" pitchFamily="34" charset="-122"/>
                          <a:cs typeface="Calibri" pitchFamily="34" charset="-120"/>
                        </a:rPr>
                        <a:t>Reorder Rate</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B4F8F"/>
                    </a:solidFill>
                  </a:tcPr>
                </a:tc>
                <a:extLst>
                  <a:ext uri="{0D108BD9-81ED-4DB2-BD59-A6C34878D82A}">
                    <a16:rowId xmlns:a16="http://schemas.microsoft.com/office/drawing/2014/main" val="10000"/>
                  </a:ext>
                </a:extLst>
              </a:tr>
              <a:tr h="358394">
                <a:tc>
                  <a:txBody>
                    <a:bodyPr/>
                    <a:lstStyle/>
                    <a:p>
                      <a:pPr algn="ctr"/>
                      <a:r>
                        <a:rPr lang="en-US" sz="1400" dirty="0">
                          <a:solidFill>
                            <a:srgbClr val="2D3748"/>
                          </a:solidFill>
                          <a:latin typeface="Calibri" pitchFamily="34" charset="0"/>
                          <a:ea typeface="Calibri" pitchFamily="34" charset="-122"/>
                          <a:cs typeface="Calibri" pitchFamily="34" charset="-120"/>
                        </a:rPr>
                        <a:t>130</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kitchen supplies</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16.33%</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58394">
                <a:tc>
                  <a:txBody>
                    <a:bodyPr/>
                    <a:lstStyle/>
                    <a:p>
                      <a:pPr algn="ctr"/>
                      <a:r>
                        <a:rPr lang="en-US" sz="1400" dirty="0">
                          <a:solidFill>
                            <a:srgbClr val="2D3748"/>
                          </a:solidFill>
                          <a:latin typeface="Calibri" pitchFamily="34" charset="0"/>
                          <a:ea typeface="Calibri" pitchFamily="34" charset="-122"/>
                          <a:cs typeface="Calibri" pitchFamily="34" charset="-120"/>
                        </a:rPr>
                        <a:t>129</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spices seasonings</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17.65%</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extLst>
                  <a:ext uri="{0D108BD9-81ED-4DB2-BD59-A6C34878D82A}">
                    <a16:rowId xmlns:a16="http://schemas.microsoft.com/office/drawing/2014/main" val="10002"/>
                  </a:ext>
                </a:extLst>
              </a:tr>
              <a:tr h="358394">
                <a:tc>
                  <a:txBody>
                    <a:bodyPr/>
                    <a:lstStyle/>
                    <a:p>
                      <a:pPr algn="ctr"/>
                      <a:r>
                        <a:rPr lang="en-US" sz="1400" dirty="0">
                          <a:solidFill>
                            <a:srgbClr val="2D3748"/>
                          </a:solidFill>
                          <a:latin typeface="Calibri" pitchFamily="34" charset="0"/>
                          <a:ea typeface="Calibri" pitchFamily="34" charset="-122"/>
                          <a:cs typeface="Calibri" pitchFamily="34" charset="-120"/>
                        </a:rPr>
                        <a:t>128</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baking supplies decor</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18.25%</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58394">
                <a:tc>
                  <a:txBody>
                    <a:bodyPr/>
                    <a:lstStyle/>
                    <a:p>
                      <a:pPr algn="ctr"/>
                      <a:r>
                        <a:rPr lang="en-US" sz="1400" dirty="0">
                          <a:solidFill>
                            <a:srgbClr val="2D3748"/>
                          </a:solidFill>
                          <a:latin typeface="Calibri" pitchFamily="34" charset="0"/>
                          <a:ea typeface="Calibri" pitchFamily="34" charset="-122"/>
                          <a:cs typeface="Calibri" pitchFamily="34" charset="-120"/>
                        </a:rPr>
                        <a:t>127</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beauty</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20.00%</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extLst>
                  <a:ext uri="{0D108BD9-81ED-4DB2-BD59-A6C34878D82A}">
                    <a16:rowId xmlns:a16="http://schemas.microsoft.com/office/drawing/2014/main" val="10004"/>
                  </a:ext>
                </a:extLst>
              </a:tr>
              <a:tr h="358394">
                <a:tc>
                  <a:txBody>
                    <a:bodyPr/>
                    <a:lstStyle/>
                    <a:p>
                      <a:pPr algn="ctr"/>
                      <a:r>
                        <a:rPr lang="en-US" sz="1400" dirty="0">
                          <a:solidFill>
                            <a:srgbClr val="2D3748"/>
                          </a:solidFill>
                          <a:latin typeface="Calibri" pitchFamily="34" charset="0"/>
                          <a:ea typeface="Calibri" pitchFamily="34" charset="-122"/>
                          <a:cs typeface="Calibri" pitchFamily="34" charset="-120"/>
                        </a:rPr>
                        <a:t>126</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cold flu allergy</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21.11%</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6" name="Shape 12"/>
          <p:cNvSpPr/>
          <p:nvPr/>
        </p:nvSpPr>
        <p:spPr>
          <a:xfrm>
            <a:off x="762000" y="8763000"/>
            <a:ext cx="14732000" cy="25400"/>
          </a:xfrm>
          <a:prstGeom prst="rect">
            <a:avLst/>
          </a:prstGeom>
          <a:solidFill>
            <a:srgbClr val="1B4F8F"/>
          </a:solidFill>
          <a:ln/>
        </p:spPr>
        <p:txBody>
          <a:bodyPr/>
          <a:lstStyle/>
          <a:p>
            <a:endParaRPr lang="en-IN"/>
          </a:p>
        </p:txBody>
      </p:sp>
      <p:sp>
        <p:nvSpPr>
          <p:cNvPr id="17" name="Text 13"/>
          <p:cNvSpPr/>
          <p:nvPr/>
        </p:nvSpPr>
        <p:spPr>
          <a:xfrm>
            <a:off x="14478000" y="8826500"/>
            <a:ext cx="1016000" cy="254000"/>
          </a:xfrm>
          <a:prstGeom prst="rect">
            <a:avLst/>
          </a:prstGeom>
          <a:noFill/>
          <a:ln/>
        </p:spPr>
        <p:txBody>
          <a:bodyPr wrap="none" lIns="0" tIns="0" rIns="0" bIns="0" rtlCol="0" anchor="ctr"/>
          <a:lstStyle/>
          <a:p>
            <a:pPr algn="r">
              <a:lnSpc>
                <a:spcPct val="120000"/>
              </a:lnSpc>
            </a:pPr>
            <a:r>
              <a:rPr lang="en-US" sz="1200" dirty="0">
                <a:solidFill>
                  <a:srgbClr val="718096"/>
                </a:solidFill>
                <a:latin typeface="Calibri" pitchFamily="34" charset="0"/>
                <a:ea typeface="Calibri" pitchFamily="34" charset="-122"/>
                <a:cs typeface="Calibri" pitchFamily="34" charset="-120"/>
              </a:rPr>
              <a:t>36 / 55</a:t>
            </a:r>
            <a:endParaRPr lang="en-US" sz="1200" dirty="0"/>
          </a:p>
        </p:txBody>
      </p:sp>
      <p:sp>
        <p:nvSpPr>
          <p:cNvPr id="19" name="Text 9">
            <a:extLst>
              <a:ext uri="{FF2B5EF4-FFF2-40B4-BE49-F238E27FC236}">
                <a16:creationId xmlns:a16="http://schemas.microsoft.com/office/drawing/2014/main" id="{EA8BBAD4-957E-844C-ADF3-5CFC3852C2E4}"/>
              </a:ext>
            </a:extLst>
          </p:cNvPr>
          <p:cNvSpPr/>
          <p:nvPr/>
        </p:nvSpPr>
        <p:spPr>
          <a:xfrm>
            <a:off x="812800" y="5293893"/>
            <a:ext cx="6502401" cy="1610559"/>
          </a:xfrm>
          <a:prstGeom prst="rect">
            <a:avLst/>
          </a:prstGeom>
          <a:noFill/>
          <a:ln/>
        </p:spPr>
        <p:txBody>
          <a:bodyPr wrap="square" lIns="0" tIns="0" rIns="0" bIns="0" rtlCol="0" anchor="t"/>
          <a:lstStyle/>
          <a:p>
            <a:pPr algn="just">
              <a:lnSpc>
                <a:spcPct val="145000"/>
              </a:lnSpc>
            </a:pPr>
            <a:r>
              <a:rPr lang="en-US" sz="1500" b="1" dirty="0">
                <a:solidFill>
                  <a:srgbClr val="1B4F8F"/>
                </a:solidFill>
                <a:latin typeface="Calibri" pitchFamily="34" charset="0"/>
                <a:ea typeface="Calibri" pitchFamily="34" charset="-122"/>
                <a:cs typeface="Calibri" pitchFamily="34" charset="-120"/>
              </a:rPr>
              <a:t>Interpretation </a:t>
            </a:r>
          </a:p>
          <a:p>
            <a:pPr algn="just">
              <a:lnSpc>
                <a:spcPct val="155000"/>
              </a:lnSpc>
            </a:pPr>
            <a:r>
              <a:rPr lang="en-US" sz="1500" dirty="0">
                <a:solidFill>
                  <a:srgbClr val="2D3748"/>
                </a:solidFill>
                <a:latin typeface="Calibri" pitchFamily="34" charset="0"/>
                <a:ea typeface="Calibri" pitchFamily="34" charset="-122"/>
                <a:cs typeface="Calibri" pitchFamily="34" charset="-120"/>
              </a:rPr>
              <a:t>The </a:t>
            </a:r>
            <a:r>
              <a:rPr lang="en-US" sz="1500" b="1" dirty="0">
                <a:solidFill>
                  <a:srgbClr val="2D3748"/>
                </a:solidFill>
                <a:latin typeface="Calibri" pitchFamily="34" charset="0"/>
                <a:ea typeface="Calibri" pitchFamily="34" charset="-122"/>
                <a:cs typeface="Calibri" pitchFamily="34" charset="-120"/>
              </a:rPr>
              <a:t>Milk</a:t>
            </a:r>
            <a:r>
              <a:rPr lang="en-US" sz="1500" dirty="0">
                <a:solidFill>
                  <a:srgbClr val="2D3748"/>
                </a:solidFill>
                <a:latin typeface="Calibri" pitchFamily="34" charset="0"/>
                <a:ea typeface="Calibri" pitchFamily="34" charset="-122"/>
                <a:cs typeface="Calibri" pitchFamily="34" charset="-120"/>
              </a:rPr>
              <a:t> aisle has the highest reorder rate (79.30%). Essential categories (Water, Fresh Fruits, Eggs) show 70%+ rates. In contrast, discretionary categories (Kitchen Supplies 16.33%, Spices 17.65%, Beauty 20%) have much lower rates. </a:t>
            </a:r>
            <a:r>
              <a:rPr lang="en-US" sz="1500" b="1" dirty="0">
                <a:solidFill>
                  <a:srgbClr val="2D3748"/>
                </a:solidFill>
                <a:latin typeface="Calibri" pitchFamily="34" charset="0"/>
                <a:ea typeface="Calibri" pitchFamily="34" charset="-122"/>
                <a:cs typeface="Calibri" pitchFamily="34" charset="-120"/>
              </a:rPr>
              <a:t>Essential grocery categories achieve 3-4x higher reorder rates</a:t>
            </a:r>
            <a:r>
              <a:rPr lang="en-US" sz="1500" dirty="0">
                <a:solidFill>
                  <a:srgbClr val="2D3748"/>
                </a:solidFill>
                <a:latin typeface="Calibri" pitchFamily="34" charset="0"/>
                <a:ea typeface="Calibri" pitchFamily="34" charset="-122"/>
                <a:cs typeface="Calibri" pitchFamily="34" charset="-120"/>
              </a:rPr>
              <a:t> than discretionary ones.</a:t>
            </a:r>
            <a:endParaRPr lang="en-US" sz="1500" dirty="0"/>
          </a:p>
        </p:txBody>
      </p:sp>
      <p:sp>
        <p:nvSpPr>
          <p:cNvPr id="21" name="Shape 10">
            <a:extLst>
              <a:ext uri="{FF2B5EF4-FFF2-40B4-BE49-F238E27FC236}">
                <a16:creationId xmlns:a16="http://schemas.microsoft.com/office/drawing/2014/main" id="{9921289C-47E9-1ED0-CAD4-DD8096C90406}"/>
              </a:ext>
            </a:extLst>
          </p:cNvPr>
          <p:cNvSpPr/>
          <p:nvPr/>
        </p:nvSpPr>
        <p:spPr>
          <a:xfrm>
            <a:off x="842879" y="7277100"/>
            <a:ext cx="14651122" cy="1016000"/>
          </a:xfrm>
          <a:prstGeom prst="rect">
            <a:avLst/>
          </a:prstGeom>
          <a:solidFill>
            <a:srgbClr val="EDF2F7"/>
          </a:solidFill>
          <a:ln/>
        </p:spPr>
        <p:txBody>
          <a:bodyPr/>
          <a:lstStyle/>
          <a:p>
            <a:endParaRPr lang="en-IN"/>
          </a:p>
        </p:txBody>
      </p:sp>
      <p:sp>
        <p:nvSpPr>
          <p:cNvPr id="23" name="Shape 11">
            <a:extLst>
              <a:ext uri="{FF2B5EF4-FFF2-40B4-BE49-F238E27FC236}">
                <a16:creationId xmlns:a16="http://schemas.microsoft.com/office/drawing/2014/main" id="{54960ED3-D131-F777-6409-D4B15CAB7719}"/>
              </a:ext>
            </a:extLst>
          </p:cNvPr>
          <p:cNvSpPr/>
          <p:nvPr/>
        </p:nvSpPr>
        <p:spPr>
          <a:xfrm>
            <a:off x="842879" y="7277100"/>
            <a:ext cx="50800" cy="1016000"/>
          </a:xfrm>
          <a:prstGeom prst="rect">
            <a:avLst/>
          </a:prstGeom>
          <a:solidFill>
            <a:srgbClr val="1B4F8F"/>
          </a:solidFill>
          <a:ln/>
        </p:spPr>
        <p:txBody>
          <a:bodyPr/>
          <a:lstStyle/>
          <a:p>
            <a:endParaRPr lang="en-IN"/>
          </a:p>
        </p:txBody>
      </p:sp>
      <p:sp>
        <p:nvSpPr>
          <p:cNvPr id="25" name="Text 12">
            <a:extLst>
              <a:ext uri="{FF2B5EF4-FFF2-40B4-BE49-F238E27FC236}">
                <a16:creationId xmlns:a16="http://schemas.microsoft.com/office/drawing/2014/main" id="{0B17110A-E661-E4C9-988B-7344CD40BDAB}"/>
              </a:ext>
            </a:extLst>
          </p:cNvPr>
          <p:cNvSpPr/>
          <p:nvPr/>
        </p:nvSpPr>
        <p:spPr>
          <a:xfrm>
            <a:off x="1041400" y="7378700"/>
            <a:ext cx="14287500" cy="825500"/>
          </a:xfrm>
          <a:prstGeom prst="rect">
            <a:avLst/>
          </a:prstGeom>
          <a:noFill/>
          <a:ln/>
        </p:spPr>
        <p:txBody>
          <a:bodyPr wrap="square" lIns="0" tIns="0" rIns="0" bIns="0" rtlCol="0" anchor="ctr"/>
          <a:lstStyle/>
          <a:p>
            <a:pPr>
              <a:lnSpc>
                <a:spcPct val="150000"/>
              </a:lnSpc>
            </a:pPr>
            <a:r>
              <a:rPr lang="en-US" sz="1500" b="1" dirty="0">
                <a:solidFill>
                  <a:srgbClr val="2D3748"/>
                </a:solidFill>
                <a:latin typeface="Calibri" pitchFamily="34" charset="0"/>
                <a:ea typeface="Calibri" pitchFamily="34" charset="-122"/>
                <a:cs typeface="Calibri" pitchFamily="34" charset="-120"/>
              </a:rPr>
              <a:t>Business Insight:</a:t>
            </a:r>
            <a:r>
              <a:rPr lang="en-US" sz="1500" dirty="0">
                <a:solidFill>
                  <a:srgbClr val="2D3748"/>
                </a:solidFill>
                <a:latin typeface="Calibri" pitchFamily="34" charset="0"/>
                <a:ea typeface="Calibri" pitchFamily="34" charset="-122"/>
                <a:cs typeface="Calibri" pitchFamily="34" charset="-120"/>
              </a:rPr>
              <a:t> Essential grocery categories consistently achieve higher customer retention and repeat purchases. Prioritize inventory planning and promotional campaigns for high-loyalty aisles. Explore initiatives to improve engagement in lower-performing discretionary categories.</a:t>
            </a:r>
            <a:endParaRPr lang="en-US" sz="1500" dirty="0"/>
          </a:p>
        </p:txBody>
      </p:sp>
      <p:sp>
        <p:nvSpPr>
          <p:cNvPr id="27" name="Shape 3">
            <a:extLst>
              <a:ext uri="{FF2B5EF4-FFF2-40B4-BE49-F238E27FC236}">
                <a16:creationId xmlns:a16="http://schemas.microsoft.com/office/drawing/2014/main" id="{B92284E3-780F-D482-A9A9-8791DC1B8C3B}"/>
              </a:ext>
            </a:extLst>
          </p:cNvPr>
          <p:cNvSpPr/>
          <p:nvPr/>
        </p:nvSpPr>
        <p:spPr>
          <a:xfrm>
            <a:off x="756653" y="2035668"/>
            <a:ext cx="6553201" cy="3216780"/>
          </a:xfrm>
          <a:prstGeom prst="rect">
            <a:avLst/>
          </a:prstGeom>
          <a:solidFill>
            <a:srgbClr val="EDF2F7"/>
          </a:solidFill>
          <a:ln/>
        </p:spPr>
        <p:txBody>
          <a:bodyPr/>
          <a:lstStyle/>
          <a:p>
            <a:endParaRPr lang="en-IN" dirty="0"/>
          </a:p>
        </p:txBody>
      </p:sp>
      <p:sp>
        <p:nvSpPr>
          <p:cNvPr id="29" name="TextBox 28">
            <a:extLst>
              <a:ext uri="{FF2B5EF4-FFF2-40B4-BE49-F238E27FC236}">
                <a16:creationId xmlns:a16="http://schemas.microsoft.com/office/drawing/2014/main" id="{59BEE66F-3D4C-9CB5-046F-5093B7F6EB0D}"/>
              </a:ext>
            </a:extLst>
          </p:cNvPr>
          <p:cNvSpPr txBox="1"/>
          <p:nvPr/>
        </p:nvSpPr>
        <p:spPr>
          <a:xfrm>
            <a:off x="812800" y="2086811"/>
            <a:ext cx="1851526" cy="307777"/>
          </a:xfrm>
          <a:prstGeom prst="rect">
            <a:avLst/>
          </a:prstGeom>
          <a:noFill/>
        </p:spPr>
        <p:txBody>
          <a:bodyPr wrap="square">
            <a:spAutoFit/>
          </a:bodyPr>
          <a:lstStyle/>
          <a:p>
            <a:r>
              <a:rPr lang="en-US" sz="1400" b="1" dirty="0">
                <a:solidFill>
                  <a:srgbClr val="718096"/>
                </a:solidFill>
                <a:latin typeface="Calibri" pitchFamily="34" charset="0"/>
                <a:ea typeface="Calibri" pitchFamily="34" charset="-122"/>
                <a:cs typeface="Calibri" pitchFamily="34" charset="-120"/>
              </a:rPr>
              <a:t>PYTHON CODE</a:t>
            </a:r>
            <a:endParaRPr lang="en-IN" sz="1400" dirty="0"/>
          </a:p>
        </p:txBody>
      </p:sp>
      <p:sp>
        <p:nvSpPr>
          <p:cNvPr id="31" name="Text 5">
            <a:extLst>
              <a:ext uri="{FF2B5EF4-FFF2-40B4-BE49-F238E27FC236}">
                <a16:creationId xmlns:a16="http://schemas.microsoft.com/office/drawing/2014/main" id="{8638CBF3-BB9F-8D7E-7847-BC5CC0AFDCE9}"/>
              </a:ext>
            </a:extLst>
          </p:cNvPr>
          <p:cNvSpPr/>
          <p:nvPr/>
        </p:nvSpPr>
        <p:spPr>
          <a:xfrm>
            <a:off x="909053" y="2390270"/>
            <a:ext cx="6297863" cy="2032335"/>
          </a:xfrm>
          <a:prstGeom prst="rect">
            <a:avLst/>
          </a:prstGeom>
          <a:noFill/>
          <a:ln/>
        </p:spPr>
        <p:txBody>
          <a:bodyPr wrap="square" lIns="0" tIns="0" rIns="0" bIns="0" rtlCol="0" anchor="t"/>
          <a:lstStyle/>
          <a:p>
            <a:pPr>
              <a:lnSpc>
                <a:spcPct val="135000"/>
              </a:lnSpc>
            </a:pPr>
            <a:r>
              <a:rPr lang="en-US" sz="1400" spc="80" dirty="0">
                <a:solidFill>
                  <a:srgbClr val="2D3748"/>
                </a:solidFill>
                <a:latin typeface="Calibri" pitchFamily="34" charset="0"/>
                <a:ea typeface="Calibri" pitchFamily="34" charset="-122"/>
                <a:cs typeface="Calibri" pitchFamily="34" charset="-120"/>
              </a:rPr>
              <a:t>q17 = </a:t>
            </a:r>
            <a:r>
              <a:rPr lang="en-US" sz="1400" spc="80" dirty="0" err="1">
                <a:solidFill>
                  <a:srgbClr val="2D3748"/>
                </a:solidFill>
                <a:latin typeface="Calibri" pitchFamily="34" charset="0"/>
                <a:ea typeface="Calibri" pitchFamily="34" charset="-122"/>
                <a:cs typeface="Calibri" pitchFamily="34" charset="-120"/>
              </a:rPr>
              <a:t>master_df.groupby</a:t>
            </a:r>
            <a:r>
              <a:rPr lang="en-US" sz="1400" spc="80" dirty="0">
                <a:solidFill>
                  <a:srgbClr val="2D3748"/>
                </a:solidFill>
                <a:latin typeface="Calibri" pitchFamily="34" charset="0"/>
                <a:ea typeface="Calibri" pitchFamily="34" charset="-122"/>
                <a:cs typeface="Calibri" pitchFamily="34" charset="-120"/>
              </a:rPr>
              <a:t>("aisle", </a:t>
            </a:r>
            <a:r>
              <a:rPr lang="en-US" sz="1400" spc="80" dirty="0" err="1">
                <a:solidFill>
                  <a:srgbClr val="2D3748"/>
                </a:solidFill>
                <a:latin typeface="Calibri" pitchFamily="34" charset="0"/>
                <a:ea typeface="Calibri" pitchFamily="34" charset="-122"/>
                <a:cs typeface="Calibri" pitchFamily="34" charset="-120"/>
              </a:rPr>
              <a:t>as_index</a:t>
            </a:r>
            <a:r>
              <a:rPr lang="en-US" sz="1400" spc="80" dirty="0">
                <a:solidFill>
                  <a:srgbClr val="2D3748"/>
                </a:solidFill>
                <a:latin typeface="Calibri" pitchFamily="34" charset="0"/>
                <a:ea typeface="Calibri" pitchFamily="34" charset="-122"/>
                <a:cs typeface="Calibri" pitchFamily="34" charset="-120"/>
              </a:rPr>
              <a:t>=False)</a:t>
            </a:r>
            <a:endParaRPr lang="en-US" sz="1400" spc="80" dirty="0"/>
          </a:p>
          <a:p>
            <a:pPr>
              <a:lnSpc>
                <a:spcPct val="135000"/>
              </a:lnSpc>
            </a:pPr>
            <a:r>
              <a:rPr lang="en-US" sz="1400" spc="80" dirty="0">
                <a:solidFill>
                  <a:srgbClr val="2D3748"/>
                </a:solidFill>
                <a:latin typeface="Calibri" pitchFamily="34" charset="0"/>
                <a:ea typeface="Calibri" pitchFamily="34" charset="-122"/>
                <a:cs typeface="Calibri" pitchFamily="34" charset="-120"/>
              </a:rPr>
              <a:t>  .</a:t>
            </a:r>
            <a:r>
              <a:rPr lang="en-US" sz="1400" spc="80" dirty="0" err="1">
                <a:solidFill>
                  <a:srgbClr val="2D3748"/>
                </a:solidFill>
                <a:latin typeface="Calibri" pitchFamily="34" charset="0"/>
                <a:ea typeface="Calibri" pitchFamily="34" charset="-122"/>
                <a:cs typeface="Calibri" pitchFamily="34" charset="-120"/>
              </a:rPr>
              <a:t>agg</a:t>
            </a:r>
            <a:r>
              <a:rPr lang="en-US" sz="1400" spc="80" dirty="0">
                <a:solidFill>
                  <a:srgbClr val="2D3748"/>
                </a:solidFill>
                <a:latin typeface="Calibri" pitchFamily="34" charset="0"/>
                <a:ea typeface="Calibri" pitchFamily="34" charset="-122"/>
                <a:cs typeface="Calibri" pitchFamily="34" charset="-120"/>
              </a:rPr>
              <a:t>(</a:t>
            </a:r>
            <a:r>
              <a:rPr lang="en-US" sz="1400" spc="80" dirty="0" err="1">
                <a:solidFill>
                  <a:srgbClr val="2D3748"/>
                </a:solidFill>
                <a:latin typeface="Calibri" pitchFamily="34" charset="0"/>
                <a:ea typeface="Calibri" pitchFamily="34" charset="-122"/>
                <a:cs typeface="Calibri" pitchFamily="34" charset="-120"/>
              </a:rPr>
              <a:t>avg_reorder_rate</a:t>
            </a:r>
            <a:r>
              <a:rPr lang="en-US" sz="1400" spc="80" dirty="0">
                <a:solidFill>
                  <a:srgbClr val="2D3748"/>
                </a:solidFill>
                <a:latin typeface="Calibri" pitchFamily="34" charset="0"/>
                <a:ea typeface="Calibri" pitchFamily="34" charset="-122"/>
                <a:cs typeface="Calibri" pitchFamily="34" charset="-120"/>
              </a:rPr>
              <a:t>=("</a:t>
            </a:r>
            <a:r>
              <a:rPr lang="en-US" sz="1400" spc="80" dirty="0" err="1">
                <a:solidFill>
                  <a:srgbClr val="2D3748"/>
                </a:solidFill>
                <a:latin typeface="Calibri" pitchFamily="34" charset="0"/>
                <a:ea typeface="Calibri" pitchFamily="34" charset="-122"/>
                <a:cs typeface="Calibri" pitchFamily="34" charset="-120"/>
              </a:rPr>
              <a:t>reordered","mean</a:t>
            </a:r>
            <a:r>
              <a:rPr lang="en-US" sz="1400" spc="80" dirty="0">
                <a:solidFill>
                  <a:srgbClr val="2D3748"/>
                </a:solidFill>
                <a:latin typeface="Calibri" pitchFamily="34" charset="0"/>
                <a:ea typeface="Calibri" pitchFamily="34" charset="-122"/>
                <a:cs typeface="Calibri" pitchFamily="34" charset="-120"/>
              </a:rPr>
              <a:t>"))</a:t>
            </a:r>
            <a:endParaRPr lang="en-US" sz="1400" spc="80" dirty="0"/>
          </a:p>
          <a:p>
            <a:pPr>
              <a:lnSpc>
                <a:spcPct val="135000"/>
              </a:lnSpc>
            </a:pPr>
            <a:r>
              <a:rPr lang="en-US" sz="1400" spc="80" dirty="0">
                <a:solidFill>
                  <a:srgbClr val="2D3748"/>
                </a:solidFill>
                <a:latin typeface="Calibri" pitchFamily="34" charset="0"/>
                <a:ea typeface="Calibri" pitchFamily="34" charset="-122"/>
                <a:cs typeface="Calibri" pitchFamily="34" charset="-120"/>
              </a:rPr>
              <a:t>q17["</a:t>
            </a:r>
            <a:r>
              <a:rPr lang="en-US" sz="1400" spc="80" dirty="0" err="1">
                <a:solidFill>
                  <a:srgbClr val="2D3748"/>
                </a:solidFill>
                <a:latin typeface="Calibri" pitchFamily="34" charset="0"/>
                <a:ea typeface="Calibri" pitchFamily="34" charset="-122"/>
                <a:cs typeface="Calibri" pitchFamily="34" charset="-120"/>
              </a:rPr>
              <a:t>avg_reorder_rate</a:t>
            </a:r>
            <a:r>
              <a:rPr lang="en-US" sz="1400" spc="80" dirty="0">
                <a:solidFill>
                  <a:srgbClr val="2D3748"/>
                </a:solidFill>
                <a:latin typeface="Calibri" pitchFamily="34" charset="0"/>
                <a:ea typeface="Calibri" pitchFamily="34" charset="-122"/>
                <a:cs typeface="Calibri" pitchFamily="34" charset="-120"/>
              </a:rPr>
              <a:t>"] = (q17["</a:t>
            </a:r>
            <a:r>
              <a:rPr lang="en-US" sz="1400" spc="80" dirty="0" err="1">
                <a:solidFill>
                  <a:srgbClr val="2D3748"/>
                </a:solidFill>
                <a:latin typeface="Calibri" pitchFamily="34" charset="0"/>
                <a:ea typeface="Calibri" pitchFamily="34" charset="-122"/>
                <a:cs typeface="Calibri" pitchFamily="34" charset="-120"/>
              </a:rPr>
              <a:t>avg_reorder_rate</a:t>
            </a:r>
            <a:r>
              <a:rPr lang="en-US" sz="1400" spc="80" dirty="0">
                <a:solidFill>
                  <a:srgbClr val="2D3748"/>
                </a:solidFill>
                <a:latin typeface="Calibri" pitchFamily="34" charset="0"/>
                <a:ea typeface="Calibri" pitchFamily="34" charset="-122"/>
                <a:cs typeface="Calibri" pitchFamily="34" charset="-120"/>
              </a:rPr>
              <a:t>"]</a:t>
            </a:r>
            <a:endParaRPr lang="en-US" sz="1400" spc="80" dirty="0"/>
          </a:p>
          <a:p>
            <a:pPr>
              <a:lnSpc>
                <a:spcPct val="135000"/>
              </a:lnSpc>
            </a:pPr>
            <a:r>
              <a:rPr lang="en-US" sz="1400" spc="80" dirty="0">
                <a:solidFill>
                  <a:srgbClr val="2D3748"/>
                </a:solidFill>
                <a:latin typeface="Calibri" pitchFamily="34" charset="0"/>
                <a:ea typeface="Calibri" pitchFamily="34" charset="-122"/>
                <a:cs typeface="Calibri" pitchFamily="34" charset="-120"/>
              </a:rPr>
              <a:t>  * 100).round(2)</a:t>
            </a:r>
            <a:endParaRPr lang="en-US" sz="1400" spc="80" dirty="0"/>
          </a:p>
          <a:p>
            <a:pPr>
              <a:lnSpc>
                <a:spcPct val="135000"/>
              </a:lnSpc>
            </a:pPr>
            <a:r>
              <a:rPr lang="en-US" sz="1400" spc="80" dirty="0">
                <a:solidFill>
                  <a:srgbClr val="2D3748"/>
                </a:solidFill>
                <a:latin typeface="Calibri" pitchFamily="34" charset="0"/>
                <a:ea typeface="Calibri" pitchFamily="34" charset="-122"/>
                <a:cs typeface="Calibri" pitchFamily="34" charset="-120"/>
              </a:rPr>
              <a:t>q17 = q17.sort_values("</a:t>
            </a:r>
            <a:r>
              <a:rPr lang="en-US" sz="1400" spc="80" dirty="0" err="1">
                <a:solidFill>
                  <a:srgbClr val="2D3748"/>
                </a:solidFill>
                <a:latin typeface="Calibri" pitchFamily="34" charset="0"/>
                <a:ea typeface="Calibri" pitchFamily="34" charset="-122"/>
                <a:cs typeface="Calibri" pitchFamily="34" charset="-120"/>
              </a:rPr>
              <a:t>avg_reorder_rate</a:t>
            </a:r>
            <a:r>
              <a:rPr lang="en-US" sz="1400" spc="80" dirty="0">
                <a:solidFill>
                  <a:srgbClr val="2D3748"/>
                </a:solidFill>
                <a:latin typeface="Calibri" pitchFamily="34" charset="0"/>
                <a:ea typeface="Calibri" pitchFamily="34" charset="-122"/>
                <a:cs typeface="Calibri" pitchFamily="34" charset="-120"/>
              </a:rPr>
              <a:t>", ascending=False)</a:t>
            </a:r>
            <a:endParaRPr lang="en-US" sz="1400" spc="80" dirty="0"/>
          </a:p>
        </p:txBody>
      </p:sp>
    </p:spTree>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62000" y="444500"/>
            <a:ext cx="12700000" cy="444500"/>
          </a:xfrm>
          <a:prstGeom prst="rect">
            <a:avLst/>
          </a:prstGeom>
          <a:noFill/>
          <a:ln/>
        </p:spPr>
        <p:txBody>
          <a:bodyPr wrap="none" lIns="0" tIns="0" rIns="0" bIns="0" rtlCol="0" anchor="ctr"/>
          <a:lstStyle/>
          <a:p>
            <a:pPr algn="l">
              <a:lnSpc>
                <a:spcPct val="130000"/>
              </a:lnSpc>
            </a:pPr>
            <a:r>
              <a:rPr lang="en-US" sz="2400" b="1" dirty="0">
                <a:solidFill>
                  <a:srgbClr val="2D3748"/>
                </a:solidFill>
                <a:latin typeface="Calibri" pitchFamily="34" charset="0"/>
                <a:ea typeface="Calibri" pitchFamily="34" charset="-122"/>
                <a:cs typeface="Calibri" pitchFamily="34" charset="-120"/>
              </a:rPr>
              <a:t>Query 18 — Average Order Size by Day of Week</a:t>
            </a:r>
            <a:endParaRPr lang="en-US" sz="2400" dirty="0"/>
          </a:p>
        </p:txBody>
      </p:sp>
      <p:sp>
        <p:nvSpPr>
          <p:cNvPr id="3" name="Shape 1"/>
          <p:cNvSpPr/>
          <p:nvPr/>
        </p:nvSpPr>
        <p:spPr>
          <a:xfrm>
            <a:off x="762000" y="952500"/>
            <a:ext cx="14732000" cy="25400"/>
          </a:xfrm>
          <a:prstGeom prst="rect">
            <a:avLst/>
          </a:prstGeom>
          <a:solidFill>
            <a:srgbClr val="1B4F8F"/>
          </a:solidFill>
          <a:ln/>
        </p:spPr>
        <p:txBody>
          <a:bodyPr/>
          <a:lstStyle/>
          <a:p>
            <a:endParaRPr lang="en-IN"/>
          </a:p>
        </p:txBody>
      </p:sp>
      <p:sp>
        <p:nvSpPr>
          <p:cNvPr id="4" name="Text 2"/>
          <p:cNvSpPr/>
          <p:nvPr/>
        </p:nvSpPr>
        <p:spPr>
          <a:xfrm>
            <a:off x="762000" y="1079500"/>
            <a:ext cx="14732000" cy="279400"/>
          </a:xfrm>
          <a:prstGeom prst="rect">
            <a:avLst/>
          </a:prstGeom>
          <a:noFill/>
          <a:ln/>
        </p:spPr>
        <p:txBody>
          <a:bodyPr wrap="none" lIns="0" tIns="0" rIns="0" bIns="0" rtlCol="0" anchor="ctr"/>
          <a:lstStyle/>
          <a:p>
            <a:pPr algn="l">
              <a:lnSpc>
                <a:spcPct val="120000"/>
              </a:lnSpc>
            </a:pPr>
            <a:r>
              <a:rPr lang="en-US" sz="1300" dirty="0">
                <a:solidFill>
                  <a:srgbClr val="718096"/>
                </a:solidFill>
                <a:latin typeface="Calibri" pitchFamily="34" charset="0"/>
                <a:ea typeface="Calibri" pitchFamily="34" charset="-122"/>
                <a:cs typeface="Calibri" pitchFamily="34" charset="-120"/>
              </a:rPr>
              <a:t>Objective: Analyze basket size variation across days | Temporal / Demand-Timing Objective</a:t>
            </a:r>
            <a:endParaRPr lang="en-US" sz="1300" dirty="0"/>
          </a:p>
        </p:txBody>
      </p:sp>
      <p:graphicFrame>
        <p:nvGraphicFramePr>
          <p:cNvPr id="38" name="Table 0"/>
          <p:cNvGraphicFramePr>
            <a:graphicFrameLocks noGrp="1"/>
          </p:cNvGraphicFramePr>
          <p:nvPr>
            <p:extLst>
              <p:ext uri="{D42A27DB-BD31-4B8C-83A1-F6EECF244321}">
                <p14:modId xmlns:p14="http://schemas.microsoft.com/office/powerpoint/2010/main" val="2087611033"/>
              </p:ext>
            </p:extLst>
          </p:nvPr>
        </p:nvGraphicFramePr>
        <p:xfrm>
          <a:off x="8344569" y="2373115"/>
          <a:ext cx="6350000" cy="2928874"/>
        </p:xfrm>
        <a:graphic>
          <a:graphicData uri="http://schemas.openxmlformats.org/drawingml/2006/table">
            <a:tbl>
              <a:tblPr/>
              <a:tblGrid>
                <a:gridCol w="1905000">
                  <a:extLst>
                    <a:ext uri="{9D8B030D-6E8A-4147-A177-3AD203B41FA5}">
                      <a16:colId xmlns:a16="http://schemas.microsoft.com/office/drawing/2014/main" val="20000"/>
                    </a:ext>
                  </a:extLst>
                </a:gridCol>
                <a:gridCol w="2540000">
                  <a:extLst>
                    <a:ext uri="{9D8B030D-6E8A-4147-A177-3AD203B41FA5}">
                      <a16:colId xmlns:a16="http://schemas.microsoft.com/office/drawing/2014/main" val="20001"/>
                    </a:ext>
                  </a:extLst>
                </a:gridCol>
                <a:gridCol w="1905000">
                  <a:extLst>
                    <a:ext uri="{9D8B030D-6E8A-4147-A177-3AD203B41FA5}">
                      <a16:colId xmlns:a16="http://schemas.microsoft.com/office/drawing/2014/main" val="20002"/>
                    </a:ext>
                  </a:extLst>
                </a:gridCol>
              </a:tblGrid>
              <a:tr h="363220">
                <a:tc>
                  <a:txBody>
                    <a:bodyPr/>
                    <a:lstStyle/>
                    <a:p>
                      <a:pPr algn="ctr"/>
                      <a:r>
                        <a:rPr lang="en-US" sz="1400" b="1" dirty="0">
                          <a:solidFill>
                            <a:srgbClr val="FFFFFF"/>
                          </a:solidFill>
                          <a:latin typeface="Calibri" pitchFamily="34" charset="0"/>
                          <a:ea typeface="Calibri" pitchFamily="34" charset="-122"/>
                          <a:cs typeface="Calibri" pitchFamily="34" charset="-120"/>
                        </a:rPr>
                        <a:t>Day (0=Sunday)</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B4F8F"/>
                    </a:solidFill>
                  </a:tcPr>
                </a:tc>
                <a:tc>
                  <a:txBody>
                    <a:bodyPr/>
                    <a:lstStyle/>
                    <a:p>
                      <a:pPr algn="ctr"/>
                      <a:r>
                        <a:rPr lang="en-US" sz="1400" b="1" dirty="0">
                          <a:solidFill>
                            <a:srgbClr val="FFFFFF"/>
                          </a:solidFill>
                          <a:latin typeface="Calibri" pitchFamily="34" charset="0"/>
                          <a:ea typeface="Calibri" pitchFamily="34" charset="-122"/>
                          <a:cs typeface="Calibri" pitchFamily="34" charset="-120"/>
                        </a:rPr>
                        <a:t>Avg Order Size</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B4F8F"/>
                    </a:solidFill>
                  </a:tcPr>
                </a:tc>
                <a:tc>
                  <a:txBody>
                    <a:bodyPr/>
                    <a:lstStyle/>
                    <a:p>
                      <a:pPr algn="ctr"/>
                      <a:r>
                        <a:rPr lang="en-US" sz="1400" b="1" dirty="0">
                          <a:solidFill>
                            <a:srgbClr val="FFFFFF"/>
                          </a:solidFill>
                          <a:latin typeface="Calibri" pitchFamily="34" charset="0"/>
                          <a:ea typeface="Calibri" pitchFamily="34" charset="-122"/>
                          <a:cs typeface="Calibri" pitchFamily="34" charset="-120"/>
                        </a:rPr>
                        <a:t>Basket Type</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B4F8F"/>
                    </a:solidFill>
                  </a:tcPr>
                </a:tc>
                <a:extLst>
                  <a:ext uri="{0D108BD9-81ED-4DB2-BD59-A6C34878D82A}">
                    <a16:rowId xmlns:a16="http://schemas.microsoft.com/office/drawing/2014/main" val="10000"/>
                  </a:ext>
                </a:extLst>
              </a:tr>
              <a:tr h="366522">
                <a:tc>
                  <a:txBody>
                    <a:bodyPr/>
                    <a:lstStyle/>
                    <a:p>
                      <a:pPr algn="ctr"/>
                      <a:r>
                        <a:rPr lang="en-US" sz="1400" dirty="0">
                          <a:solidFill>
                            <a:srgbClr val="2D3748"/>
                          </a:solidFill>
                          <a:latin typeface="Calibri" pitchFamily="34" charset="0"/>
                          <a:ea typeface="Calibri" pitchFamily="34" charset="-122"/>
                          <a:cs typeface="Calibri" pitchFamily="34" charset="-120"/>
                        </a:rPr>
                        <a:t>Day 0 (Sunday)</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b="1" dirty="0">
                          <a:solidFill>
                            <a:srgbClr val="2D3748"/>
                          </a:solidFill>
                          <a:latin typeface="Calibri" pitchFamily="34" charset="0"/>
                          <a:ea typeface="Calibri" pitchFamily="34" charset="-122"/>
                          <a:cs typeface="Calibri" pitchFamily="34" charset="-120"/>
                        </a:rPr>
                        <a:t>11.72</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b="1" dirty="0">
                          <a:solidFill>
                            <a:srgbClr val="2E7D32"/>
                          </a:solidFill>
                          <a:latin typeface="Calibri" pitchFamily="34" charset="0"/>
                          <a:ea typeface="Calibri" pitchFamily="34" charset="-122"/>
                          <a:cs typeface="Calibri" pitchFamily="34" charset="-120"/>
                        </a:rPr>
                        <a:t>Large</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6522">
                <a:tc>
                  <a:txBody>
                    <a:bodyPr/>
                    <a:lstStyle/>
                    <a:p>
                      <a:pPr algn="ctr"/>
                      <a:r>
                        <a:rPr lang="en-US" sz="1400" dirty="0">
                          <a:solidFill>
                            <a:srgbClr val="2D3748"/>
                          </a:solidFill>
                          <a:latin typeface="Calibri" pitchFamily="34" charset="0"/>
                          <a:ea typeface="Calibri" pitchFamily="34" charset="-122"/>
                          <a:cs typeface="Calibri" pitchFamily="34" charset="-120"/>
                        </a:rPr>
                        <a:t>Day 6 (Saturday)</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11.03</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b="1" dirty="0">
                          <a:solidFill>
                            <a:srgbClr val="2E7D32"/>
                          </a:solidFill>
                          <a:latin typeface="Calibri" pitchFamily="34" charset="0"/>
                          <a:ea typeface="Calibri" pitchFamily="34" charset="-122"/>
                          <a:cs typeface="Calibri" pitchFamily="34" charset="-120"/>
                        </a:rPr>
                        <a:t>Large</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extLst>
                  <a:ext uri="{0D108BD9-81ED-4DB2-BD59-A6C34878D82A}">
                    <a16:rowId xmlns:a16="http://schemas.microsoft.com/office/drawing/2014/main" val="10002"/>
                  </a:ext>
                </a:extLst>
              </a:tr>
              <a:tr h="366522">
                <a:tc>
                  <a:txBody>
                    <a:bodyPr/>
                    <a:lstStyle/>
                    <a:p>
                      <a:pPr algn="ctr"/>
                      <a:r>
                        <a:rPr lang="en-US" sz="1400" dirty="0">
                          <a:solidFill>
                            <a:srgbClr val="2D3748"/>
                          </a:solidFill>
                          <a:latin typeface="Calibri" pitchFamily="34" charset="0"/>
                          <a:ea typeface="Calibri" pitchFamily="34" charset="-122"/>
                          <a:cs typeface="Calibri" pitchFamily="34" charset="-120"/>
                        </a:rPr>
                        <a:t>Day 1 (Monday)</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10.29</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Medium</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6522">
                <a:tc>
                  <a:txBody>
                    <a:bodyPr/>
                    <a:lstStyle/>
                    <a:p>
                      <a:pPr algn="ctr"/>
                      <a:r>
                        <a:rPr lang="en-US" sz="1400" dirty="0">
                          <a:solidFill>
                            <a:srgbClr val="2D3748"/>
                          </a:solidFill>
                          <a:latin typeface="Calibri" pitchFamily="34" charset="0"/>
                          <a:ea typeface="Calibri" pitchFamily="34" charset="-122"/>
                          <a:cs typeface="Calibri" pitchFamily="34" charset="-120"/>
                        </a:rPr>
                        <a:t>Day 5 (Friday)</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10.20</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Medium</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extLst>
                  <a:ext uri="{0D108BD9-81ED-4DB2-BD59-A6C34878D82A}">
                    <a16:rowId xmlns:a16="http://schemas.microsoft.com/office/drawing/2014/main" val="10004"/>
                  </a:ext>
                </a:extLst>
              </a:tr>
              <a:tr h="366522">
                <a:tc>
                  <a:txBody>
                    <a:bodyPr/>
                    <a:lstStyle/>
                    <a:p>
                      <a:pPr algn="ctr"/>
                      <a:r>
                        <a:rPr lang="en-US" sz="1400" dirty="0">
                          <a:solidFill>
                            <a:srgbClr val="2D3748"/>
                          </a:solidFill>
                          <a:latin typeface="Calibri" pitchFamily="34" charset="0"/>
                          <a:ea typeface="Calibri" pitchFamily="34" charset="-122"/>
                          <a:cs typeface="Calibri" pitchFamily="34" charset="-120"/>
                        </a:rPr>
                        <a:t>Day 2 (Tuesday)</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9.91</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Medium</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66522">
                <a:tc>
                  <a:txBody>
                    <a:bodyPr/>
                    <a:lstStyle/>
                    <a:p>
                      <a:pPr algn="ctr"/>
                      <a:r>
                        <a:rPr lang="en-US" sz="1400" dirty="0">
                          <a:solidFill>
                            <a:srgbClr val="2D3748"/>
                          </a:solidFill>
                          <a:latin typeface="Calibri" pitchFamily="34" charset="0"/>
                          <a:ea typeface="Calibri" pitchFamily="34" charset="-122"/>
                          <a:cs typeface="Calibri" pitchFamily="34" charset="-120"/>
                        </a:rPr>
                        <a:t>Day 4 (Thursday)</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9.85</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Medium</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extLst>
                  <a:ext uri="{0D108BD9-81ED-4DB2-BD59-A6C34878D82A}">
                    <a16:rowId xmlns:a16="http://schemas.microsoft.com/office/drawing/2014/main" val="10006"/>
                  </a:ext>
                </a:extLst>
              </a:tr>
              <a:tr h="366522">
                <a:tc>
                  <a:txBody>
                    <a:bodyPr/>
                    <a:lstStyle/>
                    <a:p>
                      <a:pPr algn="ctr"/>
                      <a:r>
                        <a:rPr lang="en-US" sz="1400" dirty="0">
                          <a:solidFill>
                            <a:srgbClr val="2D3748"/>
                          </a:solidFill>
                          <a:latin typeface="Calibri" pitchFamily="34" charset="0"/>
                          <a:ea typeface="Calibri" pitchFamily="34" charset="-122"/>
                          <a:cs typeface="Calibri" pitchFamily="34" charset="-120"/>
                        </a:rPr>
                        <a:t>Day 3 (Wednesday)</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9.67</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Medium</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15" name="Shape 12"/>
          <p:cNvSpPr/>
          <p:nvPr/>
        </p:nvSpPr>
        <p:spPr>
          <a:xfrm>
            <a:off x="762000" y="8763000"/>
            <a:ext cx="14732000" cy="25400"/>
          </a:xfrm>
          <a:prstGeom prst="rect">
            <a:avLst/>
          </a:prstGeom>
          <a:solidFill>
            <a:srgbClr val="1B4F8F"/>
          </a:solidFill>
          <a:ln/>
        </p:spPr>
        <p:txBody>
          <a:bodyPr/>
          <a:lstStyle/>
          <a:p>
            <a:endParaRPr lang="en-IN"/>
          </a:p>
        </p:txBody>
      </p:sp>
      <p:sp>
        <p:nvSpPr>
          <p:cNvPr id="16" name="Text 13"/>
          <p:cNvSpPr/>
          <p:nvPr/>
        </p:nvSpPr>
        <p:spPr>
          <a:xfrm>
            <a:off x="14478000" y="8826500"/>
            <a:ext cx="1016000" cy="254000"/>
          </a:xfrm>
          <a:prstGeom prst="rect">
            <a:avLst/>
          </a:prstGeom>
          <a:noFill/>
          <a:ln/>
        </p:spPr>
        <p:txBody>
          <a:bodyPr wrap="none" lIns="0" tIns="0" rIns="0" bIns="0" rtlCol="0" anchor="ctr"/>
          <a:lstStyle/>
          <a:p>
            <a:pPr algn="r">
              <a:lnSpc>
                <a:spcPct val="120000"/>
              </a:lnSpc>
            </a:pPr>
            <a:r>
              <a:rPr lang="en-US" sz="1200" dirty="0">
                <a:solidFill>
                  <a:srgbClr val="718096"/>
                </a:solidFill>
                <a:latin typeface="Calibri" pitchFamily="34" charset="0"/>
                <a:ea typeface="Calibri" pitchFamily="34" charset="-122"/>
                <a:cs typeface="Calibri" pitchFamily="34" charset="-120"/>
              </a:rPr>
              <a:t>37 / 55</a:t>
            </a:r>
            <a:endParaRPr lang="en-US" sz="1200" dirty="0"/>
          </a:p>
        </p:txBody>
      </p:sp>
      <p:sp>
        <p:nvSpPr>
          <p:cNvPr id="17" name="Text 9">
            <a:extLst>
              <a:ext uri="{FF2B5EF4-FFF2-40B4-BE49-F238E27FC236}">
                <a16:creationId xmlns:a16="http://schemas.microsoft.com/office/drawing/2014/main" id="{83E1B85C-A9EF-5407-863F-B1C48B46D360}"/>
              </a:ext>
            </a:extLst>
          </p:cNvPr>
          <p:cNvSpPr/>
          <p:nvPr/>
        </p:nvSpPr>
        <p:spPr>
          <a:xfrm>
            <a:off x="812800" y="5293893"/>
            <a:ext cx="6502401" cy="1610559"/>
          </a:xfrm>
          <a:prstGeom prst="rect">
            <a:avLst/>
          </a:prstGeom>
          <a:noFill/>
          <a:ln/>
        </p:spPr>
        <p:txBody>
          <a:bodyPr wrap="square" lIns="0" tIns="0" rIns="0" bIns="0" rtlCol="0" anchor="t"/>
          <a:lstStyle/>
          <a:p>
            <a:pPr algn="just">
              <a:lnSpc>
                <a:spcPct val="145000"/>
              </a:lnSpc>
            </a:pPr>
            <a:r>
              <a:rPr lang="en-US" sz="1500" b="1" dirty="0">
                <a:solidFill>
                  <a:srgbClr val="1B4F8F"/>
                </a:solidFill>
                <a:latin typeface="Calibri" pitchFamily="34" charset="0"/>
                <a:ea typeface="Calibri" pitchFamily="34" charset="-122"/>
                <a:cs typeface="Calibri" pitchFamily="34" charset="-120"/>
              </a:rPr>
              <a:t>Interpretation </a:t>
            </a:r>
          </a:p>
          <a:p>
            <a:pPr algn="just">
              <a:lnSpc>
                <a:spcPct val="155000"/>
              </a:lnSpc>
            </a:pPr>
            <a:r>
              <a:rPr lang="en-US" sz="1500" dirty="0">
                <a:solidFill>
                  <a:srgbClr val="2D3748"/>
                </a:solidFill>
                <a:latin typeface="Calibri" pitchFamily="34" charset="0"/>
                <a:ea typeface="Calibri" pitchFamily="34" charset="-122"/>
                <a:cs typeface="Calibri" pitchFamily="34" charset="-120"/>
              </a:rPr>
              <a:t>Largest orders on </a:t>
            </a:r>
            <a:r>
              <a:rPr lang="en-US" sz="1500" b="1" dirty="0">
                <a:solidFill>
                  <a:srgbClr val="2D3748"/>
                </a:solidFill>
                <a:latin typeface="Calibri" pitchFamily="34" charset="0"/>
                <a:ea typeface="Calibri" pitchFamily="34" charset="-122"/>
                <a:cs typeface="Calibri" pitchFamily="34" charset="-120"/>
              </a:rPr>
              <a:t>Day 0 (11.72)</a:t>
            </a:r>
            <a:r>
              <a:rPr lang="en-US" sz="1500" dirty="0">
                <a:solidFill>
                  <a:srgbClr val="2D3748"/>
                </a:solidFill>
                <a:latin typeface="Calibri" pitchFamily="34" charset="0"/>
                <a:ea typeface="Calibri" pitchFamily="34" charset="-122"/>
                <a:cs typeface="Calibri" pitchFamily="34" charset="-120"/>
              </a:rPr>
              <a:t> and </a:t>
            </a:r>
            <a:r>
              <a:rPr lang="en-US" sz="1500" b="1" dirty="0">
                <a:solidFill>
                  <a:srgbClr val="2D3748"/>
                </a:solidFill>
                <a:latin typeface="Calibri" pitchFamily="34" charset="0"/>
                <a:ea typeface="Calibri" pitchFamily="34" charset="-122"/>
                <a:cs typeface="Calibri" pitchFamily="34" charset="-120"/>
              </a:rPr>
              <a:t>Day 6 (11.03)</a:t>
            </a:r>
            <a:r>
              <a:rPr lang="en-US" sz="1500" dirty="0">
                <a:solidFill>
                  <a:srgbClr val="2D3748"/>
                </a:solidFill>
                <a:latin typeface="Calibri" pitchFamily="34" charset="0"/>
                <a:ea typeface="Calibri" pitchFamily="34" charset="-122"/>
                <a:cs typeface="Calibri" pitchFamily="34" charset="-120"/>
              </a:rPr>
              <a:t> — weekend stock-up shopping. Smallest on </a:t>
            </a:r>
            <a:r>
              <a:rPr lang="en-US" sz="1500" b="1" dirty="0">
                <a:solidFill>
                  <a:srgbClr val="2D3748"/>
                </a:solidFill>
                <a:latin typeface="Calibri" pitchFamily="34" charset="0"/>
                <a:ea typeface="Calibri" pitchFamily="34" charset="-122"/>
                <a:cs typeface="Calibri" pitchFamily="34" charset="-120"/>
              </a:rPr>
              <a:t>Day 3 (9.67)</a:t>
            </a:r>
            <a:r>
              <a:rPr lang="en-US" sz="1500" dirty="0">
                <a:solidFill>
                  <a:srgbClr val="2D3748"/>
                </a:solidFill>
                <a:latin typeface="Calibri" pitchFamily="34" charset="0"/>
                <a:ea typeface="Calibri" pitchFamily="34" charset="-122"/>
                <a:cs typeface="Calibri" pitchFamily="34" charset="-120"/>
              </a:rPr>
              <a:t>. Variation is moderate (9.67-11.72), indicating relatively consistent purchasing </a:t>
            </a:r>
            <a:r>
              <a:rPr lang="en-US" sz="1500" dirty="0" err="1">
                <a:solidFill>
                  <a:srgbClr val="2D3748"/>
                </a:solidFill>
                <a:latin typeface="Calibri" pitchFamily="34" charset="0"/>
                <a:ea typeface="Calibri" pitchFamily="34" charset="-122"/>
                <a:cs typeface="Calibri" pitchFamily="34" charset="-120"/>
              </a:rPr>
              <a:t>behaviour</a:t>
            </a:r>
            <a:r>
              <a:rPr lang="en-US" sz="1500" dirty="0">
                <a:solidFill>
                  <a:srgbClr val="2D3748"/>
                </a:solidFill>
                <a:latin typeface="Calibri" pitchFamily="34" charset="0"/>
                <a:ea typeface="Calibri" pitchFamily="34" charset="-122"/>
                <a:cs typeface="Calibri" pitchFamily="34" charset="-120"/>
              </a:rPr>
              <a:t> with slight weekend uplift.</a:t>
            </a:r>
            <a:endParaRPr lang="en-US" sz="1500" dirty="0"/>
          </a:p>
        </p:txBody>
      </p:sp>
      <p:sp>
        <p:nvSpPr>
          <p:cNvPr id="19" name="Shape 10">
            <a:extLst>
              <a:ext uri="{FF2B5EF4-FFF2-40B4-BE49-F238E27FC236}">
                <a16:creationId xmlns:a16="http://schemas.microsoft.com/office/drawing/2014/main" id="{B47CFBD4-CC1E-CDA5-03E9-E2D256D45790}"/>
              </a:ext>
            </a:extLst>
          </p:cNvPr>
          <p:cNvSpPr/>
          <p:nvPr/>
        </p:nvSpPr>
        <p:spPr>
          <a:xfrm>
            <a:off x="842879" y="7277100"/>
            <a:ext cx="14651122" cy="1016000"/>
          </a:xfrm>
          <a:prstGeom prst="rect">
            <a:avLst/>
          </a:prstGeom>
          <a:solidFill>
            <a:srgbClr val="EDF2F7"/>
          </a:solidFill>
          <a:ln/>
        </p:spPr>
        <p:txBody>
          <a:bodyPr/>
          <a:lstStyle/>
          <a:p>
            <a:endParaRPr lang="en-IN"/>
          </a:p>
        </p:txBody>
      </p:sp>
      <p:sp>
        <p:nvSpPr>
          <p:cNvPr id="21" name="Shape 11">
            <a:extLst>
              <a:ext uri="{FF2B5EF4-FFF2-40B4-BE49-F238E27FC236}">
                <a16:creationId xmlns:a16="http://schemas.microsoft.com/office/drawing/2014/main" id="{917DDD3F-59C7-1CD6-90DF-2AEAE23BD4B2}"/>
              </a:ext>
            </a:extLst>
          </p:cNvPr>
          <p:cNvSpPr/>
          <p:nvPr/>
        </p:nvSpPr>
        <p:spPr>
          <a:xfrm>
            <a:off x="842879" y="7277100"/>
            <a:ext cx="50800" cy="1016000"/>
          </a:xfrm>
          <a:prstGeom prst="rect">
            <a:avLst/>
          </a:prstGeom>
          <a:solidFill>
            <a:srgbClr val="1B4F8F"/>
          </a:solidFill>
          <a:ln/>
        </p:spPr>
        <p:txBody>
          <a:bodyPr/>
          <a:lstStyle/>
          <a:p>
            <a:endParaRPr lang="en-IN"/>
          </a:p>
        </p:txBody>
      </p:sp>
      <p:sp>
        <p:nvSpPr>
          <p:cNvPr id="23" name="Text 12">
            <a:extLst>
              <a:ext uri="{FF2B5EF4-FFF2-40B4-BE49-F238E27FC236}">
                <a16:creationId xmlns:a16="http://schemas.microsoft.com/office/drawing/2014/main" id="{B9525CC4-62E6-56DD-ABA4-F9C1394FE2ED}"/>
              </a:ext>
            </a:extLst>
          </p:cNvPr>
          <p:cNvSpPr/>
          <p:nvPr/>
        </p:nvSpPr>
        <p:spPr>
          <a:xfrm>
            <a:off x="1041400" y="7378700"/>
            <a:ext cx="14287500" cy="825500"/>
          </a:xfrm>
          <a:prstGeom prst="rect">
            <a:avLst/>
          </a:prstGeom>
          <a:noFill/>
          <a:ln/>
        </p:spPr>
        <p:txBody>
          <a:bodyPr wrap="square" lIns="0" tIns="0" rIns="0" bIns="0" rtlCol="0" anchor="ctr"/>
          <a:lstStyle/>
          <a:p>
            <a:pPr>
              <a:lnSpc>
                <a:spcPct val="150000"/>
              </a:lnSpc>
            </a:pPr>
            <a:r>
              <a:rPr lang="en-US" sz="1500" b="1" dirty="0">
                <a:solidFill>
                  <a:srgbClr val="2D3748"/>
                </a:solidFill>
                <a:latin typeface="Calibri" pitchFamily="34" charset="0"/>
                <a:ea typeface="Calibri" pitchFamily="34" charset="-122"/>
                <a:cs typeface="Calibri" pitchFamily="34" charset="-120"/>
              </a:rPr>
              <a:t>Business Insight:</a:t>
            </a:r>
            <a:r>
              <a:rPr lang="en-US" sz="1500" dirty="0">
                <a:solidFill>
                  <a:srgbClr val="2D3748"/>
                </a:solidFill>
                <a:latin typeface="Calibri" pitchFamily="34" charset="0"/>
                <a:ea typeface="Calibri" pitchFamily="34" charset="-122"/>
                <a:cs typeface="Calibri" pitchFamily="34" charset="-120"/>
              </a:rPr>
              <a:t> Customers tend to purchase larger baskets on weekends (Day 0 and Day 6), suggesting major grocery shopping days. Ensure adequate inventory, increase staff availability, and promote bundled offers during high-volume shopping days to maximize sales.</a:t>
            </a:r>
            <a:endParaRPr lang="en-US" sz="1500" dirty="0"/>
          </a:p>
        </p:txBody>
      </p:sp>
      <p:sp>
        <p:nvSpPr>
          <p:cNvPr id="25" name="Shape 3">
            <a:extLst>
              <a:ext uri="{FF2B5EF4-FFF2-40B4-BE49-F238E27FC236}">
                <a16:creationId xmlns:a16="http://schemas.microsoft.com/office/drawing/2014/main" id="{D74B9181-4A7F-14F4-76B7-5DC5D6199C60}"/>
              </a:ext>
            </a:extLst>
          </p:cNvPr>
          <p:cNvSpPr/>
          <p:nvPr/>
        </p:nvSpPr>
        <p:spPr>
          <a:xfrm>
            <a:off x="756653" y="2035668"/>
            <a:ext cx="6553201" cy="3216780"/>
          </a:xfrm>
          <a:prstGeom prst="rect">
            <a:avLst/>
          </a:prstGeom>
          <a:solidFill>
            <a:srgbClr val="EDF2F7"/>
          </a:solidFill>
          <a:ln/>
        </p:spPr>
        <p:txBody>
          <a:bodyPr/>
          <a:lstStyle/>
          <a:p>
            <a:endParaRPr lang="en-IN" dirty="0"/>
          </a:p>
        </p:txBody>
      </p:sp>
      <p:sp>
        <p:nvSpPr>
          <p:cNvPr id="27" name="TextBox 26">
            <a:extLst>
              <a:ext uri="{FF2B5EF4-FFF2-40B4-BE49-F238E27FC236}">
                <a16:creationId xmlns:a16="http://schemas.microsoft.com/office/drawing/2014/main" id="{98499B3B-C26D-902E-B221-8F59E7185052}"/>
              </a:ext>
            </a:extLst>
          </p:cNvPr>
          <p:cNvSpPr txBox="1"/>
          <p:nvPr/>
        </p:nvSpPr>
        <p:spPr>
          <a:xfrm>
            <a:off x="812800" y="2086811"/>
            <a:ext cx="1851526" cy="307777"/>
          </a:xfrm>
          <a:prstGeom prst="rect">
            <a:avLst/>
          </a:prstGeom>
          <a:noFill/>
        </p:spPr>
        <p:txBody>
          <a:bodyPr wrap="square">
            <a:spAutoFit/>
          </a:bodyPr>
          <a:lstStyle/>
          <a:p>
            <a:r>
              <a:rPr lang="en-US" sz="1400" b="1" dirty="0">
                <a:solidFill>
                  <a:srgbClr val="718096"/>
                </a:solidFill>
                <a:latin typeface="Calibri" pitchFamily="34" charset="0"/>
                <a:ea typeface="Calibri" pitchFamily="34" charset="-122"/>
                <a:cs typeface="Calibri" pitchFamily="34" charset="-120"/>
              </a:rPr>
              <a:t>PYTHON CODE</a:t>
            </a:r>
            <a:endParaRPr lang="en-IN" sz="1400" dirty="0"/>
          </a:p>
        </p:txBody>
      </p:sp>
      <p:sp>
        <p:nvSpPr>
          <p:cNvPr id="29" name="Text 5">
            <a:extLst>
              <a:ext uri="{FF2B5EF4-FFF2-40B4-BE49-F238E27FC236}">
                <a16:creationId xmlns:a16="http://schemas.microsoft.com/office/drawing/2014/main" id="{20D9F04F-E2FB-1CD4-B8E5-E7FFDB9A248E}"/>
              </a:ext>
            </a:extLst>
          </p:cNvPr>
          <p:cNvSpPr/>
          <p:nvPr/>
        </p:nvSpPr>
        <p:spPr>
          <a:xfrm>
            <a:off x="909053" y="2390270"/>
            <a:ext cx="6184233" cy="2032335"/>
          </a:xfrm>
          <a:prstGeom prst="rect">
            <a:avLst/>
          </a:prstGeom>
          <a:noFill/>
          <a:ln/>
        </p:spPr>
        <p:txBody>
          <a:bodyPr wrap="square" lIns="0" tIns="0" rIns="0" bIns="0" rtlCol="0" anchor="t"/>
          <a:lstStyle/>
          <a:p>
            <a:pPr>
              <a:lnSpc>
                <a:spcPct val="135000"/>
              </a:lnSpc>
            </a:pPr>
            <a:r>
              <a:rPr lang="en-US" sz="1400" spc="80" dirty="0">
                <a:solidFill>
                  <a:srgbClr val="2D3748"/>
                </a:solidFill>
                <a:latin typeface="Calibri" pitchFamily="34" charset="0"/>
                <a:ea typeface="Calibri" pitchFamily="34" charset="-122"/>
                <a:cs typeface="Calibri" pitchFamily="34" charset="-120"/>
              </a:rPr>
              <a:t>q18 = (</a:t>
            </a:r>
            <a:r>
              <a:rPr lang="en-US" sz="1400" spc="80" dirty="0" err="1">
                <a:solidFill>
                  <a:srgbClr val="2D3748"/>
                </a:solidFill>
                <a:latin typeface="Calibri" pitchFamily="34" charset="0"/>
                <a:ea typeface="Calibri" pitchFamily="34" charset="-122"/>
                <a:cs typeface="Calibri" pitchFamily="34" charset="-120"/>
              </a:rPr>
              <a:t>master_df.groupby</a:t>
            </a:r>
            <a:r>
              <a:rPr lang="en-US" sz="1400" spc="80" dirty="0">
                <a:solidFill>
                  <a:srgbClr val="2D3748"/>
                </a:solidFill>
                <a:latin typeface="Calibri" pitchFamily="34" charset="0"/>
                <a:ea typeface="Calibri" pitchFamily="34" charset="-122"/>
                <a:cs typeface="Calibri" pitchFamily="34" charset="-120"/>
              </a:rPr>
              <a:t>(["order_</a:t>
            </a:r>
            <a:r>
              <a:rPr lang="en-US" sz="1400" spc="80" dirty="0" err="1">
                <a:solidFill>
                  <a:srgbClr val="2D3748"/>
                </a:solidFill>
                <a:latin typeface="Calibri" pitchFamily="34" charset="0"/>
                <a:ea typeface="Calibri" pitchFamily="34" charset="-122"/>
                <a:cs typeface="Calibri" pitchFamily="34" charset="-120"/>
              </a:rPr>
              <a:t>dow</a:t>
            </a:r>
            <a:r>
              <a:rPr lang="en-US" sz="1400" spc="80" dirty="0">
                <a:solidFill>
                  <a:srgbClr val="2D3748"/>
                </a:solidFill>
                <a:latin typeface="Calibri" pitchFamily="34" charset="0"/>
                <a:ea typeface="Calibri" pitchFamily="34" charset="-122"/>
                <a:cs typeface="Calibri" pitchFamily="34" charset="-120"/>
              </a:rPr>
              <a:t>","</a:t>
            </a:r>
            <a:r>
              <a:rPr lang="en-US" sz="1400" spc="80" dirty="0" err="1">
                <a:solidFill>
                  <a:srgbClr val="2D3748"/>
                </a:solidFill>
                <a:latin typeface="Calibri" pitchFamily="34" charset="0"/>
                <a:ea typeface="Calibri" pitchFamily="34" charset="-122"/>
                <a:cs typeface="Calibri" pitchFamily="34" charset="-120"/>
              </a:rPr>
              <a:t>order_id</a:t>
            </a:r>
            <a:r>
              <a:rPr lang="en-US" sz="1400" spc="80" dirty="0">
                <a:solidFill>
                  <a:srgbClr val="2D3748"/>
                </a:solidFill>
                <a:latin typeface="Calibri" pitchFamily="34" charset="0"/>
                <a:ea typeface="Calibri" pitchFamily="34" charset="-122"/>
                <a:cs typeface="Calibri" pitchFamily="34" charset="-120"/>
              </a:rPr>
              <a:t>"])</a:t>
            </a:r>
            <a:endParaRPr lang="en-US" sz="1400" spc="80" dirty="0"/>
          </a:p>
          <a:p>
            <a:pPr>
              <a:lnSpc>
                <a:spcPct val="135000"/>
              </a:lnSpc>
            </a:pPr>
            <a:r>
              <a:rPr lang="en-US" sz="1400" spc="80" dirty="0">
                <a:solidFill>
                  <a:srgbClr val="2D3748"/>
                </a:solidFill>
                <a:latin typeface="Calibri" pitchFamily="34" charset="0"/>
                <a:ea typeface="Calibri" pitchFamily="34" charset="-122"/>
                <a:cs typeface="Calibri" pitchFamily="34" charset="-120"/>
              </a:rPr>
              <a:t>  .</a:t>
            </a:r>
            <a:r>
              <a:rPr lang="en-US" sz="1400" spc="80" dirty="0" err="1">
                <a:solidFill>
                  <a:srgbClr val="2D3748"/>
                </a:solidFill>
                <a:latin typeface="Calibri" pitchFamily="34" charset="0"/>
                <a:ea typeface="Calibri" pitchFamily="34" charset="-122"/>
                <a:cs typeface="Calibri" pitchFamily="34" charset="-120"/>
              </a:rPr>
              <a:t>agg</a:t>
            </a:r>
            <a:r>
              <a:rPr lang="en-US" sz="1400" spc="80" dirty="0">
                <a:solidFill>
                  <a:srgbClr val="2D3748"/>
                </a:solidFill>
                <a:latin typeface="Calibri" pitchFamily="34" charset="0"/>
                <a:ea typeface="Calibri" pitchFamily="34" charset="-122"/>
                <a:cs typeface="Calibri" pitchFamily="34" charset="-120"/>
              </a:rPr>
              <a:t>(</a:t>
            </a:r>
            <a:r>
              <a:rPr lang="en-US" sz="1400" spc="80" dirty="0" err="1">
                <a:solidFill>
                  <a:srgbClr val="2D3748"/>
                </a:solidFill>
                <a:latin typeface="Calibri" pitchFamily="34" charset="0"/>
                <a:ea typeface="Calibri" pitchFamily="34" charset="-122"/>
                <a:cs typeface="Calibri" pitchFamily="34" charset="-120"/>
              </a:rPr>
              <a:t>order_size</a:t>
            </a:r>
            <a:r>
              <a:rPr lang="en-US" sz="1400" spc="80" dirty="0">
                <a:solidFill>
                  <a:srgbClr val="2D3748"/>
                </a:solidFill>
                <a:latin typeface="Calibri" pitchFamily="34" charset="0"/>
                <a:ea typeface="Calibri" pitchFamily="34" charset="-122"/>
                <a:cs typeface="Calibri" pitchFamily="34" charset="-120"/>
              </a:rPr>
              <a:t>=("</a:t>
            </a:r>
            <a:r>
              <a:rPr lang="en-US" sz="1400" spc="80" dirty="0" err="1">
                <a:solidFill>
                  <a:srgbClr val="2D3748"/>
                </a:solidFill>
                <a:latin typeface="Calibri" pitchFamily="34" charset="0"/>
                <a:ea typeface="Calibri" pitchFamily="34" charset="-122"/>
                <a:cs typeface="Calibri" pitchFamily="34" charset="-120"/>
              </a:rPr>
              <a:t>product_id","count</a:t>
            </a:r>
            <a:r>
              <a:rPr lang="en-US" sz="1400" spc="80" dirty="0">
                <a:solidFill>
                  <a:srgbClr val="2D3748"/>
                </a:solidFill>
                <a:latin typeface="Calibri" pitchFamily="34" charset="0"/>
                <a:ea typeface="Calibri" pitchFamily="34" charset="-122"/>
                <a:cs typeface="Calibri" pitchFamily="34" charset="-120"/>
              </a:rPr>
              <a:t>"))</a:t>
            </a:r>
            <a:endParaRPr lang="en-US" sz="1400" spc="80" dirty="0"/>
          </a:p>
          <a:p>
            <a:pPr>
              <a:lnSpc>
                <a:spcPct val="135000"/>
              </a:lnSpc>
            </a:pPr>
            <a:r>
              <a:rPr lang="en-US" sz="1400" spc="80" dirty="0">
                <a:solidFill>
                  <a:srgbClr val="2D3748"/>
                </a:solidFill>
                <a:latin typeface="Calibri" pitchFamily="34" charset="0"/>
                <a:ea typeface="Calibri" pitchFamily="34" charset="-122"/>
                <a:cs typeface="Calibri" pitchFamily="34" charset="-120"/>
              </a:rPr>
              <a:t>  .</a:t>
            </a:r>
            <a:r>
              <a:rPr lang="en-US" sz="1400" spc="80" dirty="0" err="1">
                <a:solidFill>
                  <a:srgbClr val="2D3748"/>
                </a:solidFill>
                <a:latin typeface="Calibri" pitchFamily="34" charset="0"/>
                <a:ea typeface="Calibri" pitchFamily="34" charset="-122"/>
                <a:cs typeface="Calibri" pitchFamily="34" charset="-120"/>
              </a:rPr>
              <a:t>reset_index</a:t>
            </a:r>
            <a:r>
              <a:rPr lang="en-US" sz="1400" spc="80" dirty="0">
                <a:solidFill>
                  <a:srgbClr val="2D3748"/>
                </a:solidFill>
                <a:latin typeface="Calibri" pitchFamily="34" charset="0"/>
                <a:ea typeface="Calibri" pitchFamily="34" charset="-122"/>
                <a:cs typeface="Calibri" pitchFamily="34" charset="-120"/>
              </a:rPr>
              <a:t>()</a:t>
            </a:r>
            <a:endParaRPr lang="en-US" sz="1400" spc="80" dirty="0"/>
          </a:p>
          <a:p>
            <a:pPr>
              <a:lnSpc>
                <a:spcPct val="135000"/>
              </a:lnSpc>
            </a:pPr>
            <a:r>
              <a:rPr lang="en-US" sz="1400" spc="80" dirty="0">
                <a:solidFill>
                  <a:srgbClr val="2D3748"/>
                </a:solidFill>
                <a:latin typeface="Calibri" pitchFamily="34" charset="0"/>
                <a:ea typeface="Calibri" pitchFamily="34" charset="-122"/>
                <a:cs typeface="Calibri" pitchFamily="34" charset="-120"/>
              </a:rPr>
              <a:t>  .</a:t>
            </a:r>
            <a:r>
              <a:rPr lang="en-US" sz="1400" spc="80" dirty="0" err="1">
                <a:solidFill>
                  <a:srgbClr val="2D3748"/>
                </a:solidFill>
                <a:latin typeface="Calibri" pitchFamily="34" charset="0"/>
                <a:ea typeface="Calibri" pitchFamily="34" charset="-122"/>
                <a:cs typeface="Calibri" pitchFamily="34" charset="-120"/>
              </a:rPr>
              <a:t>groupby</a:t>
            </a:r>
            <a:r>
              <a:rPr lang="en-US" sz="1400" spc="80" dirty="0">
                <a:solidFill>
                  <a:srgbClr val="2D3748"/>
                </a:solidFill>
                <a:latin typeface="Calibri" pitchFamily="34" charset="0"/>
                <a:ea typeface="Calibri" pitchFamily="34" charset="-122"/>
                <a:cs typeface="Calibri" pitchFamily="34" charset="-120"/>
              </a:rPr>
              <a:t>("</a:t>
            </a:r>
            <a:r>
              <a:rPr lang="en-US" sz="1400" spc="80" dirty="0" err="1">
                <a:solidFill>
                  <a:srgbClr val="2D3748"/>
                </a:solidFill>
                <a:latin typeface="Calibri" pitchFamily="34" charset="0"/>
                <a:ea typeface="Calibri" pitchFamily="34" charset="-122"/>
                <a:cs typeface="Calibri" pitchFamily="34" charset="-120"/>
              </a:rPr>
              <a:t>order_dow</a:t>
            </a:r>
            <a:r>
              <a:rPr lang="en-US" sz="1400" spc="80" dirty="0">
                <a:solidFill>
                  <a:srgbClr val="2D3748"/>
                </a:solidFill>
                <a:latin typeface="Calibri" pitchFamily="34" charset="0"/>
                <a:ea typeface="Calibri" pitchFamily="34" charset="-122"/>
                <a:cs typeface="Calibri" pitchFamily="34" charset="-120"/>
              </a:rPr>
              <a:t>", </a:t>
            </a:r>
            <a:r>
              <a:rPr lang="en-US" sz="1400" spc="80" dirty="0" err="1">
                <a:solidFill>
                  <a:srgbClr val="2D3748"/>
                </a:solidFill>
                <a:latin typeface="Calibri" pitchFamily="34" charset="0"/>
                <a:ea typeface="Calibri" pitchFamily="34" charset="-122"/>
                <a:cs typeface="Calibri" pitchFamily="34" charset="-120"/>
              </a:rPr>
              <a:t>as_index</a:t>
            </a:r>
            <a:r>
              <a:rPr lang="en-US" sz="1400" spc="80" dirty="0">
                <a:solidFill>
                  <a:srgbClr val="2D3748"/>
                </a:solidFill>
                <a:latin typeface="Calibri" pitchFamily="34" charset="0"/>
                <a:ea typeface="Calibri" pitchFamily="34" charset="-122"/>
                <a:cs typeface="Calibri" pitchFamily="34" charset="-120"/>
              </a:rPr>
              <a:t>=False)</a:t>
            </a:r>
            <a:endParaRPr lang="en-US" sz="1400" spc="80" dirty="0"/>
          </a:p>
          <a:p>
            <a:pPr>
              <a:lnSpc>
                <a:spcPct val="135000"/>
              </a:lnSpc>
            </a:pPr>
            <a:r>
              <a:rPr lang="en-US" sz="1400" spc="80" dirty="0">
                <a:solidFill>
                  <a:srgbClr val="2D3748"/>
                </a:solidFill>
                <a:latin typeface="Calibri" pitchFamily="34" charset="0"/>
                <a:ea typeface="Calibri" pitchFamily="34" charset="-122"/>
                <a:cs typeface="Calibri" pitchFamily="34" charset="-120"/>
              </a:rPr>
              <a:t>  .</a:t>
            </a:r>
            <a:r>
              <a:rPr lang="en-US" sz="1400" spc="80" dirty="0" err="1">
                <a:solidFill>
                  <a:srgbClr val="2D3748"/>
                </a:solidFill>
                <a:latin typeface="Calibri" pitchFamily="34" charset="0"/>
                <a:ea typeface="Calibri" pitchFamily="34" charset="-122"/>
                <a:cs typeface="Calibri" pitchFamily="34" charset="-120"/>
              </a:rPr>
              <a:t>agg</a:t>
            </a:r>
            <a:r>
              <a:rPr lang="en-US" sz="1400" spc="80" dirty="0">
                <a:solidFill>
                  <a:srgbClr val="2D3748"/>
                </a:solidFill>
                <a:latin typeface="Calibri" pitchFamily="34" charset="0"/>
                <a:ea typeface="Calibri" pitchFamily="34" charset="-122"/>
                <a:cs typeface="Calibri" pitchFamily="34" charset="-120"/>
              </a:rPr>
              <a:t>(</a:t>
            </a:r>
            <a:r>
              <a:rPr lang="en-US" sz="1400" spc="80" dirty="0" err="1">
                <a:solidFill>
                  <a:srgbClr val="2D3748"/>
                </a:solidFill>
                <a:latin typeface="Calibri" pitchFamily="34" charset="0"/>
                <a:ea typeface="Calibri" pitchFamily="34" charset="-122"/>
                <a:cs typeface="Calibri" pitchFamily="34" charset="-120"/>
              </a:rPr>
              <a:t>avg_order_size</a:t>
            </a:r>
            <a:r>
              <a:rPr lang="en-US" sz="1400" spc="80" dirty="0">
                <a:solidFill>
                  <a:srgbClr val="2D3748"/>
                </a:solidFill>
                <a:latin typeface="Calibri" pitchFamily="34" charset="0"/>
                <a:ea typeface="Calibri" pitchFamily="34" charset="-122"/>
                <a:cs typeface="Calibri" pitchFamily="34" charset="-120"/>
              </a:rPr>
              <a:t>=("</a:t>
            </a:r>
            <a:r>
              <a:rPr lang="en-US" sz="1400" spc="80" dirty="0" err="1">
                <a:solidFill>
                  <a:srgbClr val="2D3748"/>
                </a:solidFill>
                <a:latin typeface="Calibri" pitchFamily="34" charset="0"/>
                <a:ea typeface="Calibri" pitchFamily="34" charset="-122"/>
                <a:cs typeface="Calibri" pitchFamily="34" charset="-120"/>
              </a:rPr>
              <a:t>order_size","mean</a:t>
            </a:r>
            <a:r>
              <a:rPr lang="en-US" sz="1400" spc="80" dirty="0">
                <a:solidFill>
                  <a:srgbClr val="2D3748"/>
                </a:solidFill>
                <a:latin typeface="Calibri" pitchFamily="34" charset="0"/>
                <a:ea typeface="Calibri" pitchFamily="34" charset="-122"/>
                <a:cs typeface="Calibri" pitchFamily="34" charset="-120"/>
              </a:rPr>
              <a:t>"))</a:t>
            </a:r>
            <a:endParaRPr lang="en-US" sz="1400" spc="80" dirty="0"/>
          </a:p>
          <a:p>
            <a:pPr>
              <a:lnSpc>
                <a:spcPct val="135000"/>
              </a:lnSpc>
            </a:pPr>
            <a:r>
              <a:rPr lang="en-US" sz="1400" spc="80" dirty="0">
                <a:solidFill>
                  <a:srgbClr val="2D3748"/>
                </a:solidFill>
                <a:latin typeface="Calibri" pitchFamily="34" charset="0"/>
                <a:ea typeface="Calibri" pitchFamily="34" charset="-122"/>
                <a:cs typeface="Calibri" pitchFamily="34" charset="-120"/>
              </a:rPr>
              <a:t>  .</a:t>
            </a:r>
            <a:r>
              <a:rPr lang="en-US" sz="1400" spc="80" dirty="0" err="1">
                <a:solidFill>
                  <a:srgbClr val="2D3748"/>
                </a:solidFill>
                <a:latin typeface="Calibri" pitchFamily="34" charset="0"/>
                <a:ea typeface="Calibri" pitchFamily="34" charset="-122"/>
                <a:cs typeface="Calibri" pitchFamily="34" charset="-120"/>
              </a:rPr>
              <a:t>sort_values</a:t>
            </a:r>
            <a:r>
              <a:rPr lang="en-US" sz="1400" spc="80" dirty="0">
                <a:solidFill>
                  <a:srgbClr val="2D3748"/>
                </a:solidFill>
                <a:latin typeface="Calibri" pitchFamily="34" charset="0"/>
                <a:ea typeface="Calibri" pitchFamily="34" charset="-122"/>
                <a:cs typeface="Calibri" pitchFamily="34" charset="-120"/>
              </a:rPr>
              <a:t>("</a:t>
            </a:r>
            <a:r>
              <a:rPr lang="en-US" sz="1400" spc="80" dirty="0" err="1">
                <a:solidFill>
                  <a:srgbClr val="2D3748"/>
                </a:solidFill>
                <a:latin typeface="Calibri" pitchFamily="34" charset="0"/>
                <a:ea typeface="Calibri" pitchFamily="34" charset="-122"/>
                <a:cs typeface="Calibri" pitchFamily="34" charset="-120"/>
              </a:rPr>
              <a:t>order_dow</a:t>
            </a:r>
            <a:r>
              <a:rPr lang="en-US" sz="1400" spc="80" dirty="0">
                <a:solidFill>
                  <a:srgbClr val="2D3748"/>
                </a:solidFill>
                <a:latin typeface="Calibri" pitchFamily="34" charset="0"/>
                <a:ea typeface="Calibri" pitchFamily="34" charset="-122"/>
                <a:cs typeface="Calibri" pitchFamily="34" charset="-120"/>
              </a:rPr>
              <a:t>"))</a:t>
            </a:r>
            <a:endParaRPr lang="en-US" sz="1400" spc="80" dirty="0"/>
          </a:p>
        </p:txBody>
      </p:sp>
      <p:sp>
        <p:nvSpPr>
          <p:cNvPr id="31" name="Shape 7">
            <a:extLst>
              <a:ext uri="{FF2B5EF4-FFF2-40B4-BE49-F238E27FC236}">
                <a16:creationId xmlns:a16="http://schemas.microsoft.com/office/drawing/2014/main" id="{2E0E358E-A0CC-19D3-9321-BC5767227E76}"/>
              </a:ext>
            </a:extLst>
          </p:cNvPr>
          <p:cNvSpPr/>
          <p:nvPr/>
        </p:nvSpPr>
        <p:spPr>
          <a:xfrm>
            <a:off x="756652" y="4524205"/>
            <a:ext cx="6553201" cy="726094"/>
          </a:xfrm>
          <a:prstGeom prst="rect">
            <a:avLst/>
          </a:prstGeom>
          <a:solidFill>
            <a:srgbClr val="E8F5E9"/>
          </a:solidFill>
          <a:ln/>
        </p:spPr>
        <p:txBody>
          <a:bodyPr/>
          <a:lstStyle/>
          <a:p>
            <a:endParaRPr lang="en-IN"/>
          </a:p>
        </p:txBody>
      </p:sp>
      <p:sp>
        <p:nvSpPr>
          <p:cNvPr id="33" name="Text 8">
            <a:extLst>
              <a:ext uri="{FF2B5EF4-FFF2-40B4-BE49-F238E27FC236}">
                <a16:creationId xmlns:a16="http://schemas.microsoft.com/office/drawing/2014/main" id="{1B5445D7-2F35-568F-BC37-B788E017F421}"/>
              </a:ext>
            </a:extLst>
          </p:cNvPr>
          <p:cNvSpPr/>
          <p:nvPr/>
        </p:nvSpPr>
        <p:spPr>
          <a:xfrm>
            <a:off x="909053" y="4524205"/>
            <a:ext cx="6184233" cy="726094"/>
          </a:xfrm>
          <a:prstGeom prst="rect">
            <a:avLst/>
          </a:prstGeom>
          <a:noFill/>
          <a:ln/>
        </p:spPr>
        <p:txBody>
          <a:bodyPr wrap="square" lIns="0" tIns="0" rIns="0" bIns="0" rtlCol="0" anchor="ctr"/>
          <a:lstStyle/>
          <a:p>
            <a:pPr>
              <a:lnSpc>
                <a:spcPct val="140000"/>
              </a:lnSpc>
            </a:pPr>
            <a:r>
              <a:rPr lang="en-US" sz="1400" b="1" dirty="0">
                <a:solidFill>
                  <a:srgbClr val="2D3748"/>
                </a:solidFill>
                <a:latin typeface="Calibri" pitchFamily="34" charset="0"/>
                <a:ea typeface="Calibri" pitchFamily="34" charset="-122"/>
                <a:cs typeface="Calibri" pitchFamily="34" charset="-120"/>
              </a:rPr>
              <a:t>Range: 9.67 to 11.72 products (21% variation between min and max)</a:t>
            </a:r>
            <a:endParaRPr lang="en-US" sz="1400" dirty="0"/>
          </a:p>
        </p:txBody>
      </p:sp>
    </p:spTree>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62000" y="444500"/>
            <a:ext cx="12700000" cy="444500"/>
          </a:xfrm>
          <a:prstGeom prst="rect">
            <a:avLst/>
          </a:prstGeom>
          <a:noFill/>
          <a:ln/>
        </p:spPr>
        <p:txBody>
          <a:bodyPr wrap="none" lIns="0" tIns="0" rIns="0" bIns="0" rtlCol="0" anchor="ctr"/>
          <a:lstStyle/>
          <a:p>
            <a:pPr algn="l">
              <a:lnSpc>
                <a:spcPct val="130000"/>
              </a:lnSpc>
            </a:pPr>
            <a:r>
              <a:rPr lang="en-US" sz="2400" b="1" dirty="0">
                <a:solidFill>
                  <a:srgbClr val="2D3748"/>
                </a:solidFill>
                <a:latin typeface="Calibri" pitchFamily="34" charset="0"/>
                <a:ea typeface="Calibri" pitchFamily="34" charset="-122"/>
                <a:cs typeface="Calibri" pitchFamily="34" charset="-120"/>
              </a:rPr>
              <a:t>Query 19 — Top 10 Users with Highest Number of Orders</a:t>
            </a:r>
            <a:endParaRPr lang="en-US" sz="2400" dirty="0"/>
          </a:p>
        </p:txBody>
      </p:sp>
      <p:sp>
        <p:nvSpPr>
          <p:cNvPr id="3" name="Shape 1"/>
          <p:cNvSpPr/>
          <p:nvPr/>
        </p:nvSpPr>
        <p:spPr>
          <a:xfrm>
            <a:off x="762000" y="952500"/>
            <a:ext cx="14732000" cy="25400"/>
          </a:xfrm>
          <a:prstGeom prst="rect">
            <a:avLst/>
          </a:prstGeom>
          <a:solidFill>
            <a:srgbClr val="1B4F8F"/>
          </a:solidFill>
          <a:ln/>
        </p:spPr>
        <p:txBody>
          <a:bodyPr/>
          <a:lstStyle/>
          <a:p>
            <a:endParaRPr lang="en-IN"/>
          </a:p>
        </p:txBody>
      </p:sp>
      <p:sp>
        <p:nvSpPr>
          <p:cNvPr id="4" name="Text 2"/>
          <p:cNvSpPr/>
          <p:nvPr/>
        </p:nvSpPr>
        <p:spPr>
          <a:xfrm>
            <a:off x="762000" y="1079500"/>
            <a:ext cx="14732000" cy="279400"/>
          </a:xfrm>
          <a:prstGeom prst="rect">
            <a:avLst/>
          </a:prstGeom>
          <a:noFill/>
          <a:ln/>
        </p:spPr>
        <p:txBody>
          <a:bodyPr wrap="none" lIns="0" tIns="0" rIns="0" bIns="0" rtlCol="0" anchor="ctr"/>
          <a:lstStyle/>
          <a:p>
            <a:pPr algn="l">
              <a:lnSpc>
                <a:spcPct val="120000"/>
              </a:lnSpc>
            </a:pPr>
            <a:r>
              <a:rPr lang="en-US" sz="1300" dirty="0">
                <a:solidFill>
                  <a:srgbClr val="718096"/>
                </a:solidFill>
                <a:latin typeface="Calibri" pitchFamily="34" charset="0"/>
                <a:ea typeface="Calibri" pitchFamily="34" charset="-122"/>
                <a:cs typeface="Calibri" pitchFamily="34" charset="-120"/>
              </a:rPr>
              <a:t>Objective: Identify most active customers | Customer Behavior Objective</a:t>
            </a:r>
            <a:endParaRPr lang="en-US" sz="1300" dirty="0"/>
          </a:p>
        </p:txBody>
      </p:sp>
      <p:graphicFrame>
        <p:nvGraphicFramePr>
          <p:cNvPr id="39" name="Table 0"/>
          <p:cNvGraphicFramePr>
            <a:graphicFrameLocks noGrp="1"/>
          </p:cNvGraphicFramePr>
          <p:nvPr>
            <p:extLst>
              <p:ext uri="{D42A27DB-BD31-4B8C-83A1-F6EECF244321}">
                <p14:modId xmlns:p14="http://schemas.microsoft.com/office/powerpoint/2010/main" val="2843873482"/>
              </p:ext>
            </p:extLst>
          </p:nvPr>
        </p:nvGraphicFramePr>
        <p:xfrm>
          <a:off x="8940801" y="2041015"/>
          <a:ext cx="5715000" cy="3556000"/>
        </p:xfrm>
        <a:graphic>
          <a:graphicData uri="http://schemas.openxmlformats.org/drawingml/2006/table">
            <a:tbl>
              <a:tblPr/>
              <a:tblGrid>
                <a:gridCol w="857250">
                  <a:extLst>
                    <a:ext uri="{9D8B030D-6E8A-4147-A177-3AD203B41FA5}">
                      <a16:colId xmlns:a16="http://schemas.microsoft.com/office/drawing/2014/main" val="20000"/>
                    </a:ext>
                  </a:extLst>
                </a:gridCol>
                <a:gridCol w="257175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tblGrid>
              <a:tr h="320040">
                <a:tc>
                  <a:txBody>
                    <a:bodyPr/>
                    <a:lstStyle/>
                    <a:p>
                      <a:pPr algn="ctr"/>
                      <a:r>
                        <a:rPr lang="en-US" sz="1400" b="1" dirty="0">
                          <a:solidFill>
                            <a:srgbClr val="FFFFFF"/>
                          </a:solidFill>
                          <a:latin typeface="Calibri" pitchFamily="34" charset="0"/>
                          <a:ea typeface="Calibri" pitchFamily="34" charset="-122"/>
                          <a:cs typeface="Calibri" pitchFamily="34" charset="-120"/>
                        </a:rPr>
                        <a:t>Rank</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B4F8F"/>
                    </a:solidFill>
                  </a:tcPr>
                </a:tc>
                <a:tc>
                  <a:txBody>
                    <a:bodyPr/>
                    <a:lstStyle/>
                    <a:p>
                      <a:pPr algn="ctr"/>
                      <a:r>
                        <a:rPr lang="en-US" sz="1400" b="1" dirty="0">
                          <a:solidFill>
                            <a:srgbClr val="FFFFFF"/>
                          </a:solidFill>
                          <a:latin typeface="Calibri" pitchFamily="34" charset="0"/>
                          <a:ea typeface="Calibri" pitchFamily="34" charset="-122"/>
                          <a:cs typeface="Calibri" pitchFamily="34" charset="-120"/>
                        </a:rPr>
                        <a:t>User ID</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B4F8F"/>
                    </a:solidFill>
                  </a:tcPr>
                </a:tc>
                <a:tc>
                  <a:txBody>
                    <a:bodyPr/>
                    <a:lstStyle/>
                    <a:p>
                      <a:pPr algn="ctr"/>
                      <a:r>
                        <a:rPr lang="en-US" sz="1400" b="1" dirty="0">
                          <a:solidFill>
                            <a:srgbClr val="FFFFFF"/>
                          </a:solidFill>
                          <a:latin typeface="Calibri" pitchFamily="34" charset="0"/>
                          <a:ea typeface="Calibri" pitchFamily="34" charset="-122"/>
                          <a:cs typeface="Calibri" pitchFamily="34" charset="-120"/>
                        </a:rPr>
                        <a:t>Total Orders</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B4F8F"/>
                    </a:solidFill>
                  </a:tcPr>
                </a:tc>
                <a:extLst>
                  <a:ext uri="{0D108BD9-81ED-4DB2-BD59-A6C34878D82A}">
                    <a16:rowId xmlns:a16="http://schemas.microsoft.com/office/drawing/2014/main" val="10000"/>
                  </a:ext>
                </a:extLst>
              </a:tr>
              <a:tr h="323596">
                <a:tc>
                  <a:txBody>
                    <a:bodyPr/>
                    <a:lstStyle/>
                    <a:p>
                      <a:pPr algn="ctr"/>
                      <a:r>
                        <a:rPr lang="en-US" sz="1400" dirty="0">
                          <a:solidFill>
                            <a:srgbClr val="2D3748"/>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15,896</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b="1" dirty="0">
                          <a:solidFill>
                            <a:srgbClr val="2D3748"/>
                          </a:solidFill>
                          <a:latin typeface="Calibri" pitchFamily="34" charset="0"/>
                          <a:ea typeface="Calibri" pitchFamily="34" charset="-122"/>
                          <a:cs typeface="Calibri" pitchFamily="34" charset="-120"/>
                        </a:rPr>
                        <a:t>100</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3596">
                <a:tc>
                  <a:txBody>
                    <a:bodyPr/>
                    <a:lstStyle/>
                    <a:p>
                      <a:pPr algn="ctr"/>
                      <a:r>
                        <a:rPr lang="en-US" sz="1400" dirty="0">
                          <a:solidFill>
                            <a:srgbClr val="2D3748"/>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16,290</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100</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extLst>
                  <a:ext uri="{0D108BD9-81ED-4DB2-BD59-A6C34878D82A}">
                    <a16:rowId xmlns:a16="http://schemas.microsoft.com/office/drawing/2014/main" val="10002"/>
                  </a:ext>
                </a:extLst>
              </a:tr>
              <a:tr h="323596">
                <a:tc>
                  <a:txBody>
                    <a:bodyPr/>
                    <a:lstStyle/>
                    <a:p>
                      <a:pPr algn="ctr"/>
                      <a:r>
                        <a:rPr lang="en-US" sz="1400" dirty="0">
                          <a:solidFill>
                            <a:srgbClr val="2D3748"/>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57,838</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100</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3596">
                <a:tc>
                  <a:txBody>
                    <a:bodyPr/>
                    <a:lstStyle/>
                    <a:p>
                      <a:pPr algn="ctr"/>
                      <a:r>
                        <a:rPr lang="en-US" sz="1400" dirty="0">
                          <a:solidFill>
                            <a:srgbClr val="2D3748"/>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57,851</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100</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extLst>
                  <a:ext uri="{0D108BD9-81ED-4DB2-BD59-A6C34878D82A}">
                    <a16:rowId xmlns:a16="http://schemas.microsoft.com/office/drawing/2014/main" val="10004"/>
                  </a:ext>
                </a:extLst>
              </a:tr>
              <a:tr h="323596">
                <a:tc>
                  <a:txBody>
                    <a:bodyPr/>
                    <a:lstStyle/>
                    <a:p>
                      <a:pPr algn="ctr"/>
                      <a:r>
                        <a:rPr lang="en-US" sz="1400" dirty="0">
                          <a:solidFill>
                            <a:srgbClr val="2D3748"/>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16,298</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100</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23596">
                <a:tc>
                  <a:txBody>
                    <a:bodyPr/>
                    <a:lstStyle/>
                    <a:p>
                      <a:pPr algn="ctr"/>
                      <a:r>
                        <a:rPr lang="en-US" sz="1400" dirty="0">
                          <a:solidFill>
                            <a:srgbClr val="2D3748"/>
                          </a:solidFill>
                          <a:latin typeface="Calibri" pitchFamily="34" charset="0"/>
                          <a:ea typeface="Calibri" pitchFamily="34" charset="-122"/>
                          <a:cs typeface="Calibri" pitchFamily="34" charset="-120"/>
                        </a:rPr>
                        <a:t>6</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16,313</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100</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extLst>
                  <a:ext uri="{0D108BD9-81ED-4DB2-BD59-A6C34878D82A}">
                    <a16:rowId xmlns:a16="http://schemas.microsoft.com/office/drawing/2014/main" val="10006"/>
                  </a:ext>
                </a:extLst>
              </a:tr>
              <a:tr h="323596">
                <a:tc>
                  <a:txBody>
                    <a:bodyPr/>
                    <a:lstStyle/>
                    <a:p>
                      <a:pPr algn="ctr"/>
                      <a:r>
                        <a:rPr lang="en-US" sz="1400" dirty="0">
                          <a:solidFill>
                            <a:srgbClr val="2D3748"/>
                          </a:solidFill>
                          <a:latin typeface="Calibri" pitchFamily="34" charset="0"/>
                          <a:ea typeface="Calibri" pitchFamily="34" charset="-122"/>
                          <a:cs typeface="Calibri" pitchFamily="34" charset="-120"/>
                        </a:rPr>
                        <a:t>7</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16,340</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100</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23596">
                <a:tc>
                  <a:txBody>
                    <a:bodyPr/>
                    <a:lstStyle/>
                    <a:p>
                      <a:pPr algn="ctr"/>
                      <a:r>
                        <a:rPr lang="en-US" sz="1400" dirty="0">
                          <a:solidFill>
                            <a:srgbClr val="2D3748"/>
                          </a:solidFill>
                          <a:latin typeface="Calibri" pitchFamily="34" charset="0"/>
                          <a:ea typeface="Calibri" pitchFamily="34" charset="-122"/>
                          <a:cs typeface="Calibri" pitchFamily="34" charset="-120"/>
                        </a:rPr>
                        <a:t>8</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16,357</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100</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extLst>
                  <a:ext uri="{0D108BD9-81ED-4DB2-BD59-A6C34878D82A}">
                    <a16:rowId xmlns:a16="http://schemas.microsoft.com/office/drawing/2014/main" val="10008"/>
                  </a:ext>
                </a:extLst>
              </a:tr>
              <a:tr h="323596">
                <a:tc>
                  <a:txBody>
                    <a:bodyPr/>
                    <a:lstStyle/>
                    <a:p>
                      <a:pPr algn="ctr"/>
                      <a:r>
                        <a:rPr lang="en-US" sz="1400" dirty="0">
                          <a:solidFill>
                            <a:srgbClr val="2D3748"/>
                          </a:solidFill>
                          <a:latin typeface="Calibri" pitchFamily="34" charset="0"/>
                          <a:ea typeface="Calibri" pitchFamily="34" charset="-122"/>
                          <a:cs typeface="Calibri" pitchFamily="34" charset="-120"/>
                        </a:rPr>
                        <a:t>9</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16,364</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100</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23596">
                <a:tc>
                  <a:txBody>
                    <a:bodyPr/>
                    <a:lstStyle/>
                    <a:p>
                      <a:pPr algn="ctr"/>
                      <a:r>
                        <a:rPr lang="en-US" sz="1400" dirty="0">
                          <a:solidFill>
                            <a:srgbClr val="2D3748"/>
                          </a:solidFill>
                          <a:latin typeface="Calibri" pitchFamily="34" charset="0"/>
                          <a:ea typeface="Calibri" pitchFamily="34" charset="-122"/>
                          <a:cs typeface="Calibri" pitchFamily="34" charset="-120"/>
                        </a:rPr>
                        <a:t>10</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964</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100</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extLst>
                  <a:ext uri="{0D108BD9-81ED-4DB2-BD59-A6C34878D82A}">
                    <a16:rowId xmlns:a16="http://schemas.microsoft.com/office/drawing/2014/main" val="10010"/>
                  </a:ext>
                </a:extLst>
              </a:tr>
            </a:tbl>
          </a:graphicData>
        </a:graphic>
      </p:graphicFrame>
      <p:sp>
        <p:nvSpPr>
          <p:cNvPr id="15" name="Shape 12"/>
          <p:cNvSpPr/>
          <p:nvPr/>
        </p:nvSpPr>
        <p:spPr>
          <a:xfrm>
            <a:off x="762000" y="8763000"/>
            <a:ext cx="14732000" cy="25400"/>
          </a:xfrm>
          <a:prstGeom prst="rect">
            <a:avLst/>
          </a:prstGeom>
          <a:solidFill>
            <a:srgbClr val="1B4F8F"/>
          </a:solidFill>
          <a:ln/>
        </p:spPr>
        <p:txBody>
          <a:bodyPr/>
          <a:lstStyle/>
          <a:p>
            <a:endParaRPr lang="en-IN"/>
          </a:p>
        </p:txBody>
      </p:sp>
      <p:sp>
        <p:nvSpPr>
          <p:cNvPr id="16" name="Text 13"/>
          <p:cNvSpPr/>
          <p:nvPr/>
        </p:nvSpPr>
        <p:spPr>
          <a:xfrm>
            <a:off x="14478000" y="8826500"/>
            <a:ext cx="1016000" cy="254000"/>
          </a:xfrm>
          <a:prstGeom prst="rect">
            <a:avLst/>
          </a:prstGeom>
          <a:noFill/>
          <a:ln/>
        </p:spPr>
        <p:txBody>
          <a:bodyPr wrap="none" lIns="0" tIns="0" rIns="0" bIns="0" rtlCol="0" anchor="ctr"/>
          <a:lstStyle/>
          <a:p>
            <a:pPr algn="r">
              <a:lnSpc>
                <a:spcPct val="120000"/>
              </a:lnSpc>
            </a:pPr>
            <a:r>
              <a:rPr lang="en-US" sz="1200" dirty="0">
                <a:solidFill>
                  <a:srgbClr val="718096"/>
                </a:solidFill>
                <a:latin typeface="Calibri" pitchFamily="34" charset="0"/>
                <a:ea typeface="Calibri" pitchFamily="34" charset="-122"/>
                <a:cs typeface="Calibri" pitchFamily="34" charset="-120"/>
              </a:rPr>
              <a:t>38 / 55</a:t>
            </a:r>
            <a:endParaRPr lang="en-US" sz="1200" dirty="0"/>
          </a:p>
        </p:txBody>
      </p:sp>
      <p:sp>
        <p:nvSpPr>
          <p:cNvPr id="17" name="Text 9">
            <a:extLst>
              <a:ext uri="{FF2B5EF4-FFF2-40B4-BE49-F238E27FC236}">
                <a16:creationId xmlns:a16="http://schemas.microsoft.com/office/drawing/2014/main" id="{D747A018-539D-2D66-2260-7914E7FC160E}"/>
              </a:ext>
            </a:extLst>
          </p:cNvPr>
          <p:cNvSpPr/>
          <p:nvPr/>
        </p:nvSpPr>
        <p:spPr>
          <a:xfrm>
            <a:off x="812800" y="5293893"/>
            <a:ext cx="6502401" cy="1610559"/>
          </a:xfrm>
          <a:prstGeom prst="rect">
            <a:avLst/>
          </a:prstGeom>
          <a:noFill/>
          <a:ln/>
        </p:spPr>
        <p:txBody>
          <a:bodyPr wrap="square" lIns="0" tIns="0" rIns="0" bIns="0" rtlCol="0" anchor="t"/>
          <a:lstStyle/>
          <a:p>
            <a:pPr algn="just">
              <a:lnSpc>
                <a:spcPct val="145000"/>
              </a:lnSpc>
            </a:pPr>
            <a:r>
              <a:rPr lang="en-US" sz="1500" b="1" dirty="0">
                <a:solidFill>
                  <a:srgbClr val="1B4F8F"/>
                </a:solidFill>
                <a:latin typeface="Calibri" pitchFamily="34" charset="0"/>
                <a:ea typeface="Calibri" pitchFamily="34" charset="-122"/>
                <a:cs typeface="Calibri" pitchFamily="34" charset="-120"/>
              </a:rPr>
              <a:t>Interpretation </a:t>
            </a:r>
          </a:p>
          <a:p>
            <a:pPr algn="just">
              <a:lnSpc>
                <a:spcPct val="155000"/>
              </a:lnSpc>
            </a:pPr>
            <a:r>
              <a:rPr lang="en-US" sz="1500" dirty="0">
                <a:solidFill>
                  <a:srgbClr val="2D3748"/>
                </a:solidFill>
                <a:latin typeface="Calibri" pitchFamily="34" charset="0"/>
                <a:ea typeface="Calibri" pitchFamily="34" charset="-122"/>
                <a:cs typeface="Calibri" pitchFamily="34" charset="-120"/>
              </a:rPr>
              <a:t>Top 10 customers each placed exactly </a:t>
            </a:r>
            <a:r>
              <a:rPr lang="en-US" sz="1500" b="1" dirty="0">
                <a:solidFill>
                  <a:srgbClr val="2D3748"/>
                </a:solidFill>
                <a:latin typeface="Calibri" pitchFamily="34" charset="0"/>
                <a:ea typeface="Calibri" pitchFamily="34" charset="-122"/>
                <a:cs typeface="Calibri" pitchFamily="34" charset="-120"/>
              </a:rPr>
              <a:t>100 orders</a:t>
            </a:r>
            <a:r>
              <a:rPr lang="en-US" sz="1500" dirty="0">
                <a:solidFill>
                  <a:srgbClr val="2D3748"/>
                </a:solidFill>
                <a:latin typeface="Calibri" pitchFamily="34" charset="0"/>
                <a:ea typeface="Calibri" pitchFamily="34" charset="-122"/>
                <a:cs typeface="Calibri" pitchFamily="34" charset="-120"/>
              </a:rPr>
              <a:t>. The identical order count suggests </a:t>
            </a:r>
            <a:r>
              <a:rPr lang="en-US" sz="1500" b="1" dirty="0">
                <a:solidFill>
                  <a:srgbClr val="2D3748"/>
                </a:solidFill>
                <a:latin typeface="Calibri" pitchFamily="34" charset="0"/>
                <a:ea typeface="Calibri" pitchFamily="34" charset="-122"/>
                <a:cs typeface="Calibri" pitchFamily="34" charset="-120"/>
              </a:rPr>
              <a:t>100 may be the dataset maximum</a:t>
            </a:r>
            <a:r>
              <a:rPr lang="en-US" sz="1500" dirty="0">
                <a:solidFill>
                  <a:srgbClr val="2D3748"/>
                </a:solidFill>
                <a:latin typeface="Calibri" pitchFamily="34" charset="0"/>
                <a:ea typeface="Calibri" pitchFamily="34" charset="-122"/>
                <a:cs typeface="Calibri" pitchFamily="34" charset="-120"/>
              </a:rPr>
              <a:t> rather than a natural pattern. These customers demonstrate consistent, highly engaged purchasing </a:t>
            </a:r>
            <a:r>
              <a:rPr lang="en-US" sz="1500" dirty="0" err="1">
                <a:solidFill>
                  <a:srgbClr val="2D3748"/>
                </a:solidFill>
                <a:latin typeface="Calibri" pitchFamily="34" charset="0"/>
                <a:ea typeface="Calibri" pitchFamily="34" charset="-122"/>
                <a:cs typeface="Calibri" pitchFamily="34" charset="-120"/>
              </a:rPr>
              <a:t>behaviour</a:t>
            </a:r>
            <a:r>
              <a:rPr lang="en-US" sz="1500" dirty="0">
                <a:solidFill>
                  <a:srgbClr val="2D3748"/>
                </a:solidFill>
                <a:latin typeface="Calibri" pitchFamily="34" charset="0"/>
                <a:ea typeface="Calibri" pitchFamily="34" charset="-122"/>
                <a:cs typeface="Calibri" pitchFamily="34" charset="-120"/>
              </a:rPr>
              <a:t>.</a:t>
            </a:r>
            <a:endParaRPr lang="en-US" sz="1500" dirty="0"/>
          </a:p>
        </p:txBody>
      </p:sp>
      <p:sp>
        <p:nvSpPr>
          <p:cNvPr id="19" name="Shape 10">
            <a:extLst>
              <a:ext uri="{FF2B5EF4-FFF2-40B4-BE49-F238E27FC236}">
                <a16:creationId xmlns:a16="http://schemas.microsoft.com/office/drawing/2014/main" id="{379A688C-0872-0DC1-1589-24A765EF0D5B}"/>
              </a:ext>
            </a:extLst>
          </p:cNvPr>
          <p:cNvSpPr/>
          <p:nvPr/>
        </p:nvSpPr>
        <p:spPr>
          <a:xfrm>
            <a:off x="842879" y="7277100"/>
            <a:ext cx="14651122" cy="1016000"/>
          </a:xfrm>
          <a:prstGeom prst="rect">
            <a:avLst/>
          </a:prstGeom>
          <a:solidFill>
            <a:srgbClr val="EDF2F7"/>
          </a:solidFill>
          <a:ln/>
        </p:spPr>
        <p:txBody>
          <a:bodyPr/>
          <a:lstStyle/>
          <a:p>
            <a:endParaRPr lang="en-IN"/>
          </a:p>
        </p:txBody>
      </p:sp>
      <p:sp>
        <p:nvSpPr>
          <p:cNvPr id="21" name="Shape 11">
            <a:extLst>
              <a:ext uri="{FF2B5EF4-FFF2-40B4-BE49-F238E27FC236}">
                <a16:creationId xmlns:a16="http://schemas.microsoft.com/office/drawing/2014/main" id="{8B90FFF4-2FCB-CC60-2DB8-4695F9E75349}"/>
              </a:ext>
            </a:extLst>
          </p:cNvPr>
          <p:cNvSpPr/>
          <p:nvPr/>
        </p:nvSpPr>
        <p:spPr>
          <a:xfrm>
            <a:off x="842879" y="7277100"/>
            <a:ext cx="50800" cy="1016000"/>
          </a:xfrm>
          <a:prstGeom prst="rect">
            <a:avLst/>
          </a:prstGeom>
          <a:solidFill>
            <a:srgbClr val="1B4F8F"/>
          </a:solidFill>
          <a:ln/>
        </p:spPr>
        <p:txBody>
          <a:bodyPr/>
          <a:lstStyle/>
          <a:p>
            <a:endParaRPr lang="en-IN"/>
          </a:p>
        </p:txBody>
      </p:sp>
      <p:sp>
        <p:nvSpPr>
          <p:cNvPr id="23" name="Text 12">
            <a:extLst>
              <a:ext uri="{FF2B5EF4-FFF2-40B4-BE49-F238E27FC236}">
                <a16:creationId xmlns:a16="http://schemas.microsoft.com/office/drawing/2014/main" id="{6FDCBA85-DFC6-598E-7CD8-922364B2A118}"/>
              </a:ext>
            </a:extLst>
          </p:cNvPr>
          <p:cNvSpPr/>
          <p:nvPr/>
        </p:nvSpPr>
        <p:spPr>
          <a:xfrm>
            <a:off x="1041400" y="7378700"/>
            <a:ext cx="14287500" cy="825500"/>
          </a:xfrm>
          <a:prstGeom prst="rect">
            <a:avLst/>
          </a:prstGeom>
          <a:noFill/>
          <a:ln/>
        </p:spPr>
        <p:txBody>
          <a:bodyPr wrap="square" lIns="0" tIns="0" rIns="0" bIns="0" rtlCol="0" anchor="ctr"/>
          <a:lstStyle/>
          <a:p>
            <a:pPr>
              <a:lnSpc>
                <a:spcPct val="150000"/>
              </a:lnSpc>
            </a:pPr>
            <a:r>
              <a:rPr lang="en-US" sz="1500" b="1" dirty="0">
                <a:solidFill>
                  <a:srgbClr val="2D3748"/>
                </a:solidFill>
                <a:latin typeface="Calibri" pitchFamily="34" charset="0"/>
                <a:ea typeface="Calibri" pitchFamily="34" charset="-122"/>
                <a:cs typeface="Calibri" pitchFamily="34" charset="-120"/>
              </a:rPr>
              <a:t>Business Insight:</a:t>
            </a:r>
            <a:r>
              <a:rPr lang="en-US" sz="1500" dirty="0">
                <a:solidFill>
                  <a:srgbClr val="2D3748"/>
                </a:solidFill>
                <a:latin typeface="Calibri" pitchFamily="34" charset="0"/>
                <a:ea typeface="Calibri" pitchFamily="34" charset="-122"/>
                <a:cs typeface="Calibri" pitchFamily="34" charset="-120"/>
              </a:rPr>
              <a:t> Highly active customers represent the most valuable segment. They are ideal candidates for loyalty programs, personalized offers, premium memberships, and targeted retention campaigns. Understanding their behavior can improve customer lifetime value.</a:t>
            </a:r>
            <a:endParaRPr lang="en-US" sz="1500" dirty="0"/>
          </a:p>
        </p:txBody>
      </p:sp>
      <p:sp>
        <p:nvSpPr>
          <p:cNvPr id="25" name="Shape 3">
            <a:extLst>
              <a:ext uri="{FF2B5EF4-FFF2-40B4-BE49-F238E27FC236}">
                <a16:creationId xmlns:a16="http://schemas.microsoft.com/office/drawing/2014/main" id="{7CE4FE92-63A1-B188-9BFE-AC300F0B72F3}"/>
              </a:ext>
            </a:extLst>
          </p:cNvPr>
          <p:cNvSpPr/>
          <p:nvPr/>
        </p:nvSpPr>
        <p:spPr>
          <a:xfrm>
            <a:off x="756653" y="2035668"/>
            <a:ext cx="6553201" cy="3216780"/>
          </a:xfrm>
          <a:prstGeom prst="rect">
            <a:avLst/>
          </a:prstGeom>
          <a:solidFill>
            <a:srgbClr val="EDF2F7"/>
          </a:solidFill>
          <a:ln/>
        </p:spPr>
        <p:txBody>
          <a:bodyPr/>
          <a:lstStyle/>
          <a:p>
            <a:endParaRPr lang="en-IN" dirty="0"/>
          </a:p>
        </p:txBody>
      </p:sp>
      <p:sp>
        <p:nvSpPr>
          <p:cNvPr id="27" name="Shape 6">
            <a:extLst>
              <a:ext uri="{FF2B5EF4-FFF2-40B4-BE49-F238E27FC236}">
                <a16:creationId xmlns:a16="http://schemas.microsoft.com/office/drawing/2014/main" id="{D975552E-058B-A631-0FAA-333633268B51}"/>
              </a:ext>
            </a:extLst>
          </p:cNvPr>
          <p:cNvSpPr/>
          <p:nvPr/>
        </p:nvSpPr>
        <p:spPr>
          <a:xfrm>
            <a:off x="756653" y="4490447"/>
            <a:ext cx="6553201" cy="762000"/>
          </a:xfrm>
          <a:prstGeom prst="rect">
            <a:avLst/>
          </a:prstGeom>
          <a:solidFill>
            <a:srgbClr val="FFF3E0"/>
          </a:solidFill>
          <a:ln/>
        </p:spPr>
        <p:txBody>
          <a:bodyPr/>
          <a:lstStyle/>
          <a:p>
            <a:endParaRPr lang="en-IN"/>
          </a:p>
        </p:txBody>
      </p:sp>
      <p:sp>
        <p:nvSpPr>
          <p:cNvPr id="29" name="Text 7">
            <a:extLst>
              <a:ext uri="{FF2B5EF4-FFF2-40B4-BE49-F238E27FC236}">
                <a16:creationId xmlns:a16="http://schemas.microsoft.com/office/drawing/2014/main" id="{171E750E-704B-75FB-2D1B-DBB0D8C790BB}"/>
              </a:ext>
            </a:extLst>
          </p:cNvPr>
          <p:cNvSpPr/>
          <p:nvPr/>
        </p:nvSpPr>
        <p:spPr>
          <a:xfrm>
            <a:off x="909052" y="4570826"/>
            <a:ext cx="6184233" cy="533400"/>
          </a:xfrm>
          <a:prstGeom prst="rect">
            <a:avLst/>
          </a:prstGeom>
          <a:noFill/>
          <a:ln/>
        </p:spPr>
        <p:txBody>
          <a:bodyPr wrap="square" lIns="0" tIns="0" rIns="0" bIns="0" rtlCol="0" anchor="ctr"/>
          <a:lstStyle/>
          <a:p>
            <a:pPr algn="just">
              <a:lnSpc>
                <a:spcPct val="140000"/>
              </a:lnSpc>
            </a:pPr>
            <a:r>
              <a:rPr lang="en-US" sz="1400" b="1" dirty="0">
                <a:solidFill>
                  <a:srgbClr val="2D3748"/>
                </a:solidFill>
                <a:latin typeface="Calibri" pitchFamily="34" charset="0"/>
                <a:ea typeface="Calibri" pitchFamily="34" charset="-122"/>
                <a:cs typeface="Calibri" pitchFamily="34" charset="-120"/>
              </a:rPr>
              <a:t>Note:</a:t>
            </a:r>
            <a:r>
              <a:rPr lang="en-US" sz="1400" dirty="0">
                <a:solidFill>
                  <a:srgbClr val="2D3748"/>
                </a:solidFill>
                <a:latin typeface="Calibri" pitchFamily="34" charset="0"/>
                <a:ea typeface="Calibri" pitchFamily="34" charset="-122"/>
                <a:cs typeface="Calibri" pitchFamily="34" charset="-120"/>
              </a:rPr>
              <a:t> 100 orders/user may represent the dataset cap, not actual maximum purchasing.</a:t>
            </a:r>
            <a:endParaRPr lang="en-US" sz="1400" dirty="0"/>
          </a:p>
        </p:txBody>
      </p:sp>
      <p:sp>
        <p:nvSpPr>
          <p:cNvPr id="31" name="TextBox 30">
            <a:extLst>
              <a:ext uri="{FF2B5EF4-FFF2-40B4-BE49-F238E27FC236}">
                <a16:creationId xmlns:a16="http://schemas.microsoft.com/office/drawing/2014/main" id="{2A69123B-669F-C244-1B84-5FB54621AB0E}"/>
              </a:ext>
            </a:extLst>
          </p:cNvPr>
          <p:cNvSpPr txBox="1"/>
          <p:nvPr/>
        </p:nvSpPr>
        <p:spPr>
          <a:xfrm>
            <a:off x="812800" y="2086811"/>
            <a:ext cx="1851526" cy="307777"/>
          </a:xfrm>
          <a:prstGeom prst="rect">
            <a:avLst/>
          </a:prstGeom>
          <a:noFill/>
        </p:spPr>
        <p:txBody>
          <a:bodyPr wrap="square">
            <a:spAutoFit/>
          </a:bodyPr>
          <a:lstStyle/>
          <a:p>
            <a:r>
              <a:rPr lang="en-US" sz="1400" b="1" dirty="0">
                <a:solidFill>
                  <a:srgbClr val="718096"/>
                </a:solidFill>
                <a:latin typeface="Calibri" pitchFamily="34" charset="0"/>
                <a:ea typeface="Calibri" pitchFamily="34" charset="-122"/>
                <a:cs typeface="Calibri" pitchFamily="34" charset="-120"/>
              </a:rPr>
              <a:t>PYTHON CODE</a:t>
            </a:r>
            <a:endParaRPr lang="en-IN" sz="1400" dirty="0"/>
          </a:p>
        </p:txBody>
      </p:sp>
      <p:sp>
        <p:nvSpPr>
          <p:cNvPr id="33" name="Text 5">
            <a:extLst>
              <a:ext uri="{FF2B5EF4-FFF2-40B4-BE49-F238E27FC236}">
                <a16:creationId xmlns:a16="http://schemas.microsoft.com/office/drawing/2014/main" id="{055B81EB-1D9C-4EB9-E27F-67C1BF5C2E2F}"/>
              </a:ext>
            </a:extLst>
          </p:cNvPr>
          <p:cNvSpPr/>
          <p:nvPr/>
        </p:nvSpPr>
        <p:spPr>
          <a:xfrm>
            <a:off x="909053" y="2390270"/>
            <a:ext cx="6184233" cy="2032335"/>
          </a:xfrm>
          <a:prstGeom prst="rect">
            <a:avLst/>
          </a:prstGeom>
          <a:noFill/>
          <a:ln/>
        </p:spPr>
        <p:txBody>
          <a:bodyPr wrap="square" lIns="0" tIns="0" rIns="0" bIns="0" rtlCol="0" anchor="t"/>
          <a:lstStyle/>
          <a:p>
            <a:pPr>
              <a:lnSpc>
                <a:spcPct val="135000"/>
              </a:lnSpc>
            </a:pPr>
            <a:r>
              <a:rPr lang="en-US" sz="1400" spc="80" dirty="0">
                <a:solidFill>
                  <a:srgbClr val="2D3748"/>
                </a:solidFill>
                <a:latin typeface="Calibri" pitchFamily="34" charset="0"/>
                <a:ea typeface="Calibri" pitchFamily="34" charset="-122"/>
                <a:cs typeface="Calibri" pitchFamily="34" charset="-120"/>
              </a:rPr>
              <a:t>q19_top_users = (</a:t>
            </a:r>
            <a:r>
              <a:rPr lang="en-US" sz="1400" spc="80" dirty="0" err="1">
                <a:solidFill>
                  <a:srgbClr val="2D3748"/>
                </a:solidFill>
                <a:latin typeface="Calibri" pitchFamily="34" charset="0"/>
                <a:ea typeface="Calibri" pitchFamily="34" charset="-122"/>
                <a:cs typeface="Calibri" pitchFamily="34" charset="-120"/>
              </a:rPr>
              <a:t>orders.groupby</a:t>
            </a:r>
            <a:r>
              <a:rPr lang="en-US" sz="1400" spc="80" dirty="0">
                <a:solidFill>
                  <a:srgbClr val="2D3748"/>
                </a:solidFill>
                <a:latin typeface="Calibri" pitchFamily="34" charset="0"/>
                <a:ea typeface="Calibri" pitchFamily="34" charset="-122"/>
                <a:cs typeface="Calibri" pitchFamily="34" charset="-120"/>
              </a:rPr>
              <a:t>("</a:t>
            </a:r>
            <a:r>
              <a:rPr lang="en-US" sz="1400" spc="80" dirty="0" err="1">
                <a:solidFill>
                  <a:srgbClr val="2D3748"/>
                </a:solidFill>
                <a:latin typeface="Calibri" pitchFamily="34" charset="0"/>
                <a:ea typeface="Calibri" pitchFamily="34" charset="-122"/>
                <a:cs typeface="Calibri" pitchFamily="34" charset="-120"/>
              </a:rPr>
              <a:t>user_id</a:t>
            </a:r>
            <a:r>
              <a:rPr lang="en-US" sz="1400" spc="80" dirty="0">
                <a:solidFill>
                  <a:srgbClr val="2D3748"/>
                </a:solidFill>
                <a:latin typeface="Calibri" pitchFamily="34" charset="0"/>
                <a:ea typeface="Calibri" pitchFamily="34" charset="-122"/>
                <a:cs typeface="Calibri" pitchFamily="34" charset="-120"/>
              </a:rPr>
              <a:t>", </a:t>
            </a:r>
            <a:r>
              <a:rPr lang="en-US" sz="1400" spc="80" dirty="0" err="1">
                <a:solidFill>
                  <a:srgbClr val="2D3748"/>
                </a:solidFill>
                <a:latin typeface="Calibri" pitchFamily="34" charset="0"/>
                <a:ea typeface="Calibri" pitchFamily="34" charset="-122"/>
                <a:cs typeface="Calibri" pitchFamily="34" charset="-120"/>
              </a:rPr>
              <a:t>as_index</a:t>
            </a:r>
            <a:r>
              <a:rPr lang="en-US" sz="1400" spc="80" dirty="0">
                <a:solidFill>
                  <a:srgbClr val="2D3748"/>
                </a:solidFill>
                <a:latin typeface="Calibri" pitchFamily="34" charset="0"/>
                <a:ea typeface="Calibri" pitchFamily="34" charset="-122"/>
                <a:cs typeface="Calibri" pitchFamily="34" charset="-120"/>
              </a:rPr>
              <a:t>=False)</a:t>
            </a:r>
            <a:endParaRPr lang="en-US" sz="1400" spc="80" dirty="0"/>
          </a:p>
          <a:p>
            <a:pPr>
              <a:lnSpc>
                <a:spcPct val="135000"/>
              </a:lnSpc>
            </a:pPr>
            <a:r>
              <a:rPr lang="en-US" sz="1400" spc="80" dirty="0">
                <a:solidFill>
                  <a:srgbClr val="2D3748"/>
                </a:solidFill>
                <a:latin typeface="Calibri" pitchFamily="34" charset="0"/>
                <a:ea typeface="Calibri" pitchFamily="34" charset="-122"/>
                <a:cs typeface="Calibri" pitchFamily="34" charset="-120"/>
              </a:rPr>
              <a:t>  .</a:t>
            </a:r>
            <a:r>
              <a:rPr lang="en-US" sz="1400" spc="80" dirty="0" err="1">
                <a:solidFill>
                  <a:srgbClr val="2D3748"/>
                </a:solidFill>
                <a:latin typeface="Calibri" pitchFamily="34" charset="0"/>
                <a:ea typeface="Calibri" pitchFamily="34" charset="-122"/>
                <a:cs typeface="Calibri" pitchFamily="34" charset="-120"/>
              </a:rPr>
              <a:t>agg</a:t>
            </a:r>
            <a:r>
              <a:rPr lang="en-US" sz="1400" spc="80" dirty="0">
                <a:solidFill>
                  <a:srgbClr val="2D3748"/>
                </a:solidFill>
                <a:latin typeface="Calibri" pitchFamily="34" charset="0"/>
                <a:ea typeface="Calibri" pitchFamily="34" charset="-122"/>
                <a:cs typeface="Calibri" pitchFamily="34" charset="-120"/>
              </a:rPr>
              <a:t>(</a:t>
            </a:r>
            <a:r>
              <a:rPr lang="en-US" sz="1400" spc="80" dirty="0" err="1">
                <a:solidFill>
                  <a:srgbClr val="2D3748"/>
                </a:solidFill>
                <a:latin typeface="Calibri" pitchFamily="34" charset="0"/>
                <a:ea typeface="Calibri" pitchFamily="34" charset="-122"/>
                <a:cs typeface="Calibri" pitchFamily="34" charset="-120"/>
              </a:rPr>
              <a:t>total_orders</a:t>
            </a:r>
            <a:r>
              <a:rPr lang="en-US" sz="1400" spc="80" dirty="0">
                <a:solidFill>
                  <a:srgbClr val="2D3748"/>
                </a:solidFill>
                <a:latin typeface="Calibri" pitchFamily="34" charset="0"/>
                <a:ea typeface="Calibri" pitchFamily="34" charset="-122"/>
                <a:cs typeface="Calibri" pitchFamily="34" charset="-120"/>
              </a:rPr>
              <a:t>=("</a:t>
            </a:r>
            <a:r>
              <a:rPr lang="en-US" sz="1400" spc="80" dirty="0" err="1">
                <a:solidFill>
                  <a:srgbClr val="2D3748"/>
                </a:solidFill>
                <a:latin typeface="Calibri" pitchFamily="34" charset="0"/>
                <a:ea typeface="Calibri" pitchFamily="34" charset="-122"/>
                <a:cs typeface="Calibri" pitchFamily="34" charset="-120"/>
              </a:rPr>
              <a:t>order_id","count</a:t>
            </a:r>
            <a:r>
              <a:rPr lang="en-US" sz="1400" spc="80" dirty="0">
                <a:solidFill>
                  <a:srgbClr val="2D3748"/>
                </a:solidFill>
                <a:latin typeface="Calibri" pitchFamily="34" charset="0"/>
                <a:ea typeface="Calibri" pitchFamily="34" charset="-122"/>
                <a:cs typeface="Calibri" pitchFamily="34" charset="-120"/>
              </a:rPr>
              <a:t>"))</a:t>
            </a:r>
            <a:endParaRPr lang="en-US" sz="1400" spc="80" dirty="0"/>
          </a:p>
          <a:p>
            <a:pPr>
              <a:lnSpc>
                <a:spcPct val="135000"/>
              </a:lnSpc>
            </a:pPr>
            <a:r>
              <a:rPr lang="en-US" sz="1400" spc="80" dirty="0">
                <a:solidFill>
                  <a:srgbClr val="2D3748"/>
                </a:solidFill>
                <a:latin typeface="Calibri" pitchFamily="34" charset="0"/>
                <a:ea typeface="Calibri" pitchFamily="34" charset="-122"/>
                <a:cs typeface="Calibri" pitchFamily="34" charset="-120"/>
              </a:rPr>
              <a:t>  .</a:t>
            </a:r>
            <a:r>
              <a:rPr lang="en-US" sz="1400" spc="80" dirty="0" err="1">
                <a:solidFill>
                  <a:srgbClr val="2D3748"/>
                </a:solidFill>
                <a:latin typeface="Calibri" pitchFamily="34" charset="0"/>
                <a:ea typeface="Calibri" pitchFamily="34" charset="-122"/>
                <a:cs typeface="Calibri" pitchFamily="34" charset="-120"/>
              </a:rPr>
              <a:t>sort_values</a:t>
            </a:r>
            <a:r>
              <a:rPr lang="en-US" sz="1400" spc="80" dirty="0">
                <a:solidFill>
                  <a:srgbClr val="2D3748"/>
                </a:solidFill>
                <a:latin typeface="Calibri" pitchFamily="34" charset="0"/>
                <a:ea typeface="Calibri" pitchFamily="34" charset="-122"/>
                <a:cs typeface="Calibri" pitchFamily="34" charset="-120"/>
              </a:rPr>
              <a:t>("</a:t>
            </a:r>
            <a:r>
              <a:rPr lang="en-US" sz="1400" spc="80" dirty="0" err="1">
                <a:solidFill>
                  <a:srgbClr val="2D3748"/>
                </a:solidFill>
                <a:latin typeface="Calibri" pitchFamily="34" charset="0"/>
                <a:ea typeface="Calibri" pitchFamily="34" charset="-122"/>
                <a:cs typeface="Calibri" pitchFamily="34" charset="-120"/>
              </a:rPr>
              <a:t>total_orders</a:t>
            </a:r>
            <a:r>
              <a:rPr lang="en-US" sz="1400" spc="80" dirty="0">
                <a:solidFill>
                  <a:srgbClr val="2D3748"/>
                </a:solidFill>
                <a:latin typeface="Calibri" pitchFamily="34" charset="0"/>
                <a:ea typeface="Calibri" pitchFamily="34" charset="-122"/>
                <a:cs typeface="Calibri" pitchFamily="34" charset="-120"/>
              </a:rPr>
              <a:t>", ascending=False)</a:t>
            </a:r>
            <a:endParaRPr lang="en-US" sz="1400" spc="80" dirty="0"/>
          </a:p>
          <a:p>
            <a:pPr>
              <a:lnSpc>
                <a:spcPct val="135000"/>
              </a:lnSpc>
            </a:pPr>
            <a:r>
              <a:rPr lang="en-US" sz="1400" spc="80" dirty="0">
                <a:solidFill>
                  <a:srgbClr val="2D3748"/>
                </a:solidFill>
                <a:latin typeface="Calibri" pitchFamily="34" charset="0"/>
                <a:ea typeface="Calibri" pitchFamily="34" charset="-122"/>
                <a:cs typeface="Calibri" pitchFamily="34" charset="-120"/>
              </a:rPr>
              <a:t>  .head(10))</a:t>
            </a:r>
            <a:endParaRPr lang="en-US" sz="1400" spc="80" dirty="0"/>
          </a:p>
        </p:txBody>
      </p:sp>
    </p:spTree>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62000" y="444500"/>
            <a:ext cx="12700000" cy="444500"/>
          </a:xfrm>
          <a:prstGeom prst="rect">
            <a:avLst/>
          </a:prstGeom>
          <a:noFill/>
          <a:ln/>
        </p:spPr>
        <p:txBody>
          <a:bodyPr wrap="none" lIns="0" tIns="0" rIns="0" bIns="0" rtlCol="0" anchor="ctr"/>
          <a:lstStyle/>
          <a:p>
            <a:pPr algn="l">
              <a:lnSpc>
                <a:spcPct val="130000"/>
              </a:lnSpc>
            </a:pPr>
            <a:r>
              <a:rPr lang="en-US" sz="2400" b="1" dirty="0">
                <a:solidFill>
                  <a:srgbClr val="2D3748"/>
                </a:solidFill>
                <a:latin typeface="Calibri" pitchFamily="34" charset="0"/>
                <a:ea typeface="Calibri" pitchFamily="34" charset="-122"/>
                <a:cs typeface="Calibri" pitchFamily="34" charset="-120"/>
              </a:rPr>
              <a:t>Query 20 — Products in Each Aisle and Department</a:t>
            </a:r>
            <a:endParaRPr lang="en-US" sz="2400" dirty="0"/>
          </a:p>
        </p:txBody>
      </p:sp>
      <p:sp>
        <p:nvSpPr>
          <p:cNvPr id="3" name="Shape 1"/>
          <p:cNvSpPr/>
          <p:nvPr/>
        </p:nvSpPr>
        <p:spPr>
          <a:xfrm>
            <a:off x="762000" y="952500"/>
            <a:ext cx="14732000" cy="25400"/>
          </a:xfrm>
          <a:prstGeom prst="rect">
            <a:avLst/>
          </a:prstGeom>
          <a:solidFill>
            <a:srgbClr val="1B4F8F"/>
          </a:solidFill>
          <a:ln/>
        </p:spPr>
        <p:txBody>
          <a:bodyPr/>
          <a:lstStyle/>
          <a:p>
            <a:endParaRPr lang="en-IN"/>
          </a:p>
        </p:txBody>
      </p:sp>
      <p:sp>
        <p:nvSpPr>
          <p:cNvPr id="4" name="Text 2"/>
          <p:cNvSpPr/>
          <p:nvPr/>
        </p:nvSpPr>
        <p:spPr>
          <a:xfrm>
            <a:off x="762000" y="1079500"/>
            <a:ext cx="14732000" cy="279400"/>
          </a:xfrm>
          <a:prstGeom prst="rect">
            <a:avLst/>
          </a:prstGeom>
          <a:noFill/>
          <a:ln/>
        </p:spPr>
        <p:txBody>
          <a:bodyPr wrap="none" lIns="0" tIns="0" rIns="0" bIns="0" rtlCol="0" anchor="ctr"/>
          <a:lstStyle/>
          <a:p>
            <a:pPr algn="l">
              <a:lnSpc>
                <a:spcPct val="120000"/>
              </a:lnSpc>
            </a:pPr>
            <a:r>
              <a:rPr lang="en-US" sz="1300" dirty="0">
                <a:solidFill>
                  <a:srgbClr val="718096"/>
                </a:solidFill>
                <a:latin typeface="Calibri" pitchFamily="34" charset="0"/>
                <a:ea typeface="Calibri" pitchFamily="34" charset="-122"/>
                <a:cs typeface="Calibri" pitchFamily="34" charset="-120"/>
              </a:rPr>
              <a:t>Objective: Determine product distribution across aisles within departments | Catalogue &amp; Assortment</a:t>
            </a:r>
            <a:endParaRPr lang="en-US" sz="1300" dirty="0"/>
          </a:p>
        </p:txBody>
      </p:sp>
      <p:sp>
        <p:nvSpPr>
          <p:cNvPr id="5" name="Text 3"/>
          <p:cNvSpPr/>
          <p:nvPr/>
        </p:nvSpPr>
        <p:spPr>
          <a:xfrm>
            <a:off x="8940801" y="1930400"/>
            <a:ext cx="6157494" cy="457200"/>
          </a:xfrm>
          <a:prstGeom prst="rect">
            <a:avLst/>
          </a:prstGeom>
          <a:noFill/>
          <a:ln/>
        </p:spPr>
        <p:txBody>
          <a:bodyPr wrap="square" lIns="0" tIns="0" rIns="0" bIns="0" rtlCol="0" anchor="t"/>
          <a:lstStyle/>
          <a:p>
            <a:pPr algn="l">
              <a:lnSpc>
                <a:spcPct val="150000"/>
              </a:lnSpc>
            </a:pPr>
            <a:r>
              <a:rPr lang="en-US" sz="1500" dirty="0">
                <a:solidFill>
                  <a:srgbClr val="2D3748"/>
                </a:solidFill>
                <a:latin typeface="Calibri" pitchFamily="34" charset="0"/>
                <a:ea typeface="Calibri" pitchFamily="34" charset="-122"/>
                <a:cs typeface="Calibri" pitchFamily="34" charset="-120"/>
              </a:rPr>
              <a:t>Total of </a:t>
            </a:r>
            <a:r>
              <a:rPr lang="en-US" sz="1500" b="1" dirty="0">
                <a:solidFill>
                  <a:srgbClr val="2D3748"/>
                </a:solidFill>
                <a:latin typeface="Calibri" pitchFamily="34" charset="0"/>
                <a:ea typeface="Calibri" pitchFamily="34" charset="-122"/>
                <a:cs typeface="Calibri" pitchFamily="34" charset="-120"/>
              </a:rPr>
              <a:t>134 department-aisle combinations</a:t>
            </a:r>
            <a:r>
              <a:rPr lang="en-US" sz="1500" dirty="0">
                <a:solidFill>
                  <a:srgbClr val="2D3748"/>
                </a:solidFill>
                <a:latin typeface="Calibri" pitchFamily="34" charset="0"/>
                <a:ea typeface="Calibri" pitchFamily="34" charset="-122"/>
                <a:cs typeface="Calibri" pitchFamily="34" charset="-120"/>
              </a:rPr>
              <a:t> identified across 21 departments.</a:t>
            </a:r>
            <a:endParaRPr lang="en-US" sz="1500" dirty="0"/>
          </a:p>
        </p:txBody>
      </p:sp>
      <p:graphicFrame>
        <p:nvGraphicFramePr>
          <p:cNvPr id="40" name="Table 0"/>
          <p:cNvGraphicFramePr>
            <a:graphicFrameLocks noGrp="1"/>
          </p:cNvGraphicFramePr>
          <p:nvPr>
            <p:extLst>
              <p:ext uri="{D42A27DB-BD31-4B8C-83A1-F6EECF244321}">
                <p14:modId xmlns:p14="http://schemas.microsoft.com/office/powerpoint/2010/main" val="3757198373"/>
              </p:ext>
            </p:extLst>
          </p:nvPr>
        </p:nvGraphicFramePr>
        <p:xfrm>
          <a:off x="8940801" y="2538663"/>
          <a:ext cx="6157495" cy="3302000"/>
        </p:xfrm>
        <a:graphic>
          <a:graphicData uri="http://schemas.openxmlformats.org/drawingml/2006/table">
            <a:tbl>
              <a:tblPr/>
              <a:tblGrid>
                <a:gridCol w="1768642">
                  <a:extLst>
                    <a:ext uri="{9D8B030D-6E8A-4147-A177-3AD203B41FA5}">
                      <a16:colId xmlns:a16="http://schemas.microsoft.com/office/drawing/2014/main" val="20000"/>
                    </a:ext>
                  </a:extLst>
                </a:gridCol>
                <a:gridCol w="2541605">
                  <a:extLst>
                    <a:ext uri="{9D8B030D-6E8A-4147-A177-3AD203B41FA5}">
                      <a16:colId xmlns:a16="http://schemas.microsoft.com/office/drawing/2014/main" val="20001"/>
                    </a:ext>
                  </a:extLst>
                </a:gridCol>
                <a:gridCol w="1847248">
                  <a:extLst>
                    <a:ext uri="{9D8B030D-6E8A-4147-A177-3AD203B41FA5}">
                      <a16:colId xmlns:a16="http://schemas.microsoft.com/office/drawing/2014/main" val="20002"/>
                    </a:ext>
                  </a:extLst>
                </a:gridCol>
              </a:tblGrid>
              <a:tr h="363220">
                <a:tc>
                  <a:txBody>
                    <a:bodyPr/>
                    <a:lstStyle/>
                    <a:p>
                      <a:pPr algn="ctr"/>
                      <a:r>
                        <a:rPr lang="en-US" sz="1400" b="1" dirty="0">
                          <a:solidFill>
                            <a:srgbClr val="FFFFFF"/>
                          </a:solidFill>
                          <a:latin typeface="Calibri" pitchFamily="34" charset="0"/>
                          <a:ea typeface="Calibri" pitchFamily="34" charset="-122"/>
                          <a:cs typeface="Calibri" pitchFamily="34" charset="-120"/>
                        </a:rPr>
                        <a:t>Department</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B4F8F"/>
                    </a:solidFill>
                  </a:tcPr>
                </a:tc>
                <a:tc>
                  <a:txBody>
                    <a:bodyPr/>
                    <a:lstStyle/>
                    <a:p>
                      <a:pPr algn="ctr"/>
                      <a:r>
                        <a:rPr lang="en-US" sz="1400" b="1" dirty="0">
                          <a:solidFill>
                            <a:srgbClr val="FFFFFF"/>
                          </a:solidFill>
                          <a:latin typeface="Calibri" pitchFamily="34" charset="0"/>
                          <a:ea typeface="Calibri" pitchFamily="34" charset="-122"/>
                          <a:cs typeface="Calibri" pitchFamily="34" charset="-120"/>
                        </a:rPr>
                        <a:t>Aisle</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B4F8F"/>
                    </a:solidFill>
                  </a:tcPr>
                </a:tc>
                <a:tc>
                  <a:txBody>
                    <a:bodyPr/>
                    <a:lstStyle/>
                    <a:p>
                      <a:pPr algn="ctr"/>
                      <a:r>
                        <a:rPr lang="en-US" sz="1400" b="1" dirty="0">
                          <a:solidFill>
                            <a:srgbClr val="FFFFFF"/>
                          </a:solidFill>
                          <a:latin typeface="Calibri" pitchFamily="34" charset="0"/>
                          <a:ea typeface="Calibri" pitchFamily="34" charset="-122"/>
                          <a:cs typeface="Calibri" pitchFamily="34" charset="-120"/>
                        </a:rPr>
                        <a:t>Total Products</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B4F8F"/>
                    </a:solidFill>
                  </a:tcPr>
                </a:tc>
                <a:extLst>
                  <a:ext uri="{0D108BD9-81ED-4DB2-BD59-A6C34878D82A}">
                    <a16:rowId xmlns:a16="http://schemas.microsoft.com/office/drawing/2014/main" val="10000"/>
                  </a:ext>
                </a:extLst>
              </a:tr>
              <a:tr h="366522">
                <a:tc>
                  <a:txBody>
                    <a:bodyPr/>
                    <a:lstStyle/>
                    <a:p>
                      <a:pPr algn="ctr"/>
                      <a:r>
                        <a:rPr lang="en-US" sz="1400" dirty="0">
                          <a:solidFill>
                            <a:srgbClr val="2D3748"/>
                          </a:solidFill>
                          <a:latin typeface="Calibri" pitchFamily="34" charset="0"/>
                          <a:ea typeface="Calibri" pitchFamily="34" charset="-122"/>
                          <a:cs typeface="Calibri" pitchFamily="34" charset="-120"/>
                        </a:rPr>
                        <a:t>alcohol</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beers coolers</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384</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6522">
                <a:tc>
                  <a:txBody>
                    <a:bodyPr/>
                    <a:lstStyle/>
                    <a:p>
                      <a:pPr algn="ctr"/>
                      <a:r>
                        <a:rPr lang="en-US" sz="1400" dirty="0">
                          <a:solidFill>
                            <a:srgbClr val="2D3748"/>
                          </a:solidFill>
                          <a:latin typeface="Calibri" pitchFamily="34" charset="0"/>
                          <a:ea typeface="Calibri" pitchFamily="34" charset="-122"/>
                          <a:cs typeface="Calibri" pitchFamily="34" charset="-120"/>
                        </a:rPr>
                        <a:t>alcohol</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red wines</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232</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extLst>
                  <a:ext uri="{0D108BD9-81ED-4DB2-BD59-A6C34878D82A}">
                    <a16:rowId xmlns:a16="http://schemas.microsoft.com/office/drawing/2014/main" val="10002"/>
                  </a:ext>
                </a:extLst>
              </a:tr>
              <a:tr h="366522">
                <a:tc>
                  <a:txBody>
                    <a:bodyPr/>
                    <a:lstStyle/>
                    <a:p>
                      <a:pPr algn="ctr"/>
                      <a:r>
                        <a:rPr lang="en-US" sz="1400" dirty="0">
                          <a:solidFill>
                            <a:srgbClr val="2D3748"/>
                          </a:solidFill>
                          <a:latin typeface="Calibri" pitchFamily="34" charset="0"/>
                          <a:ea typeface="Calibri" pitchFamily="34" charset="-122"/>
                          <a:cs typeface="Calibri" pitchFamily="34" charset="-120"/>
                        </a:rPr>
                        <a:t>alcohol</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spirits</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192</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6522">
                <a:tc>
                  <a:txBody>
                    <a:bodyPr/>
                    <a:lstStyle/>
                    <a:p>
                      <a:pPr algn="ctr"/>
                      <a:r>
                        <a:rPr lang="en-US" sz="1400" dirty="0">
                          <a:solidFill>
                            <a:srgbClr val="2D3748"/>
                          </a:solidFill>
                          <a:latin typeface="Calibri" pitchFamily="34" charset="0"/>
                          <a:ea typeface="Calibri" pitchFamily="34" charset="-122"/>
                          <a:cs typeface="Calibri" pitchFamily="34" charset="-120"/>
                        </a:rPr>
                        <a:t>snacks</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fruit vegetable snacks</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356</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extLst>
                  <a:ext uri="{0D108BD9-81ED-4DB2-BD59-A6C34878D82A}">
                    <a16:rowId xmlns:a16="http://schemas.microsoft.com/office/drawing/2014/main" val="10004"/>
                  </a:ext>
                </a:extLst>
              </a:tr>
              <a:tr h="366522">
                <a:tc>
                  <a:txBody>
                    <a:bodyPr/>
                    <a:lstStyle/>
                    <a:p>
                      <a:pPr algn="ctr"/>
                      <a:r>
                        <a:rPr lang="en-US" sz="1400" dirty="0">
                          <a:solidFill>
                            <a:srgbClr val="2D3748"/>
                          </a:solidFill>
                          <a:latin typeface="Calibri" pitchFamily="34" charset="0"/>
                          <a:ea typeface="Calibri" pitchFamily="34" charset="-122"/>
                          <a:cs typeface="Calibri" pitchFamily="34" charset="-120"/>
                        </a:rPr>
                        <a:t>snacks</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popcorn jerky</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315</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66522">
                <a:tc>
                  <a:txBody>
                    <a:bodyPr/>
                    <a:lstStyle/>
                    <a:p>
                      <a:pPr algn="ctr"/>
                      <a:r>
                        <a:rPr lang="en-US" sz="1400" dirty="0">
                          <a:solidFill>
                            <a:srgbClr val="2D3748"/>
                          </a:solidFill>
                          <a:latin typeface="Calibri" pitchFamily="34" charset="0"/>
                          <a:ea typeface="Calibri" pitchFamily="34" charset="-122"/>
                          <a:cs typeface="Calibri" pitchFamily="34" charset="-120"/>
                        </a:rPr>
                        <a:t>snacks</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mint gum</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168</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extLst>
                  <a:ext uri="{0D108BD9-81ED-4DB2-BD59-A6C34878D82A}">
                    <a16:rowId xmlns:a16="http://schemas.microsoft.com/office/drawing/2014/main" val="10006"/>
                  </a:ext>
                </a:extLst>
              </a:tr>
              <a:tr h="366522">
                <a:tc>
                  <a:txBody>
                    <a:bodyPr/>
                    <a:lstStyle/>
                    <a:p>
                      <a:pPr algn="ctr"/>
                      <a:r>
                        <a:rPr lang="en-US" sz="1400" dirty="0">
                          <a:solidFill>
                            <a:srgbClr val="2D3748"/>
                          </a:solidFill>
                          <a:latin typeface="Calibri" pitchFamily="34" charset="0"/>
                          <a:ea typeface="Calibri" pitchFamily="34" charset="-122"/>
                          <a:cs typeface="Calibri" pitchFamily="34" charset="-120"/>
                        </a:rPr>
                        <a:t>snacks</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ice cream toppings</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83</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73126">
                <a:tc>
                  <a:txBody>
                    <a:bodyPr/>
                    <a:lstStyle/>
                    <a:p>
                      <a:pPr algn="ctr"/>
                      <a:r>
                        <a:rPr lang="en-US" sz="1400" dirty="0">
                          <a:solidFill>
                            <a:srgbClr val="2D3748"/>
                          </a:solidFill>
                          <a:latin typeface="Calibri" pitchFamily="34" charset="0"/>
                          <a:ea typeface="Calibri" pitchFamily="34" charset="-122"/>
                          <a:cs typeface="Calibri" pitchFamily="34" charset="-120"/>
                        </a:rPr>
                        <a:t>snacks</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trail mix snack mix</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tc>
                  <a:txBody>
                    <a:bodyPr/>
                    <a:lstStyle/>
                    <a:p>
                      <a:pPr algn="ctr"/>
                      <a:r>
                        <a:rPr lang="en-US" sz="1400" dirty="0">
                          <a:solidFill>
                            <a:srgbClr val="2D3748"/>
                          </a:solidFill>
                          <a:latin typeface="Calibri" pitchFamily="34" charset="0"/>
                          <a:ea typeface="Calibri" pitchFamily="34" charset="-122"/>
                          <a:cs typeface="Calibri" pitchFamily="34" charset="-120"/>
                        </a:rPr>
                        <a:t>69</a:t>
                      </a:r>
                      <a:endParaRPr lang="en-US" sz="1400" dirty="0">
                        <a:latin typeface="Calibri" charset="0"/>
                        <a:ea typeface="Calibri" charset="0"/>
                        <a:cs typeface="Calibri" charset="0"/>
                      </a:endParaRPr>
                    </a:p>
                  </a:txBody>
                  <a:tcPr marL="54864" marR="54864"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DF2F7"/>
                    </a:solidFill>
                  </a:tcPr>
                </a:tc>
                <a:extLst>
                  <a:ext uri="{0D108BD9-81ED-4DB2-BD59-A6C34878D82A}">
                    <a16:rowId xmlns:a16="http://schemas.microsoft.com/office/drawing/2014/main" val="10008"/>
                  </a:ext>
                </a:extLst>
              </a:tr>
            </a:tbl>
          </a:graphicData>
        </a:graphic>
      </p:graphicFrame>
      <p:sp>
        <p:nvSpPr>
          <p:cNvPr id="14" name="Shape 11"/>
          <p:cNvSpPr/>
          <p:nvPr/>
        </p:nvSpPr>
        <p:spPr>
          <a:xfrm>
            <a:off x="762000" y="8763000"/>
            <a:ext cx="14732000" cy="25400"/>
          </a:xfrm>
          <a:prstGeom prst="rect">
            <a:avLst/>
          </a:prstGeom>
          <a:solidFill>
            <a:srgbClr val="1B4F8F"/>
          </a:solidFill>
          <a:ln/>
        </p:spPr>
        <p:txBody>
          <a:bodyPr/>
          <a:lstStyle/>
          <a:p>
            <a:endParaRPr lang="en-IN"/>
          </a:p>
        </p:txBody>
      </p:sp>
      <p:sp>
        <p:nvSpPr>
          <p:cNvPr id="15" name="Text 12"/>
          <p:cNvSpPr/>
          <p:nvPr/>
        </p:nvSpPr>
        <p:spPr>
          <a:xfrm>
            <a:off x="14478000" y="8826500"/>
            <a:ext cx="1016000" cy="254000"/>
          </a:xfrm>
          <a:prstGeom prst="rect">
            <a:avLst/>
          </a:prstGeom>
          <a:noFill/>
          <a:ln/>
        </p:spPr>
        <p:txBody>
          <a:bodyPr wrap="none" lIns="0" tIns="0" rIns="0" bIns="0" rtlCol="0" anchor="ctr"/>
          <a:lstStyle/>
          <a:p>
            <a:pPr algn="r">
              <a:lnSpc>
                <a:spcPct val="120000"/>
              </a:lnSpc>
            </a:pPr>
            <a:r>
              <a:rPr lang="en-US" sz="1200" dirty="0">
                <a:solidFill>
                  <a:srgbClr val="718096"/>
                </a:solidFill>
                <a:latin typeface="Calibri" pitchFamily="34" charset="0"/>
                <a:ea typeface="Calibri" pitchFamily="34" charset="-122"/>
                <a:cs typeface="Calibri" pitchFamily="34" charset="-120"/>
              </a:rPr>
              <a:t>39 / 55</a:t>
            </a:r>
            <a:endParaRPr lang="en-US" sz="1200" dirty="0"/>
          </a:p>
        </p:txBody>
      </p:sp>
      <p:sp>
        <p:nvSpPr>
          <p:cNvPr id="16" name="Text 9">
            <a:extLst>
              <a:ext uri="{FF2B5EF4-FFF2-40B4-BE49-F238E27FC236}">
                <a16:creationId xmlns:a16="http://schemas.microsoft.com/office/drawing/2014/main" id="{B6ECD527-3401-19B5-677D-CF05FF3D6D9C}"/>
              </a:ext>
            </a:extLst>
          </p:cNvPr>
          <p:cNvSpPr/>
          <p:nvPr/>
        </p:nvSpPr>
        <p:spPr>
          <a:xfrm>
            <a:off x="812800" y="5293893"/>
            <a:ext cx="6502401" cy="1610559"/>
          </a:xfrm>
          <a:prstGeom prst="rect">
            <a:avLst/>
          </a:prstGeom>
          <a:noFill/>
          <a:ln/>
        </p:spPr>
        <p:txBody>
          <a:bodyPr wrap="square" lIns="0" tIns="0" rIns="0" bIns="0" rtlCol="0" anchor="t"/>
          <a:lstStyle/>
          <a:p>
            <a:pPr algn="just">
              <a:lnSpc>
                <a:spcPct val="145000"/>
              </a:lnSpc>
            </a:pPr>
            <a:r>
              <a:rPr lang="en-US" sz="1500" b="1" dirty="0">
                <a:solidFill>
                  <a:srgbClr val="1B4F8F"/>
                </a:solidFill>
                <a:latin typeface="Calibri" pitchFamily="34" charset="0"/>
                <a:ea typeface="Calibri" pitchFamily="34" charset="-122"/>
                <a:cs typeface="Calibri" pitchFamily="34" charset="-120"/>
              </a:rPr>
              <a:t>Interpretation </a:t>
            </a:r>
          </a:p>
          <a:p>
            <a:pPr algn="just">
              <a:lnSpc>
                <a:spcPct val="155000"/>
              </a:lnSpc>
            </a:pPr>
            <a:r>
              <a:rPr lang="en-US" sz="1500" dirty="0">
                <a:solidFill>
                  <a:srgbClr val="2D3748"/>
                </a:solidFill>
                <a:latin typeface="Calibri" pitchFamily="34" charset="0"/>
                <a:ea typeface="Calibri" pitchFamily="34" charset="-122"/>
                <a:cs typeface="Calibri" pitchFamily="34" charset="-120"/>
              </a:rPr>
              <a:t>Certain aisles contain significantly more products than others within the same department. Alcohol: Beers Coolers (384) vs Specialty Wines (95). Snacks: Fruit Veg Snacks (356) vs Trail Mix (69). Product availability is concentrated in a few major aisles per department.</a:t>
            </a:r>
            <a:endParaRPr lang="en-US" sz="1500" dirty="0"/>
          </a:p>
        </p:txBody>
      </p:sp>
      <p:sp>
        <p:nvSpPr>
          <p:cNvPr id="18" name="Shape 10">
            <a:extLst>
              <a:ext uri="{FF2B5EF4-FFF2-40B4-BE49-F238E27FC236}">
                <a16:creationId xmlns:a16="http://schemas.microsoft.com/office/drawing/2014/main" id="{D8E99DFE-E9BC-11A8-1DB3-B3301F26337D}"/>
              </a:ext>
            </a:extLst>
          </p:cNvPr>
          <p:cNvSpPr/>
          <p:nvPr/>
        </p:nvSpPr>
        <p:spPr>
          <a:xfrm>
            <a:off x="842879" y="7277100"/>
            <a:ext cx="14651122" cy="1016000"/>
          </a:xfrm>
          <a:prstGeom prst="rect">
            <a:avLst/>
          </a:prstGeom>
          <a:solidFill>
            <a:srgbClr val="EDF2F7"/>
          </a:solidFill>
          <a:ln/>
        </p:spPr>
        <p:txBody>
          <a:bodyPr/>
          <a:lstStyle/>
          <a:p>
            <a:endParaRPr lang="en-IN"/>
          </a:p>
        </p:txBody>
      </p:sp>
      <p:sp>
        <p:nvSpPr>
          <p:cNvPr id="20" name="Shape 11">
            <a:extLst>
              <a:ext uri="{FF2B5EF4-FFF2-40B4-BE49-F238E27FC236}">
                <a16:creationId xmlns:a16="http://schemas.microsoft.com/office/drawing/2014/main" id="{7790EEC5-66AB-1AFC-8A8A-EE598787D1FB}"/>
              </a:ext>
            </a:extLst>
          </p:cNvPr>
          <p:cNvSpPr/>
          <p:nvPr/>
        </p:nvSpPr>
        <p:spPr>
          <a:xfrm>
            <a:off x="842879" y="7277100"/>
            <a:ext cx="50800" cy="1016000"/>
          </a:xfrm>
          <a:prstGeom prst="rect">
            <a:avLst/>
          </a:prstGeom>
          <a:solidFill>
            <a:srgbClr val="1B4F8F"/>
          </a:solidFill>
          <a:ln/>
        </p:spPr>
        <p:txBody>
          <a:bodyPr/>
          <a:lstStyle/>
          <a:p>
            <a:endParaRPr lang="en-IN"/>
          </a:p>
        </p:txBody>
      </p:sp>
      <p:sp>
        <p:nvSpPr>
          <p:cNvPr id="22" name="Text 12">
            <a:extLst>
              <a:ext uri="{FF2B5EF4-FFF2-40B4-BE49-F238E27FC236}">
                <a16:creationId xmlns:a16="http://schemas.microsoft.com/office/drawing/2014/main" id="{03AF3F0A-EFCF-58E2-86DE-56EF231EDAD1}"/>
              </a:ext>
            </a:extLst>
          </p:cNvPr>
          <p:cNvSpPr/>
          <p:nvPr/>
        </p:nvSpPr>
        <p:spPr>
          <a:xfrm>
            <a:off x="1041400" y="7378700"/>
            <a:ext cx="14287500" cy="825500"/>
          </a:xfrm>
          <a:prstGeom prst="rect">
            <a:avLst/>
          </a:prstGeom>
          <a:noFill/>
          <a:ln/>
        </p:spPr>
        <p:txBody>
          <a:bodyPr wrap="square" lIns="0" tIns="0" rIns="0" bIns="0" rtlCol="0" anchor="ctr"/>
          <a:lstStyle/>
          <a:p>
            <a:pPr>
              <a:lnSpc>
                <a:spcPct val="150000"/>
              </a:lnSpc>
            </a:pPr>
            <a:r>
              <a:rPr lang="en-US" sz="1500" b="1" dirty="0">
                <a:solidFill>
                  <a:srgbClr val="2D3748"/>
                </a:solidFill>
                <a:latin typeface="Calibri" pitchFamily="34" charset="0"/>
                <a:ea typeface="Calibri" pitchFamily="34" charset="-122"/>
                <a:cs typeface="Calibri" pitchFamily="34" charset="-120"/>
              </a:rPr>
              <a:t>Business Insight:</a:t>
            </a:r>
            <a:r>
              <a:rPr lang="en-US" sz="1500" dirty="0">
                <a:solidFill>
                  <a:srgbClr val="2D3748"/>
                </a:solidFill>
                <a:latin typeface="Calibri" pitchFamily="34" charset="0"/>
                <a:ea typeface="Calibri" pitchFamily="34" charset="-122"/>
                <a:cs typeface="Calibri" pitchFamily="34" charset="-120"/>
              </a:rPr>
              <a:t> Understanding product distribution at department and aisle levels enables better category management, shelf space optimization, and inventory planning. Large-assortment aisles need greater merchandising attention; low-volume aisles can be evaluated for optimization.</a:t>
            </a:r>
            <a:endParaRPr lang="en-US" sz="1500" dirty="0"/>
          </a:p>
        </p:txBody>
      </p:sp>
      <p:sp>
        <p:nvSpPr>
          <p:cNvPr id="24" name="Shape 3">
            <a:extLst>
              <a:ext uri="{FF2B5EF4-FFF2-40B4-BE49-F238E27FC236}">
                <a16:creationId xmlns:a16="http://schemas.microsoft.com/office/drawing/2014/main" id="{32F60A70-1EF5-F2E0-54F9-051EE82BD67F}"/>
              </a:ext>
            </a:extLst>
          </p:cNvPr>
          <p:cNvSpPr/>
          <p:nvPr/>
        </p:nvSpPr>
        <p:spPr>
          <a:xfrm>
            <a:off x="756653" y="2035668"/>
            <a:ext cx="6553201" cy="3216780"/>
          </a:xfrm>
          <a:prstGeom prst="rect">
            <a:avLst/>
          </a:prstGeom>
          <a:solidFill>
            <a:srgbClr val="EDF2F7"/>
          </a:solidFill>
          <a:ln/>
        </p:spPr>
        <p:txBody>
          <a:bodyPr/>
          <a:lstStyle/>
          <a:p>
            <a:endParaRPr lang="en-IN" dirty="0"/>
          </a:p>
        </p:txBody>
      </p:sp>
      <p:sp>
        <p:nvSpPr>
          <p:cNvPr id="26" name="TextBox 25">
            <a:extLst>
              <a:ext uri="{FF2B5EF4-FFF2-40B4-BE49-F238E27FC236}">
                <a16:creationId xmlns:a16="http://schemas.microsoft.com/office/drawing/2014/main" id="{B6DFC99D-D8FB-C7A2-D772-AB05A78C2F5B}"/>
              </a:ext>
            </a:extLst>
          </p:cNvPr>
          <p:cNvSpPr txBox="1"/>
          <p:nvPr/>
        </p:nvSpPr>
        <p:spPr>
          <a:xfrm>
            <a:off x="812800" y="2086811"/>
            <a:ext cx="1851526" cy="307777"/>
          </a:xfrm>
          <a:prstGeom prst="rect">
            <a:avLst/>
          </a:prstGeom>
          <a:noFill/>
        </p:spPr>
        <p:txBody>
          <a:bodyPr wrap="square">
            <a:spAutoFit/>
          </a:bodyPr>
          <a:lstStyle/>
          <a:p>
            <a:r>
              <a:rPr lang="en-US" sz="1400" b="1" dirty="0">
                <a:solidFill>
                  <a:srgbClr val="718096"/>
                </a:solidFill>
                <a:latin typeface="Calibri" pitchFamily="34" charset="0"/>
                <a:ea typeface="Calibri" pitchFamily="34" charset="-122"/>
                <a:cs typeface="Calibri" pitchFamily="34" charset="-120"/>
              </a:rPr>
              <a:t>PYTHON CODE</a:t>
            </a:r>
            <a:endParaRPr lang="en-IN" sz="1400" dirty="0"/>
          </a:p>
        </p:txBody>
      </p:sp>
      <p:sp>
        <p:nvSpPr>
          <p:cNvPr id="28" name="Text 5">
            <a:extLst>
              <a:ext uri="{FF2B5EF4-FFF2-40B4-BE49-F238E27FC236}">
                <a16:creationId xmlns:a16="http://schemas.microsoft.com/office/drawing/2014/main" id="{A4A0856B-32CC-E389-53DD-2DB1F368AE43}"/>
              </a:ext>
            </a:extLst>
          </p:cNvPr>
          <p:cNvSpPr/>
          <p:nvPr/>
        </p:nvSpPr>
        <p:spPr>
          <a:xfrm>
            <a:off x="909053" y="2390270"/>
            <a:ext cx="6297863" cy="2032335"/>
          </a:xfrm>
          <a:prstGeom prst="rect">
            <a:avLst/>
          </a:prstGeom>
          <a:noFill/>
          <a:ln/>
        </p:spPr>
        <p:txBody>
          <a:bodyPr wrap="square" lIns="0" tIns="0" rIns="0" bIns="0" rtlCol="0" anchor="t"/>
          <a:lstStyle/>
          <a:p>
            <a:pPr>
              <a:lnSpc>
                <a:spcPct val="130000"/>
              </a:lnSpc>
            </a:pPr>
            <a:r>
              <a:rPr lang="en-US" sz="1400" spc="80" dirty="0">
                <a:solidFill>
                  <a:srgbClr val="2D3748"/>
                </a:solidFill>
                <a:latin typeface="Calibri" pitchFamily="34" charset="0"/>
                <a:ea typeface="Calibri" pitchFamily="34" charset="-122"/>
                <a:cs typeface="Calibri" pitchFamily="34" charset="-120"/>
              </a:rPr>
              <a:t>q20 = (</a:t>
            </a:r>
            <a:r>
              <a:rPr lang="en-US" sz="1400" spc="80" dirty="0" err="1">
                <a:solidFill>
                  <a:srgbClr val="2D3748"/>
                </a:solidFill>
                <a:latin typeface="Calibri" pitchFamily="34" charset="0"/>
                <a:ea typeface="Calibri" pitchFamily="34" charset="-122"/>
                <a:cs typeface="Calibri" pitchFamily="34" charset="-120"/>
              </a:rPr>
              <a:t>products.merge</a:t>
            </a:r>
            <a:r>
              <a:rPr lang="en-US" sz="1400" spc="80" dirty="0">
                <a:solidFill>
                  <a:srgbClr val="2D3748"/>
                </a:solidFill>
                <a:latin typeface="Calibri" pitchFamily="34" charset="0"/>
                <a:ea typeface="Calibri" pitchFamily="34" charset="-122"/>
                <a:cs typeface="Calibri" pitchFamily="34" charset="-120"/>
              </a:rPr>
              <a:t>(aisles, on="</a:t>
            </a:r>
            <a:r>
              <a:rPr lang="en-US" sz="1400" spc="80" dirty="0" err="1">
                <a:solidFill>
                  <a:srgbClr val="2D3748"/>
                </a:solidFill>
                <a:latin typeface="Calibri" pitchFamily="34" charset="0"/>
                <a:ea typeface="Calibri" pitchFamily="34" charset="-122"/>
                <a:cs typeface="Calibri" pitchFamily="34" charset="-120"/>
              </a:rPr>
              <a:t>aisle_id</a:t>
            </a:r>
            <a:r>
              <a:rPr lang="en-US" sz="1400" spc="80" dirty="0">
                <a:solidFill>
                  <a:srgbClr val="2D3748"/>
                </a:solidFill>
                <a:latin typeface="Calibri" pitchFamily="34" charset="0"/>
                <a:ea typeface="Calibri" pitchFamily="34" charset="-122"/>
                <a:cs typeface="Calibri" pitchFamily="34" charset="-120"/>
              </a:rPr>
              <a:t>")</a:t>
            </a:r>
            <a:endParaRPr lang="en-US" sz="1400" spc="80" dirty="0"/>
          </a:p>
          <a:p>
            <a:pPr>
              <a:lnSpc>
                <a:spcPct val="130000"/>
              </a:lnSpc>
            </a:pPr>
            <a:r>
              <a:rPr lang="en-US" sz="1400" spc="80" dirty="0">
                <a:solidFill>
                  <a:srgbClr val="2D3748"/>
                </a:solidFill>
                <a:latin typeface="Calibri" pitchFamily="34" charset="0"/>
                <a:ea typeface="Calibri" pitchFamily="34" charset="-122"/>
                <a:cs typeface="Calibri" pitchFamily="34" charset="-120"/>
              </a:rPr>
              <a:t>  .merge(departments, on="</a:t>
            </a:r>
            <a:r>
              <a:rPr lang="en-US" sz="1400" spc="80" dirty="0" err="1">
                <a:solidFill>
                  <a:srgbClr val="2D3748"/>
                </a:solidFill>
                <a:latin typeface="Calibri" pitchFamily="34" charset="0"/>
                <a:ea typeface="Calibri" pitchFamily="34" charset="-122"/>
                <a:cs typeface="Calibri" pitchFamily="34" charset="-120"/>
              </a:rPr>
              <a:t>department_id</a:t>
            </a:r>
            <a:r>
              <a:rPr lang="en-US" sz="1400" spc="80" dirty="0">
                <a:solidFill>
                  <a:srgbClr val="2D3748"/>
                </a:solidFill>
                <a:latin typeface="Calibri" pitchFamily="34" charset="0"/>
                <a:ea typeface="Calibri" pitchFamily="34" charset="-122"/>
                <a:cs typeface="Calibri" pitchFamily="34" charset="-120"/>
              </a:rPr>
              <a:t>")</a:t>
            </a:r>
            <a:endParaRPr lang="en-US" sz="1400" spc="80" dirty="0"/>
          </a:p>
          <a:p>
            <a:pPr>
              <a:lnSpc>
                <a:spcPct val="130000"/>
              </a:lnSpc>
            </a:pPr>
            <a:r>
              <a:rPr lang="en-US" sz="1400" spc="80" dirty="0">
                <a:solidFill>
                  <a:srgbClr val="2D3748"/>
                </a:solidFill>
                <a:latin typeface="Calibri" pitchFamily="34" charset="0"/>
                <a:ea typeface="Calibri" pitchFamily="34" charset="-122"/>
                <a:cs typeface="Calibri" pitchFamily="34" charset="-120"/>
              </a:rPr>
              <a:t>  .</a:t>
            </a:r>
            <a:r>
              <a:rPr lang="en-US" sz="1400" spc="80" dirty="0" err="1">
                <a:solidFill>
                  <a:srgbClr val="2D3748"/>
                </a:solidFill>
                <a:latin typeface="Calibri" pitchFamily="34" charset="0"/>
                <a:ea typeface="Calibri" pitchFamily="34" charset="-122"/>
                <a:cs typeface="Calibri" pitchFamily="34" charset="-120"/>
              </a:rPr>
              <a:t>groupby</a:t>
            </a:r>
            <a:r>
              <a:rPr lang="en-US" sz="1400" spc="80" dirty="0">
                <a:solidFill>
                  <a:srgbClr val="2D3748"/>
                </a:solidFill>
                <a:latin typeface="Calibri" pitchFamily="34" charset="0"/>
                <a:ea typeface="Calibri" pitchFamily="34" charset="-122"/>
                <a:cs typeface="Calibri" pitchFamily="34" charset="-120"/>
              </a:rPr>
              <a:t>(["</a:t>
            </a:r>
            <a:r>
              <a:rPr lang="en-US" sz="1400" spc="80" dirty="0" err="1">
                <a:solidFill>
                  <a:srgbClr val="2D3748"/>
                </a:solidFill>
                <a:latin typeface="Calibri" pitchFamily="34" charset="0"/>
                <a:ea typeface="Calibri" pitchFamily="34" charset="-122"/>
                <a:cs typeface="Calibri" pitchFamily="34" charset="-120"/>
              </a:rPr>
              <a:t>department","aisle</a:t>
            </a:r>
            <a:r>
              <a:rPr lang="en-US" sz="1400" spc="80" dirty="0">
                <a:solidFill>
                  <a:srgbClr val="2D3748"/>
                </a:solidFill>
                <a:latin typeface="Calibri" pitchFamily="34" charset="0"/>
                <a:ea typeface="Calibri" pitchFamily="34" charset="-122"/>
                <a:cs typeface="Calibri" pitchFamily="34" charset="-120"/>
              </a:rPr>
              <a:t>"], </a:t>
            </a:r>
            <a:r>
              <a:rPr lang="en-US" sz="1400" spc="80" dirty="0" err="1">
                <a:solidFill>
                  <a:srgbClr val="2D3748"/>
                </a:solidFill>
                <a:latin typeface="Calibri" pitchFamily="34" charset="0"/>
                <a:ea typeface="Calibri" pitchFamily="34" charset="-122"/>
                <a:cs typeface="Calibri" pitchFamily="34" charset="-120"/>
              </a:rPr>
              <a:t>as_index</a:t>
            </a:r>
            <a:r>
              <a:rPr lang="en-US" sz="1400" spc="80" dirty="0">
                <a:solidFill>
                  <a:srgbClr val="2D3748"/>
                </a:solidFill>
                <a:latin typeface="Calibri" pitchFamily="34" charset="0"/>
                <a:ea typeface="Calibri" pitchFamily="34" charset="-122"/>
                <a:cs typeface="Calibri" pitchFamily="34" charset="-120"/>
              </a:rPr>
              <a:t>=False)</a:t>
            </a:r>
            <a:endParaRPr lang="en-US" sz="1400" spc="80" dirty="0"/>
          </a:p>
          <a:p>
            <a:pPr>
              <a:lnSpc>
                <a:spcPct val="130000"/>
              </a:lnSpc>
            </a:pPr>
            <a:r>
              <a:rPr lang="en-US" sz="1400" spc="80" dirty="0">
                <a:solidFill>
                  <a:srgbClr val="2D3748"/>
                </a:solidFill>
                <a:latin typeface="Calibri" pitchFamily="34" charset="0"/>
                <a:ea typeface="Calibri" pitchFamily="34" charset="-122"/>
                <a:cs typeface="Calibri" pitchFamily="34" charset="-120"/>
              </a:rPr>
              <a:t>  .</a:t>
            </a:r>
            <a:r>
              <a:rPr lang="en-US" sz="1400" spc="80" dirty="0" err="1">
                <a:solidFill>
                  <a:srgbClr val="2D3748"/>
                </a:solidFill>
                <a:latin typeface="Calibri" pitchFamily="34" charset="0"/>
                <a:ea typeface="Calibri" pitchFamily="34" charset="-122"/>
                <a:cs typeface="Calibri" pitchFamily="34" charset="-120"/>
              </a:rPr>
              <a:t>agg</a:t>
            </a:r>
            <a:r>
              <a:rPr lang="en-US" sz="1400" spc="80" dirty="0">
                <a:solidFill>
                  <a:srgbClr val="2D3748"/>
                </a:solidFill>
                <a:latin typeface="Calibri" pitchFamily="34" charset="0"/>
                <a:ea typeface="Calibri" pitchFamily="34" charset="-122"/>
                <a:cs typeface="Calibri" pitchFamily="34" charset="-120"/>
              </a:rPr>
              <a:t>(</a:t>
            </a:r>
            <a:r>
              <a:rPr lang="en-US" sz="1400" spc="80" dirty="0" err="1">
                <a:solidFill>
                  <a:srgbClr val="2D3748"/>
                </a:solidFill>
                <a:latin typeface="Calibri" pitchFamily="34" charset="0"/>
                <a:ea typeface="Calibri" pitchFamily="34" charset="-122"/>
                <a:cs typeface="Calibri" pitchFamily="34" charset="-120"/>
              </a:rPr>
              <a:t>total_products</a:t>
            </a:r>
            <a:r>
              <a:rPr lang="en-US" sz="1400" spc="80" dirty="0">
                <a:solidFill>
                  <a:srgbClr val="2D3748"/>
                </a:solidFill>
                <a:latin typeface="Calibri" pitchFamily="34" charset="0"/>
                <a:ea typeface="Calibri" pitchFamily="34" charset="-122"/>
                <a:cs typeface="Calibri" pitchFamily="34" charset="-120"/>
              </a:rPr>
              <a:t>=("</a:t>
            </a:r>
            <a:r>
              <a:rPr lang="en-US" sz="1400" spc="80" dirty="0" err="1">
                <a:solidFill>
                  <a:srgbClr val="2D3748"/>
                </a:solidFill>
                <a:latin typeface="Calibri" pitchFamily="34" charset="0"/>
                <a:ea typeface="Calibri" pitchFamily="34" charset="-122"/>
                <a:cs typeface="Calibri" pitchFamily="34" charset="-120"/>
              </a:rPr>
              <a:t>product_id","count</a:t>
            </a:r>
            <a:r>
              <a:rPr lang="en-US" sz="1400" spc="80" dirty="0">
                <a:solidFill>
                  <a:srgbClr val="2D3748"/>
                </a:solidFill>
                <a:latin typeface="Calibri" pitchFamily="34" charset="0"/>
                <a:ea typeface="Calibri" pitchFamily="34" charset="-122"/>
                <a:cs typeface="Calibri" pitchFamily="34" charset="-120"/>
              </a:rPr>
              <a:t>"))</a:t>
            </a:r>
            <a:endParaRPr lang="en-US" sz="1400" spc="80" dirty="0"/>
          </a:p>
          <a:p>
            <a:pPr>
              <a:lnSpc>
                <a:spcPct val="130000"/>
              </a:lnSpc>
            </a:pPr>
            <a:r>
              <a:rPr lang="en-US" sz="1400" spc="80" dirty="0">
                <a:solidFill>
                  <a:srgbClr val="2D3748"/>
                </a:solidFill>
                <a:latin typeface="Calibri" pitchFamily="34" charset="0"/>
                <a:ea typeface="Calibri" pitchFamily="34" charset="-122"/>
                <a:cs typeface="Calibri" pitchFamily="34" charset="-120"/>
              </a:rPr>
              <a:t>  .</a:t>
            </a:r>
            <a:r>
              <a:rPr lang="en-US" sz="1400" spc="80" dirty="0" err="1">
                <a:solidFill>
                  <a:srgbClr val="2D3748"/>
                </a:solidFill>
                <a:latin typeface="Calibri" pitchFamily="34" charset="0"/>
                <a:ea typeface="Calibri" pitchFamily="34" charset="-122"/>
                <a:cs typeface="Calibri" pitchFamily="34" charset="-120"/>
              </a:rPr>
              <a:t>sort_values</a:t>
            </a:r>
            <a:r>
              <a:rPr lang="en-US" sz="1400" spc="80" dirty="0">
                <a:solidFill>
                  <a:srgbClr val="2D3748"/>
                </a:solidFill>
                <a:latin typeface="Calibri" pitchFamily="34" charset="0"/>
                <a:ea typeface="Calibri" pitchFamily="34" charset="-122"/>
                <a:cs typeface="Calibri" pitchFamily="34" charset="-120"/>
              </a:rPr>
              <a:t>(["department","</a:t>
            </a:r>
            <a:r>
              <a:rPr lang="en-US" sz="1400" spc="80" dirty="0" err="1">
                <a:solidFill>
                  <a:srgbClr val="2D3748"/>
                </a:solidFill>
                <a:latin typeface="Calibri" pitchFamily="34" charset="0"/>
                <a:ea typeface="Calibri" pitchFamily="34" charset="-122"/>
                <a:cs typeface="Calibri" pitchFamily="34" charset="-120"/>
              </a:rPr>
              <a:t>total_products</a:t>
            </a:r>
            <a:r>
              <a:rPr lang="en-US" sz="1400" spc="80" dirty="0">
                <a:solidFill>
                  <a:srgbClr val="2D3748"/>
                </a:solidFill>
                <a:latin typeface="Calibri" pitchFamily="34" charset="0"/>
                <a:ea typeface="Calibri" pitchFamily="34" charset="-122"/>
                <a:cs typeface="Calibri" pitchFamily="34" charset="-120"/>
              </a:rPr>
              <a:t>"],</a:t>
            </a:r>
            <a:endParaRPr lang="en-US" sz="1400" spc="80" dirty="0"/>
          </a:p>
          <a:p>
            <a:pPr>
              <a:lnSpc>
                <a:spcPct val="130000"/>
              </a:lnSpc>
            </a:pPr>
            <a:r>
              <a:rPr lang="en-US" sz="1400" spc="80" dirty="0">
                <a:solidFill>
                  <a:srgbClr val="2D3748"/>
                </a:solidFill>
                <a:latin typeface="Calibri" pitchFamily="34" charset="0"/>
                <a:ea typeface="Calibri" pitchFamily="34" charset="-122"/>
                <a:cs typeface="Calibri" pitchFamily="34" charset="-120"/>
              </a:rPr>
              <a:t>    ascending=[</a:t>
            </a:r>
            <a:r>
              <a:rPr lang="en-US" sz="1400" spc="80" dirty="0" err="1">
                <a:solidFill>
                  <a:srgbClr val="2D3748"/>
                </a:solidFill>
                <a:latin typeface="Calibri" pitchFamily="34" charset="0"/>
                <a:ea typeface="Calibri" pitchFamily="34" charset="-122"/>
                <a:cs typeface="Calibri" pitchFamily="34" charset="-120"/>
              </a:rPr>
              <a:t>True,False</a:t>
            </a:r>
            <a:r>
              <a:rPr lang="en-US" sz="1400" spc="80" dirty="0">
                <a:solidFill>
                  <a:srgbClr val="2D3748"/>
                </a:solidFill>
                <a:latin typeface="Calibri" pitchFamily="34" charset="0"/>
                <a:ea typeface="Calibri" pitchFamily="34" charset="-122"/>
                <a:cs typeface="Calibri" pitchFamily="34" charset="-120"/>
              </a:rPr>
              <a:t>]))</a:t>
            </a:r>
            <a:endParaRPr lang="en-US" sz="1400" spc="80" dirty="0"/>
          </a:p>
        </p:txBody>
      </p:sp>
    </p:spTree>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 y="0"/>
            <a:ext cx="8001001" cy="9144000"/>
          </a:xfrm>
          <a:prstGeom prst="rect">
            <a:avLst/>
          </a:prstGeom>
          <a:solidFill>
            <a:srgbClr val="1B4F8F"/>
          </a:solidFill>
          <a:ln/>
        </p:spPr>
        <p:txBody>
          <a:bodyPr/>
          <a:lstStyle/>
          <a:p>
            <a:endParaRPr lang="en-IN"/>
          </a:p>
        </p:txBody>
      </p:sp>
      <p:sp>
        <p:nvSpPr>
          <p:cNvPr id="3" name="Text 1"/>
          <p:cNvSpPr/>
          <p:nvPr/>
        </p:nvSpPr>
        <p:spPr>
          <a:xfrm>
            <a:off x="762000" y="2540000"/>
            <a:ext cx="6096000" cy="1016000"/>
          </a:xfrm>
          <a:prstGeom prst="rect">
            <a:avLst/>
          </a:prstGeom>
          <a:noFill/>
          <a:ln/>
        </p:spPr>
        <p:txBody>
          <a:bodyPr wrap="none" lIns="0" tIns="0" rIns="0" bIns="0" rtlCol="0" anchor="ctr"/>
          <a:lstStyle/>
          <a:p>
            <a:pPr algn="l">
              <a:lnSpc>
                <a:spcPct val="120000"/>
              </a:lnSpc>
            </a:pPr>
            <a:r>
              <a:rPr lang="en-US" sz="7200" b="1" dirty="0">
                <a:solidFill>
                  <a:srgbClr val="FFFFFF"/>
                </a:solidFill>
                <a:latin typeface="Calibri" pitchFamily="34" charset="0"/>
                <a:ea typeface="Calibri" pitchFamily="34" charset="-122"/>
                <a:cs typeface="Calibri" pitchFamily="34" charset="-120"/>
              </a:rPr>
              <a:t>09</a:t>
            </a:r>
            <a:endParaRPr lang="en-US" sz="7200" dirty="0"/>
          </a:p>
        </p:txBody>
      </p:sp>
      <p:sp>
        <p:nvSpPr>
          <p:cNvPr id="4" name="Text 2"/>
          <p:cNvSpPr/>
          <p:nvPr/>
        </p:nvSpPr>
        <p:spPr>
          <a:xfrm>
            <a:off x="762000" y="3556000"/>
            <a:ext cx="6096000" cy="698500"/>
          </a:xfrm>
          <a:prstGeom prst="rect">
            <a:avLst/>
          </a:prstGeom>
          <a:noFill/>
          <a:ln/>
        </p:spPr>
        <p:txBody>
          <a:bodyPr wrap="none" lIns="0" tIns="0" rIns="0" bIns="0" rtlCol="0" anchor="ctr"/>
          <a:lstStyle/>
          <a:p>
            <a:pPr algn="l">
              <a:lnSpc>
                <a:spcPct val="120000"/>
              </a:lnSpc>
            </a:pPr>
            <a:r>
              <a:rPr lang="en-US" sz="4000" b="1" dirty="0">
                <a:solidFill>
                  <a:srgbClr val="FFFFFF"/>
                </a:solidFill>
                <a:latin typeface="Calibri" pitchFamily="34" charset="0"/>
                <a:ea typeface="Calibri" pitchFamily="34" charset="-122"/>
                <a:cs typeface="Calibri" pitchFamily="34" charset="-120"/>
              </a:rPr>
              <a:t>Power BI Dashboards</a:t>
            </a:r>
            <a:endParaRPr lang="en-US" sz="4000" dirty="0"/>
          </a:p>
        </p:txBody>
      </p:sp>
      <p:sp>
        <p:nvSpPr>
          <p:cNvPr id="5" name="Shape 3"/>
          <p:cNvSpPr/>
          <p:nvPr/>
        </p:nvSpPr>
        <p:spPr>
          <a:xfrm>
            <a:off x="762000" y="4381500"/>
            <a:ext cx="2540000" cy="38100"/>
          </a:xfrm>
          <a:prstGeom prst="rect">
            <a:avLst/>
          </a:prstGeom>
          <a:solidFill>
            <a:srgbClr val="FFFFFF"/>
          </a:solidFill>
          <a:ln/>
        </p:spPr>
        <p:txBody>
          <a:bodyPr/>
          <a:lstStyle/>
          <a:p>
            <a:endParaRPr lang="en-IN"/>
          </a:p>
        </p:txBody>
      </p:sp>
      <p:sp>
        <p:nvSpPr>
          <p:cNvPr id="6" name="Text 4"/>
          <p:cNvSpPr/>
          <p:nvPr/>
        </p:nvSpPr>
        <p:spPr>
          <a:xfrm>
            <a:off x="762000" y="4635500"/>
            <a:ext cx="6096000" cy="1016000"/>
          </a:xfrm>
          <a:prstGeom prst="rect">
            <a:avLst/>
          </a:prstGeom>
          <a:noFill/>
          <a:ln/>
        </p:spPr>
        <p:txBody>
          <a:bodyPr wrap="square" lIns="0" tIns="0" rIns="0" bIns="0" rtlCol="0" anchor="t"/>
          <a:lstStyle/>
          <a:p>
            <a:pPr algn="l">
              <a:lnSpc>
                <a:spcPct val="150000"/>
              </a:lnSpc>
            </a:pPr>
            <a:r>
              <a:rPr lang="en-US" sz="1800" dirty="0">
                <a:solidFill>
                  <a:srgbClr val="FFFFFF"/>
                </a:solidFill>
                <a:latin typeface="Calibri" pitchFamily="34" charset="0"/>
                <a:ea typeface="Calibri" pitchFamily="34" charset="-122"/>
                <a:cs typeface="Calibri" pitchFamily="34" charset="-120"/>
              </a:rPr>
              <a:t>Four Interactive Executive Dashboards for Stakeholder Self-Service</a:t>
            </a:r>
            <a:endParaRPr lang="en-US" sz="1800" dirty="0"/>
          </a:p>
        </p:txBody>
      </p:sp>
      <p:sp>
        <p:nvSpPr>
          <p:cNvPr id="7" name="Text 5"/>
          <p:cNvSpPr/>
          <p:nvPr/>
        </p:nvSpPr>
        <p:spPr>
          <a:xfrm>
            <a:off x="8255000" y="3302000"/>
            <a:ext cx="7239000" cy="1524000"/>
          </a:xfrm>
          <a:prstGeom prst="rect">
            <a:avLst/>
          </a:prstGeom>
          <a:noFill/>
          <a:ln/>
        </p:spPr>
        <p:txBody>
          <a:bodyPr wrap="square" lIns="0" tIns="0" rIns="0" bIns="0" rtlCol="0" anchor="ctr"/>
          <a:lstStyle/>
          <a:p>
            <a:pPr algn="l">
              <a:lnSpc>
                <a:spcPct val="160000"/>
              </a:lnSpc>
            </a:pPr>
            <a:r>
              <a:rPr lang="en-US" sz="1800" dirty="0">
                <a:solidFill>
                  <a:srgbClr val="2D3748"/>
                </a:solidFill>
                <a:latin typeface="Calibri" pitchFamily="34" charset="0"/>
                <a:ea typeface="Calibri" pitchFamily="34" charset="-122"/>
                <a:cs typeface="Calibri" pitchFamily="34" charset="-120"/>
              </a:rPr>
              <a:t>After completing SQL and Python analysis, </a:t>
            </a:r>
            <a:r>
              <a:rPr lang="en-US" sz="1800" b="1" dirty="0">
                <a:solidFill>
                  <a:srgbClr val="2D3748"/>
                </a:solidFill>
                <a:latin typeface="Calibri" pitchFamily="34" charset="0"/>
                <a:ea typeface="Calibri" pitchFamily="34" charset="-122"/>
                <a:cs typeface="Calibri" pitchFamily="34" charset="-120"/>
              </a:rPr>
              <a:t>four interactive dashboards</a:t>
            </a:r>
            <a:r>
              <a:rPr lang="en-US" sz="1800" dirty="0">
                <a:solidFill>
                  <a:srgbClr val="2D3748"/>
                </a:solidFill>
                <a:latin typeface="Calibri" pitchFamily="34" charset="0"/>
                <a:ea typeface="Calibri" pitchFamily="34" charset="-122"/>
                <a:cs typeface="Calibri" pitchFamily="34" charset="-120"/>
              </a:rPr>
              <a:t> were developed in Power BI to present findings in a clear, business-friendly format for non-technical stakeholders.</a:t>
            </a:r>
            <a:endParaRPr lang="en-US" sz="1800" dirty="0"/>
          </a:p>
        </p:txBody>
      </p:sp>
    </p:spTree>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62000" y="444500"/>
            <a:ext cx="12700000" cy="444500"/>
          </a:xfrm>
          <a:prstGeom prst="rect">
            <a:avLst/>
          </a:prstGeom>
          <a:noFill/>
          <a:ln/>
        </p:spPr>
        <p:txBody>
          <a:bodyPr wrap="none" lIns="0" tIns="0" rIns="0" bIns="0" rtlCol="0" anchor="ctr"/>
          <a:lstStyle/>
          <a:p>
            <a:pPr algn="l">
              <a:lnSpc>
                <a:spcPct val="130000"/>
              </a:lnSpc>
            </a:pPr>
            <a:r>
              <a:rPr lang="en-US" sz="2400" b="1" dirty="0">
                <a:solidFill>
                  <a:srgbClr val="2D3748"/>
                </a:solidFill>
                <a:latin typeface="Calibri" pitchFamily="34" charset="0"/>
                <a:ea typeface="Calibri" pitchFamily="34" charset="-122"/>
                <a:cs typeface="Calibri" pitchFamily="34" charset="-120"/>
              </a:rPr>
              <a:t>Power BI — Executive Business Analysis Dashboard</a:t>
            </a:r>
            <a:endParaRPr lang="en-US" sz="2400" dirty="0"/>
          </a:p>
        </p:txBody>
      </p:sp>
      <p:sp>
        <p:nvSpPr>
          <p:cNvPr id="3" name="Shape 1"/>
          <p:cNvSpPr/>
          <p:nvPr/>
        </p:nvSpPr>
        <p:spPr>
          <a:xfrm>
            <a:off x="762000" y="952500"/>
            <a:ext cx="14732000" cy="25400"/>
          </a:xfrm>
          <a:prstGeom prst="rect">
            <a:avLst/>
          </a:prstGeom>
          <a:solidFill>
            <a:srgbClr val="1B4F8F"/>
          </a:solidFill>
          <a:ln/>
        </p:spPr>
        <p:txBody>
          <a:bodyPr/>
          <a:lstStyle/>
          <a:p>
            <a:endParaRPr lang="en-IN"/>
          </a:p>
        </p:txBody>
      </p:sp>
      <p:sp>
        <p:nvSpPr>
          <p:cNvPr id="4" name="Text 2"/>
          <p:cNvSpPr/>
          <p:nvPr/>
        </p:nvSpPr>
        <p:spPr>
          <a:xfrm>
            <a:off x="762000" y="1079500"/>
            <a:ext cx="14732000" cy="698500"/>
          </a:xfrm>
          <a:prstGeom prst="rect">
            <a:avLst/>
          </a:prstGeom>
          <a:noFill/>
          <a:ln/>
        </p:spPr>
        <p:txBody>
          <a:bodyPr wrap="square" lIns="0" tIns="0" rIns="0" bIns="0" rtlCol="0" anchor="t"/>
          <a:lstStyle/>
          <a:p>
            <a:pPr algn="l">
              <a:lnSpc>
                <a:spcPct val="150000"/>
              </a:lnSpc>
            </a:pPr>
            <a:r>
              <a:rPr lang="en-US" sz="1500" dirty="0">
                <a:solidFill>
                  <a:srgbClr val="2D3748"/>
                </a:solidFill>
                <a:latin typeface="Calibri" pitchFamily="34" charset="0"/>
                <a:ea typeface="Calibri" pitchFamily="34" charset="-122"/>
                <a:cs typeface="Calibri" pitchFamily="34" charset="-120"/>
              </a:rPr>
              <a:t>Provides a </a:t>
            </a:r>
            <a:r>
              <a:rPr lang="en-US" sz="1500" b="1" dirty="0">
                <a:solidFill>
                  <a:srgbClr val="2D3748"/>
                </a:solidFill>
                <a:latin typeface="Calibri" pitchFamily="34" charset="0"/>
                <a:ea typeface="Calibri" pitchFamily="34" charset="-122"/>
                <a:cs typeface="Calibri" pitchFamily="34" charset="-120"/>
              </a:rPr>
              <a:t>high-level summary</a:t>
            </a:r>
            <a:r>
              <a:rPr lang="en-US" sz="1500" dirty="0">
                <a:solidFill>
                  <a:srgbClr val="2D3748"/>
                </a:solidFill>
                <a:latin typeface="Calibri" pitchFamily="34" charset="0"/>
                <a:ea typeface="Calibri" pitchFamily="34" charset="-122"/>
                <a:cs typeface="Calibri" pitchFamily="34" charset="-120"/>
              </a:rPr>
              <a:t> of the supermarket's overall performance. Combines key business metrics with product, customer, and order insights for quick management understanding.</a:t>
            </a:r>
            <a:endParaRPr lang="en-US" sz="1500" dirty="0"/>
          </a:p>
        </p:txBody>
      </p:sp>
      <p:sp>
        <p:nvSpPr>
          <p:cNvPr id="7" name="Text 5"/>
          <p:cNvSpPr/>
          <p:nvPr/>
        </p:nvSpPr>
        <p:spPr>
          <a:xfrm>
            <a:off x="762000" y="1518987"/>
            <a:ext cx="6350000" cy="228600"/>
          </a:xfrm>
          <a:prstGeom prst="rect">
            <a:avLst/>
          </a:prstGeom>
          <a:noFill/>
          <a:ln/>
        </p:spPr>
        <p:txBody>
          <a:bodyPr wrap="none" lIns="0" tIns="0" rIns="0" bIns="0" rtlCol="0" anchor="ctr"/>
          <a:lstStyle/>
          <a:p>
            <a:pPr algn="l">
              <a:lnSpc>
                <a:spcPct val="120000"/>
              </a:lnSpc>
            </a:pPr>
            <a:r>
              <a:rPr lang="en-US" sz="1200" b="1" dirty="0">
                <a:solidFill>
                  <a:srgbClr val="718096"/>
                </a:solidFill>
                <a:latin typeface="Calibri" pitchFamily="34" charset="0"/>
                <a:ea typeface="Calibri" pitchFamily="34" charset="-122"/>
                <a:cs typeface="Calibri" pitchFamily="34" charset="-120"/>
              </a:rPr>
              <a:t>EXECUTIVE BUSINESS ANALYSIS DASHBOARD</a:t>
            </a:r>
            <a:endParaRPr lang="en-US" sz="1200" dirty="0"/>
          </a:p>
        </p:txBody>
      </p:sp>
      <p:sp>
        <p:nvSpPr>
          <p:cNvPr id="11" name="Shape 9"/>
          <p:cNvSpPr/>
          <p:nvPr/>
        </p:nvSpPr>
        <p:spPr>
          <a:xfrm>
            <a:off x="762000" y="8763000"/>
            <a:ext cx="14732000" cy="25400"/>
          </a:xfrm>
          <a:prstGeom prst="rect">
            <a:avLst/>
          </a:prstGeom>
          <a:solidFill>
            <a:srgbClr val="1B4F8F"/>
          </a:solidFill>
          <a:ln/>
        </p:spPr>
        <p:txBody>
          <a:bodyPr/>
          <a:lstStyle/>
          <a:p>
            <a:endParaRPr lang="en-IN"/>
          </a:p>
        </p:txBody>
      </p:sp>
      <p:sp>
        <p:nvSpPr>
          <p:cNvPr id="12" name="Text 10"/>
          <p:cNvSpPr/>
          <p:nvPr/>
        </p:nvSpPr>
        <p:spPr>
          <a:xfrm>
            <a:off x="14478000" y="8826500"/>
            <a:ext cx="1016000" cy="254000"/>
          </a:xfrm>
          <a:prstGeom prst="rect">
            <a:avLst/>
          </a:prstGeom>
          <a:noFill/>
          <a:ln/>
        </p:spPr>
        <p:txBody>
          <a:bodyPr wrap="none" lIns="0" tIns="0" rIns="0" bIns="0" rtlCol="0" anchor="ctr"/>
          <a:lstStyle/>
          <a:p>
            <a:pPr algn="r">
              <a:lnSpc>
                <a:spcPct val="120000"/>
              </a:lnSpc>
            </a:pPr>
            <a:r>
              <a:rPr lang="en-US" sz="1200" dirty="0">
                <a:solidFill>
                  <a:srgbClr val="718096"/>
                </a:solidFill>
                <a:latin typeface="Calibri" pitchFamily="34" charset="0"/>
                <a:ea typeface="Calibri" pitchFamily="34" charset="-122"/>
                <a:cs typeface="Calibri" pitchFamily="34" charset="-120"/>
              </a:rPr>
              <a:t>50 / 55</a:t>
            </a:r>
            <a:endParaRPr lang="en-US" sz="1200" dirty="0"/>
          </a:p>
        </p:txBody>
      </p:sp>
      <p:pic>
        <p:nvPicPr>
          <p:cNvPr id="13" name="Picture 12">
            <a:extLst>
              <a:ext uri="{FF2B5EF4-FFF2-40B4-BE49-F238E27FC236}">
                <a16:creationId xmlns:a16="http://schemas.microsoft.com/office/drawing/2014/main" id="{9E663EAA-9FB8-480C-3A4A-5E132B521F4B}"/>
              </a:ext>
            </a:extLst>
          </p:cNvPr>
          <p:cNvPicPr>
            <a:picLocks noChangeAspect="1"/>
          </p:cNvPicPr>
          <p:nvPr/>
        </p:nvPicPr>
        <p:blipFill>
          <a:blip r:embed="rId3"/>
          <a:stretch>
            <a:fillRect/>
          </a:stretch>
        </p:blipFill>
        <p:spPr>
          <a:xfrm>
            <a:off x="1852863" y="1786986"/>
            <a:ext cx="12175289" cy="6774248"/>
          </a:xfrm>
          <a:prstGeom prst="rect">
            <a:avLst/>
          </a:prstGeom>
        </p:spPr>
      </p:pic>
    </p:spTree>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a:effectLst/>
      </p:bgPr>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5E8A9683-4658-6394-3FB4-B27168B6E694}"/>
              </a:ext>
            </a:extLst>
          </p:cNvPr>
          <p:cNvPicPr>
            <a:picLocks noChangeAspect="1"/>
          </p:cNvPicPr>
          <p:nvPr/>
        </p:nvPicPr>
        <p:blipFill>
          <a:blip r:embed="rId3"/>
          <a:stretch>
            <a:fillRect/>
          </a:stretch>
        </p:blipFill>
        <p:spPr>
          <a:xfrm>
            <a:off x="1852863" y="1747587"/>
            <a:ext cx="12175289" cy="6880861"/>
          </a:xfrm>
          <a:prstGeom prst="rect">
            <a:avLst/>
          </a:prstGeom>
        </p:spPr>
      </p:pic>
      <p:sp>
        <p:nvSpPr>
          <p:cNvPr id="2" name="Text 0"/>
          <p:cNvSpPr/>
          <p:nvPr/>
        </p:nvSpPr>
        <p:spPr>
          <a:xfrm>
            <a:off x="762000" y="444500"/>
            <a:ext cx="12700000" cy="444500"/>
          </a:xfrm>
          <a:prstGeom prst="rect">
            <a:avLst/>
          </a:prstGeom>
          <a:noFill/>
          <a:ln/>
        </p:spPr>
        <p:txBody>
          <a:bodyPr wrap="none" lIns="0" tIns="0" rIns="0" bIns="0" rtlCol="0" anchor="ctr"/>
          <a:lstStyle/>
          <a:p>
            <a:pPr algn="l">
              <a:lnSpc>
                <a:spcPct val="130000"/>
              </a:lnSpc>
            </a:pPr>
            <a:r>
              <a:rPr lang="en-US" sz="2400" b="1" dirty="0">
                <a:solidFill>
                  <a:srgbClr val="2D3748"/>
                </a:solidFill>
                <a:latin typeface="Calibri" pitchFamily="34" charset="0"/>
                <a:ea typeface="Calibri" pitchFamily="34" charset="-122"/>
                <a:cs typeface="Calibri" pitchFamily="34" charset="-120"/>
              </a:rPr>
              <a:t>Power BI — Customer Business Analysis Dashboard</a:t>
            </a:r>
            <a:endParaRPr lang="en-US" sz="2400" dirty="0"/>
          </a:p>
        </p:txBody>
      </p:sp>
      <p:sp>
        <p:nvSpPr>
          <p:cNvPr id="3" name="Shape 1"/>
          <p:cNvSpPr/>
          <p:nvPr/>
        </p:nvSpPr>
        <p:spPr>
          <a:xfrm>
            <a:off x="762000" y="952500"/>
            <a:ext cx="14732000" cy="25400"/>
          </a:xfrm>
          <a:prstGeom prst="rect">
            <a:avLst/>
          </a:prstGeom>
          <a:solidFill>
            <a:srgbClr val="1B4F8F"/>
          </a:solidFill>
          <a:ln/>
        </p:spPr>
        <p:txBody>
          <a:bodyPr/>
          <a:lstStyle/>
          <a:p>
            <a:endParaRPr lang="en-IN"/>
          </a:p>
        </p:txBody>
      </p:sp>
      <p:sp>
        <p:nvSpPr>
          <p:cNvPr id="4" name="Text 2"/>
          <p:cNvSpPr/>
          <p:nvPr/>
        </p:nvSpPr>
        <p:spPr>
          <a:xfrm>
            <a:off x="762000" y="1079500"/>
            <a:ext cx="14732000" cy="698500"/>
          </a:xfrm>
          <a:prstGeom prst="rect">
            <a:avLst/>
          </a:prstGeom>
          <a:noFill/>
          <a:ln/>
        </p:spPr>
        <p:txBody>
          <a:bodyPr wrap="square" lIns="0" tIns="0" rIns="0" bIns="0" rtlCol="0" anchor="t"/>
          <a:lstStyle/>
          <a:p>
            <a:pPr algn="l">
              <a:lnSpc>
                <a:spcPct val="150000"/>
              </a:lnSpc>
            </a:pPr>
            <a:r>
              <a:rPr lang="en-US" sz="1500" dirty="0">
                <a:solidFill>
                  <a:srgbClr val="2D3748"/>
                </a:solidFill>
                <a:latin typeface="Calibri" pitchFamily="34" charset="0"/>
                <a:ea typeface="Calibri" pitchFamily="34" charset="-122"/>
                <a:cs typeface="Calibri" pitchFamily="34" charset="-120"/>
              </a:rPr>
              <a:t>Focuses on </a:t>
            </a:r>
            <a:r>
              <a:rPr lang="en-US" sz="1500" b="1" dirty="0">
                <a:solidFill>
                  <a:srgbClr val="2D3748"/>
                </a:solidFill>
                <a:latin typeface="Calibri" pitchFamily="34" charset="0"/>
                <a:ea typeface="Calibri" pitchFamily="34" charset="-122"/>
                <a:cs typeface="Calibri" pitchFamily="34" charset="-120"/>
              </a:rPr>
              <a:t>customer purchasing behavior and shopping patterns</a:t>
            </a:r>
            <a:r>
              <a:rPr lang="en-US" sz="1500" dirty="0">
                <a:solidFill>
                  <a:srgbClr val="2D3748"/>
                </a:solidFill>
                <a:latin typeface="Calibri" pitchFamily="34" charset="0"/>
                <a:ea typeface="Calibri" pitchFamily="34" charset="-122"/>
                <a:cs typeface="Calibri" pitchFamily="34" charset="-120"/>
              </a:rPr>
              <a:t>. Provides insights into customer distribution, ordering habits, reorder behavior, and shopping trends across departments.</a:t>
            </a:r>
            <a:endParaRPr lang="en-US" sz="1500" dirty="0"/>
          </a:p>
        </p:txBody>
      </p:sp>
      <p:sp>
        <p:nvSpPr>
          <p:cNvPr id="11" name="Shape 9"/>
          <p:cNvSpPr/>
          <p:nvPr/>
        </p:nvSpPr>
        <p:spPr>
          <a:xfrm>
            <a:off x="762000" y="8763000"/>
            <a:ext cx="14732000" cy="25400"/>
          </a:xfrm>
          <a:prstGeom prst="rect">
            <a:avLst/>
          </a:prstGeom>
          <a:solidFill>
            <a:srgbClr val="1B4F8F"/>
          </a:solidFill>
          <a:ln/>
        </p:spPr>
        <p:txBody>
          <a:bodyPr/>
          <a:lstStyle/>
          <a:p>
            <a:endParaRPr lang="en-IN"/>
          </a:p>
        </p:txBody>
      </p:sp>
      <p:sp>
        <p:nvSpPr>
          <p:cNvPr id="12" name="Text 10"/>
          <p:cNvSpPr/>
          <p:nvPr/>
        </p:nvSpPr>
        <p:spPr>
          <a:xfrm>
            <a:off x="14478000" y="8826500"/>
            <a:ext cx="1016000" cy="254000"/>
          </a:xfrm>
          <a:prstGeom prst="rect">
            <a:avLst/>
          </a:prstGeom>
          <a:noFill/>
          <a:ln/>
        </p:spPr>
        <p:txBody>
          <a:bodyPr wrap="none" lIns="0" tIns="0" rIns="0" bIns="0" rtlCol="0" anchor="ctr"/>
          <a:lstStyle/>
          <a:p>
            <a:pPr algn="r">
              <a:lnSpc>
                <a:spcPct val="120000"/>
              </a:lnSpc>
            </a:pPr>
            <a:r>
              <a:rPr lang="en-US" sz="1200" dirty="0">
                <a:solidFill>
                  <a:srgbClr val="718096"/>
                </a:solidFill>
                <a:latin typeface="Calibri" pitchFamily="34" charset="0"/>
                <a:ea typeface="Calibri" pitchFamily="34" charset="-122"/>
                <a:cs typeface="Calibri" pitchFamily="34" charset="-120"/>
              </a:rPr>
              <a:t>51 / 55</a:t>
            </a:r>
            <a:endParaRPr lang="en-US" sz="1200" dirty="0"/>
          </a:p>
        </p:txBody>
      </p:sp>
      <p:sp>
        <p:nvSpPr>
          <p:cNvPr id="17" name="Text 5">
            <a:extLst>
              <a:ext uri="{FF2B5EF4-FFF2-40B4-BE49-F238E27FC236}">
                <a16:creationId xmlns:a16="http://schemas.microsoft.com/office/drawing/2014/main" id="{453D6BAB-D6B9-DD19-2D20-1969BB0ABE77}"/>
              </a:ext>
            </a:extLst>
          </p:cNvPr>
          <p:cNvSpPr/>
          <p:nvPr/>
        </p:nvSpPr>
        <p:spPr>
          <a:xfrm>
            <a:off x="762000" y="1518987"/>
            <a:ext cx="6350000" cy="228600"/>
          </a:xfrm>
          <a:prstGeom prst="rect">
            <a:avLst/>
          </a:prstGeom>
          <a:noFill/>
          <a:ln/>
        </p:spPr>
        <p:txBody>
          <a:bodyPr wrap="none" lIns="0" tIns="0" rIns="0" bIns="0" rtlCol="0" anchor="ctr"/>
          <a:lstStyle/>
          <a:p>
            <a:pPr>
              <a:lnSpc>
                <a:spcPct val="120000"/>
              </a:lnSpc>
            </a:pPr>
            <a:r>
              <a:rPr lang="en-US" sz="1200" b="1" dirty="0">
                <a:solidFill>
                  <a:srgbClr val="718096"/>
                </a:solidFill>
                <a:latin typeface="Calibri" pitchFamily="34" charset="0"/>
                <a:ea typeface="Calibri" pitchFamily="34" charset="-122"/>
                <a:cs typeface="Calibri" pitchFamily="34" charset="-120"/>
              </a:rPr>
              <a:t>CUSTOMER BUSINESS ANALYSIS DASHBOARD</a:t>
            </a:r>
            <a:endParaRPr lang="en-US" sz="1200" dirty="0"/>
          </a:p>
        </p:txBody>
      </p:sp>
    </p:spTree>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a:effectLst/>
      </p:bgPr>
    </p:bg>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394BD128-8405-0768-1D02-3B02EAA4ECD0}"/>
              </a:ext>
            </a:extLst>
          </p:cNvPr>
          <p:cNvPicPr>
            <a:picLocks noChangeAspect="1"/>
          </p:cNvPicPr>
          <p:nvPr/>
        </p:nvPicPr>
        <p:blipFill>
          <a:blip r:embed="rId3"/>
          <a:stretch>
            <a:fillRect/>
          </a:stretch>
        </p:blipFill>
        <p:spPr>
          <a:xfrm>
            <a:off x="1852863" y="1736558"/>
            <a:ext cx="12175289" cy="6899442"/>
          </a:xfrm>
          <a:prstGeom prst="rect">
            <a:avLst/>
          </a:prstGeom>
        </p:spPr>
      </p:pic>
      <p:sp>
        <p:nvSpPr>
          <p:cNvPr id="2" name="Text 0"/>
          <p:cNvSpPr/>
          <p:nvPr/>
        </p:nvSpPr>
        <p:spPr>
          <a:xfrm>
            <a:off x="762000" y="444500"/>
            <a:ext cx="12700000" cy="444500"/>
          </a:xfrm>
          <a:prstGeom prst="rect">
            <a:avLst/>
          </a:prstGeom>
          <a:noFill/>
          <a:ln/>
        </p:spPr>
        <p:txBody>
          <a:bodyPr wrap="none" lIns="0" tIns="0" rIns="0" bIns="0" rtlCol="0" anchor="ctr"/>
          <a:lstStyle/>
          <a:p>
            <a:pPr algn="l">
              <a:lnSpc>
                <a:spcPct val="130000"/>
              </a:lnSpc>
            </a:pPr>
            <a:r>
              <a:rPr lang="en-US" sz="2400" b="1" dirty="0">
                <a:solidFill>
                  <a:srgbClr val="2D3748"/>
                </a:solidFill>
                <a:latin typeface="Calibri" pitchFamily="34" charset="0"/>
                <a:ea typeface="Calibri" pitchFamily="34" charset="-122"/>
                <a:cs typeface="Calibri" pitchFamily="34" charset="-120"/>
              </a:rPr>
              <a:t>Power BI — Product Performance Analysis Dashboard</a:t>
            </a:r>
            <a:endParaRPr lang="en-US" sz="2400" dirty="0"/>
          </a:p>
        </p:txBody>
      </p:sp>
      <p:sp>
        <p:nvSpPr>
          <p:cNvPr id="3" name="Shape 1"/>
          <p:cNvSpPr/>
          <p:nvPr/>
        </p:nvSpPr>
        <p:spPr>
          <a:xfrm>
            <a:off x="762000" y="952500"/>
            <a:ext cx="14732000" cy="25400"/>
          </a:xfrm>
          <a:prstGeom prst="rect">
            <a:avLst/>
          </a:prstGeom>
          <a:solidFill>
            <a:srgbClr val="1B4F8F"/>
          </a:solidFill>
          <a:ln/>
        </p:spPr>
        <p:txBody>
          <a:bodyPr/>
          <a:lstStyle/>
          <a:p>
            <a:endParaRPr lang="en-IN"/>
          </a:p>
        </p:txBody>
      </p:sp>
      <p:sp>
        <p:nvSpPr>
          <p:cNvPr id="4" name="Text 2"/>
          <p:cNvSpPr/>
          <p:nvPr/>
        </p:nvSpPr>
        <p:spPr>
          <a:xfrm>
            <a:off x="762000" y="1079500"/>
            <a:ext cx="14732000" cy="698500"/>
          </a:xfrm>
          <a:prstGeom prst="rect">
            <a:avLst/>
          </a:prstGeom>
          <a:noFill/>
          <a:ln/>
        </p:spPr>
        <p:txBody>
          <a:bodyPr wrap="square" lIns="0" tIns="0" rIns="0" bIns="0" rtlCol="0" anchor="t"/>
          <a:lstStyle/>
          <a:p>
            <a:pPr algn="l">
              <a:lnSpc>
                <a:spcPct val="150000"/>
              </a:lnSpc>
            </a:pPr>
            <a:r>
              <a:rPr lang="en-US" sz="1500" dirty="0">
                <a:solidFill>
                  <a:srgbClr val="2D3748"/>
                </a:solidFill>
                <a:latin typeface="Calibri" pitchFamily="34" charset="0"/>
                <a:ea typeface="Calibri" pitchFamily="34" charset="-122"/>
                <a:cs typeface="Calibri" pitchFamily="34" charset="-120"/>
              </a:rPr>
              <a:t>Evaluates </a:t>
            </a:r>
            <a:r>
              <a:rPr lang="en-US" sz="1500" b="1" dirty="0">
                <a:solidFill>
                  <a:srgbClr val="2D3748"/>
                </a:solidFill>
                <a:latin typeface="Calibri" pitchFamily="34" charset="0"/>
                <a:ea typeface="Calibri" pitchFamily="34" charset="-122"/>
                <a:cs typeface="Calibri" pitchFamily="34" charset="-120"/>
              </a:rPr>
              <a:t>product-level performance</a:t>
            </a:r>
            <a:r>
              <a:rPr lang="en-US" sz="1500" dirty="0">
                <a:solidFill>
                  <a:srgbClr val="2D3748"/>
                </a:solidFill>
                <a:latin typeface="Calibri" pitchFamily="34" charset="0"/>
                <a:ea typeface="Calibri" pitchFamily="34" charset="-122"/>
                <a:cs typeface="Calibri" pitchFamily="34" charset="-120"/>
              </a:rPr>
              <a:t> by analyzing purchasing patterns, reorder behavior, and demand across departments. Highlights best-performing products and identify customer loyalty.</a:t>
            </a:r>
            <a:endParaRPr lang="en-US" sz="1500" dirty="0"/>
          </a:p>
        </p:txBody>
      </p:sp>
      <p:sp>
        <p:nvSpPr>
          <p:cNvPr id="11" name="Shape 9"/>
          <p:cNvSpPr/>
          <p:nvPr/>
        </p:nvSpPr>
        <p:spPr>
          <a:xfrm>
            <a:off x="762000" y="8763000"/>
            <a:ext cx="14732000" cy="25400"/>
          </a:xfrm>
          <a:prstGeom prst="rect">
            <a:avLst/>
          </a:prstGeom>
          <a:solidFill>
            <a:srgbClr val="1B4F8F"/>
          </a:solidFill>
          <a:ln/>
        </p:spPr>
        <p:txBody>
          <a:bodyPr/>
          <a:lstStyle/>
          <a:p>
            <a:endParaRPr lang="en-IN"/>
          </a:p>
        </p:txBody>
      </p:sp>
      <p:sp>
        <p:nvSpPr>
          <p:cNvPr id="12" name="Text 10"/>
          <p:cNvSpPr/>
          <p:nvPr/>
        </p:nvSpPr>
        <p:spPr>
          <a:xfrm>
            <a:off x="14478000" y="8826500"/>
            <a:ext cx="1016000" cy="254000"/>
          </a:xfrm>
          <a:prstGeom prst="rect">
            <a:avLst/>
          </a:prstGeom>
          <a:noFill/>
          <a:ln/>
        </p:spPr>
        <p:txBody>
          <a:bodyPr wrap="none" lIns="0" tIns="0" rIns="0" bIns="0" rtlCol="0" anchor="ctr"/>
          <a:lstStyle/>
          <a:p>
            <a:pPr algn="r">
              <a:lnSpc>
                <a:spcPct val="120000"/>
              </a:lnSpc>
            </a:pPr>
            <a:r>
              <a:rPr lang="en-US" sz="1200" dirty="0">
                <a:solidFill>
                  <a:srgbClr val="718096"/>
                </a:solidFill>
                <a:latin typeface="Calibri" pitchFamily="34" charset="0"/>
                <a:ea typeface="Calibri" pitchFamily="34" charset="-122"/>
                <a:cs typeface="Calibri" pitchFamily="34" charset="-120"/>
              </a:rPr>
              <a:t>52 / 55</a:t>
            </a:r>
            <a:endParaRPr lang="en-US" sz="1200" dirty="0"/>
          </a:p>
        </p:txBody>
      </p:sp>
      <p:sp>
        <p:nvSpPr>
          <p:cNvPr id="14" name="Text 5">
            <a:extLst>
              <a:ext uri="{FF2B5EF4-FFF2-40B4-BE49-F238E27FC236}">
                <a16:creationId xmlns:a16="http://schemas.microsoft.com/office/drawing/2014/main" id="{42C542FD-BA4A-AD31-0ACB-B870B545EE33}"/>
              </a:ext>
            </a:extLst>
          </p:cNvPr>
          <p:cNvSpPr/>
          <p:nvPr/>
        </p:nvSpPr>
        <p:spPr>
          <a:xfrm>
            <a:off x="762000" y="1518987"/>
            <a:ext cx="6350000" cy="228600"/>
          </a:xfrm>
          <a:prstGeom prst="rect">
            <a:avLst/>
          </a:prstGeom>
          <a:noFill/>
          <a:ln/>
        </p:spPr>
        <p:txBody>
          <a:bodyPr wrap="none" lIns="0" tIns="0" rIns="0" bIns="0" rtlCol="0" anchor="ctr"/>
          <a:lstStyle/>
          <a:p>
            <a:pPr>
              <a:lnSpc>
                <a:spcPct val="120000"/>
              </a:lnSpc>
            </a:pPr>
            <a:r>
              <a:rPr lang="en-US" sz="1200" b="1" dirty="0">
                <a:solidFill>
                  <a:srgbClr val="718096"/>
                </a:solidFill>
                <a:latin typeface="Calibri" pitchFamily="34" charset="0"/>
                <a:ea typeface="Calibri" pitchFamily="34" charset="-122"/>
                <a:cs typeface="Calibri" pitchFamily="34" charset="-120"/>
              </a:rPr>
              <a:t>PRODUCT PERFORMANCE ANALYSIS DASHBOARD</a:t>
            </a:r>
            <a:endParaRPr lang="en-US" sz="1200" dirty="0"/>
          </a:p>
        </p:txBody>
      </p:sp>
    </p:spTree>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a:effectLst/>
      </p:bgPr>
    </p:bg>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C6A9484E-BC12-6EF1-0B80-E79298B60539}"/>
              </a:ext>
            </a:extLst>
          </p:cNvPr>
          <p:cNvPicPr>
            <a:picLocks noChangeAspect="1"/>
          </p:cNvPicPr>
          <p:nvPr/>
        </p:nvPicPr>
        <p:blipFill>
          <a:blip r:embed="rId3"/>
          <a:stretch>
            <a:fillRect/>
          </a:stretch>
        </p:blipFill>
        <p:spPr>
          <a:xfrm>
            <a:off x="1852863" y="1778000"/>
            <a:ext cx="12175289" cy="6857999"/>
          </a:xfrm>
          <a:prstGeom prst="rect">
            <a:avLst/>
          </a:prstGeom>
        </p:spPr>
      </p:pic>
      <p:sp>
        <p:nvSpPr>
          <p:cNvPr id="2" name="Text 0"/>
          <p:cNvSpPr/>
          <p:nvPr/>
        </p:nvSpPr>
        <p:spPr>
          <a:xfrm>
            <a:off x="762000" y="444500"/>
            <a:ext cx="12700000" cy="444500"/>
          </a:xfrm>
          <a:prstGeom prst="rect">
            <a:avLst/>
          </a:prstGeom>
          <a:noFill/>
          <a:ln/>
        </p:spPr>
        <p:txBody>
          <a:bodyPr wrap="none" lIns="0" tIns="0" rIns="0" bIns="0" rtlCol="0" anchor="ctr"/>
          <a:lstStyle/>
          <a:p>
            <a:pPr algn="l">
              <a:lnSpc>
                <a:spcPct val="130000"/>
              </a:lnSpc>
            </a:pPr>
            <a:r>
              <a:rPr lang="en-US" sz="2400" b="1" dirty="0">
                <a:solidFill>
                  <a:srgbClr val="2D3748"/>
                </a:solidFill>
                <a:latin typeface="Calibri" pitchFamily="34" charset="0"/>
                <a:ea typeface="Calibri" pitchFamily="34" charset="-122"/>
                <a:cs typeface="Calibri" pitchFamily="34" charset="-120"/>
              </a:rPr>
              <a:t>Power BI — Department &amp; Category Analysis Dashboard</a:t>
            </a:r>
            <a:endParaRPr lang="en-US" sz="2400" dirty="0"/>
          </a:p>
        </p:txBody>
      </p:sp>
      <p:sp>
        <p:nvSpPr>
          <p:cNvPr id="3" name="Shape 1"/>
          <p:cNvSpPr/>
          <p:nvPr/>
        </p:nvSpPr>
        <p:spPr>
          <a:xfrm>
            <a:off x="762000" y="952500"/>
            <a:ext cx="14732000" cy="25400"/>
          </a:xfrm>
          <a:prstGeom prst="rect">
            <a:avLst/>
          </a:prstGeom>
          <a:solidFill>
            <a:srgbClr val="1B4F8F"/>
          </a:solidFill>
          <a:ln/>
        </p:spPr>
        <p:txBody>
          <a:bodyPr/>
          <a:lstStyle/>
          <a:p>
            <a:endParaRPr lang="en-IN"/>
          </a:p>
        </p:txBody>
      </p:sp>
      <p:sp>
        <p:nvSpPr>
          <p:cNvPr id="4" name="Text 2"/>
          <p:cNvSpPr/>
          <p:nvPr/>
        </p:nvSpPr>
        <p:spPr>
          <a:xfrm>
            <a:off x="762000" y="1079500"/>
            <a:ext cx="14732000" cy="698500"/>
          </a:xfrm>
          <a:prstGeom prst="rect">
            <a:avLst/>
          </a:prstGeom>
          <a:noFill/>
          <a:ln/>
        </p:spPr>
        <p:txBody>
          <a:bodyPr wrap="square" lIns="0" tIns="0" rIns="0" bIns="0" rtlCol="0" anchor="t"/>
          <a:lstStyle/>
          <a:p>
            <a:pPr algn="l">
              <a:lnSpc>
                <a:spcPct val="150000"/>
              </a:lnSpc>
            </a:pPr>
            <a:r>
              <a:rPr lang="en-US" sz="1500" dirty="0">
                <a:solidFill>
                  <a:srgbClr val="2D3748"/>
                </a:solidFill>
                <a:latin typeface="Calibri" pitchFamily="34" charset="0"/>
                <a:ea typeface="Calibri" pitchFamily="34" charset="-122"/>
                <a:cs typeface="Calibri" pitchFamily="34" charset="-120"/>
              </a:rPr>
              <a:t>Provides a </a:t>
            </a:r>
            <a:r>
              <a:rPr lang="en-US" sz="1500" b="1" dirty="0">
                <a:solidFill>
                  <a:srgbClr val="2D3748"/>
                </a:solidFill>
                <a:latin typeface="Calibri" pitchFamily="34" charset="0"/>
                <a:ea typeface="Calibri" pitchFamily="34" charset="-122"/>
                <a:cs typeface="Calibri" pitchFamily="34" charset="-120"/>
              </a:rPr>
              <a:t>detailed view of product distribution and customer engagement</a:t>
            </a:r>
            <a:r>
              <a:rPr lang="en-US" sz="1500" dirty="0">
                <a:solidFill>
                  <a:srgbClr val="2D3748"/>
                </a:solidFill>
                <a:latin typeface="Calibri" pitchFamily="34" charset="0"/>
                <a:ea typeface="Calibri" pitchFamily="34" charset="-122"/>
                <a:cs typeface="Calibri" pitchFamily="34" charset="-120"/>
              </a:rPr>
              <a:t> across departments and aisles. Helps evaluate category performance and identify high-performing departments</a:t>
            </a:r>
            <a:endParaRPr lang="en-US" sz="1500" dirty="0"/>
          </a:p>
        </p:txBody>
      </p:sp>
      <p:sp>
        <p:nvSpPr>
          <p:cNvPr id="11" name="Shape 9"/>
          <p:cNvSpPr/>
          <p:nvPr/>
        </p:nvSpPr>
        <p:spPr>
          <a:xfrm>
            <a:off x="762000" y="8763000"/>
            <a:ext cx="14732000" cy="25400"/>
          </a:xfrm>
          <a:prstGeom prst="rect">
            <a:avLst/>
          </a:prstGeom>
          <a:solidFill>
            <a:srgbClr val="1B4F8F"/>
          </a:solidFill>
          <a:ln/>
        </p:spPr>
        <p:txBody>
          <a:bodyPr/>
          <a:lstStyle/>
          <a:p>
            <a:endParaRPr lang="en-IN"/>
          </a:p>
        </p:txBody>
      </p:sp>
      <p:sp>
        <p:nvSpPr>
          <p:cNvPr id="12" name="Text 10"/>
          <p:cNvSpPr/>
          <p:nvPr/>
        </p:nvSpPr>
        <p:spPr>
          <a:xfrm>
            <a:off x="14478000" y="8826500"/>
            <a:ext cx="1016000" cy="254000"/>
          </a:xfrm>
          <a:prstGeom prst="rect">
            <a:avLst/>
          </a:prstGeom>
          <a:noFill/>
          <a:ln/>
        </p:spPr>
        <p:txBody>
          <a:bodyPr wrap="none" lIns="0" tIns="0" rIns="0" bIns="0" rtlCol="0" anchor="ctr"/>
          <a:lstStyle/>
          <a:p>
            <a:pPr algn="r">
              <a:lnSpc>
                <a:spcPct val="120000"/>
              </a:lnSpc>
            </a:pPr>
            <a:r>
              <a:rPr lang="en-US" sz="1200" dirty="0">
                <a:solidFill>
                  <a:srgbClr val="718096"/>
                </a:solidFill>
                <a:latin typeface="Calibri" pitchFamily="34" charset="0"/>
                <a:ea typeface="Calibri" pitchFamily="34" charset="-122"/>
                <a:cs typeface="Calibri" pitchFamily="34" charset="-120"/>
              </a:rPr>
              <a:t>53 / 55</a:t>
            </a:r>
            <a:endParaRPr lang="en-US" sz="1200" dirty="0"/>
          </a:p>
        </p:txBody>
      </p:sp>
      <p:sp>
        <p:nvSpPr>
          <p:cNvPr id="14" name="Text 5">
            <a:extLst>
              <a:ext uri="{FF2B5EF4-FFF2-40B4-BE49-F238E27FC236}">
                <a16:creationId xmlns:a16="http://schemas.microsoft.com/office/drawing/2014/main" id="{C7D3AA52-55D4-FC30-C03C-04B9EA08BE9E}"/>
              </a:ext>
            </a:extLst>
          </p:cNvPr>
          <p:cNvSpPr/>
          <p:nvPr/>
        </p:nvSpPr>
        <p:spPr>
          <a:xfrm>
            <a:off x="762000" y="1518987"/>
            <a:ext cx="6350000" cy="228600"/>
          </a:xfrm>
          <a:prstGeom prst="rect">
            <a:avLst/>
          </a:prstGeom>
          <a:noFill/>
          <a:ln/>
        </p:spPr>
        <p:txBody>
          <a:bodyPr wrap="none" lIns="0" tIns="0" rIns="0" bIns="0" rtlCol="0" anchor="ctr"/>
          <a:lstStyle/>
          <a:p>
            <a:pPr>
              <a:lnSpc>
                <a:spcPct val="120000"/>
              </a:lnSpc>
            </a:pPr>
            <a:r>
              <a:rPr lang="en-US" sz="1200" b="1" dirty="0">
                <a:solidFill>
                  <a:srgbClr val="718096"/>
                </a:solidFill>
                <a:latin typeface="Calibri" pitchFamily="34" charset="0"/>
                <a:ea typeface="Calibri" pitchFamily="34" charset="-122"/>
                <a:cs typeface="Calibri" pitchFamily="34" charset="-120"/>
              </a:rPr>
              <a:t>DEPARTMENT &amp; CATEGORY ANALYSIS DASHBOARD</a:t>
            </a:r>
            <a:endParaRPr lang="en-US" sz="1200" dirty="0"/>
          </a:p>
        </p:txBody>
      </p:sp>
    </p:spTree>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 y="0"/>
            <a:ext cx="8001001" cy="9144000"/>
          </a:xfrm>
          <a:prstGeom prst="rect">
            <a:avLst/>
          </a:prstGeom>
          <a:solidFill>
            <a:srgbClr val="1B4F8F"/>
          </a:solidFill>
          <a:ln/>
        </p:spPr>
        <p:txBody>
          <a:bodyPr/>
          <a:lstStyle/>
          <a:p>
            <a:endParaRPr lang="en-IN"/>
          </a:p>
        </p:txBody>
      </p:sp>
      <p:sp>
        <p:nvSpPr>
          <p:cNvPr id="3" name="Text 1"/>
          <p:cNvSpPr/>
          <p:nvPr/>
        </p:nvSpPr>
        <p:spPr>
          <a:xfrm>
            <a:off x="762000" y="2540000"/>
            <a:ext cx="6096000" cy="1016000"/>
          </a:xfrm>
          <a:prstGeom prst="rect">
            <a:avLst/>
          </a:prstGeom>
          <a:noFill/>
          <a:ln/>
        </p:spPr>
        <p:txBody>
          <a:bodyPr wrap="none" lIns="0" tIns="0" rIns="0" bIns="0" rtlCol="0" anchor="ctr"/>
          <a:lstStyle/>
          <a:p>
            <a:pPr algn="l">
              <a:lnSpc>
                <a:spcPct val="120000"/>
              </a:lnSpc>
            </a:pPr>
            <a:r>
              <a:rPr lang="en-US" sz="7200" b="1" dirty="0">
                <a:solidFill>
                  <a:srgbClr val="FFFFFF"/>
                </a:solidFill>
                <a:latin typeface="Calibri" pitchFamily="34" charset="0"/>
                <a:ea typeface="Calibri" pitchFamily="34" charset="-122"/>
                <a:cs typeface="Calibri" pitchFamily="34" charset="-120"/>
              </a:rPr>
              <a:t>10</a:t>
            </a:r>
            <a:endParaRPr lang="en-US" sz="7200" dirty="0"/>
          </a:p>
        </p:txBody>
      </p:sp>
      <p:sp>
        <p:nvSpPr>
          <p:cNvPr id="4" name="Text 2"/>
          <p:cNvSpPr/>
          <p:nvPr/>
        </p:nvSpPr>
        <p:spPr>
          <a:xfrm>
            <a:off x="762000" y="3556000"/>
            <a:ext cx="6096000" cy="698500"/>
          </a:xfrm>
          <a:prstGeom prst="rect">
            <a:avLst/>
          </a:prstGeom>
          <a:noFill/>
          <a:ln/>
        </p:spPr>
        <p:txBody>
          <a:bodyPr wrap="none" lIns="0" tIns="0" rIns="0" bIns="0" rtlCol="0" anchor="ctr"/>
          <a:lstStyle/>
          <a:p>
            <a:pPr algn="l">
              <a:lnSpc>
                <a:spcPct val="120000"/>
              </a:lnSpc>
            </a:pPr>
            <a:r>
              <a:rPr lang="en-US" sz="4000" b="1" dirty="0">
                <a:solidFill>
                  <a:srgbClr val="FFFFFF"/>
                </a:solidFill>
                <a:latin typeface="Calibri" pitchFamily="34" charset="0"/>
                <a:ea typeface="Calibri" pitchFamily="34" charset="-122"/>
                <a:cs typeface="Calibri" pitchFamily="34" charset="-120"/>
              </a:rPr>
              <a:t>Key Findings &amp; Business Insights</a:t>
            </a:r>
            <a:endParaRPr lang="en-US" sz="4000" dirty="0"/>
          </a:p>
        </p:txBody>
      </p:sp>
      <p:sp>
        <p:nvSpPr>
          <p:cNvPr id="5" name="Shape 3"/>
          <p:cNvSpPr/>
          <p:nvPr/>
        </p:nvSpPr>
        <p:spPr>
          <a:xfrm>
            <a:off x="762000" y="4381500"/>
            <a:ext cx="2540000" cy="38100"/>
          </a:xfrm>
          <a:prstGeom prst="rect">
            <a:avLst/>
          </a:prstGeom>
          <a:solidFill>
            <a:srgbClr val="FFFFFF"/>
          </a:solidFill>
          <a:ln/>
        </p:spPr>
        <p:txBody>
          <a:bodyPr/>
          <a:lstStyle/>
          <a:p>
            <a:endParaRPr lang="en-IN"/>
          </a:p>
        </p:txBody>
      </p:sp>
      <p:sp>
        <p:nvSpPr>
          <p:cNvPr id="6" name="Text 4"/>
          <p:cNvSpPr/>
          <p:nvPr/>
        </p:nvSpPr>
        <p:spPr>
          <a:xfrm>
            <a:off x="762000" y="4635500"/>
            <a:ext cx="6096000" cy="1016000"/>
          </a:xfrm>
          <a:prstGeom prst="rect">
            <a:avLst/>
          </a:prstGeom>
          <a:noFill/>
          <a:ln/>
        </p:spPr>
        <p:txBody>
          <a:bodyPr wrap="square" lIns="0" tIns="0" rIns="0" bIns="0" rtlCol="0" anchor="t"/>
          <a:lstStyle/>
          <a:p>
            <a:pPr algn="l">
              <a:lnSpc>
                <a:spcPct val="150000"/>
              </a:lnSpc>
            </a:pPr>
            <a:r>
              <a:rPr lang="en-US" sz="1800" dirty="0">
                <a:solidFill>
                  <a:srgbClr val="FFFFFF"/>
                </a:solidFill>
                <a:latin typeface="Calibri" pitchFamily="34" charset="0"/>
                <a:ea typeface="Calibri" pitchFamily="34" charset="-122"/>
                <a:cs typeface="Calibri" pitchFamily="34" charset="-120"/>
              </a:rPr>
              <a:t>Cross-Analysis Variables, Product Portfolio, Customer Base, Purchasing Behaviour, Product Loyalty, Demand &amp; Reordering Patterns</a:t>
            </a:r>
            <a:endParaRPr lang="en-US" sz="1800" dirty="0"/>
          </a:p>
        </p:txBody>
      </p:sp>
      <p:sp>
        <p:nvSpPr>
          <p:cNvPr id="7" name="Text 5"/>
          <p:cNvSpPr/>
          <p:nvPr/>
        </p:nvSpPr>
        <p:spPr>
          <a:xfrm>
            <a:off x="8255000" y="3302000"/>
            <a:ext cx="7239000" cy="1524000"/>
          </a:xfrm>
          <a:prstGeom prst="rect">
            <a:avLst/>
          </a:prstGeom>
          <a:noFill/>
          <a:ln/>
        </p:spPr>
        <p:txBody>
          <a:bodyPr wrap="square" lIns="0" tIns="0" rIns="0" bIns="0" rtlCol="0" anchor="ctr"/>
          <a:lstStyle/>
          <a:p>
            <a:pPr algn="l">
              <a:lnSpc>
                <a:spcPct val="160000"/>
              </a:lnSpc>
            </a:pPr>
            <a:r>
              <a:rPr lang="en-US" sz="1800" dirty="0">
                <a:solidFill>
                  <a:srgbClr val="2D3748"/>
                </a:solidFill>
                <a:latin typeface="Calibri" pitchFamily="34" charset="0"/>
                <a:ea typeface="Calibri" pitchFamily="34" charset="-122"/>
                <a:cs typeface="Calibri" pitchFamily="34" charset="-120"/>
              </a:rPr>
              <a:t>Cross-referencing </a:t>
            </a:r>
            <a:r>
              <a:rPr lang="en-US" sz="1800" b="1" dirty="0">
                <a:solidFill>
                  <a:srgbClr val="2D3748"/>
                </a:solidFill>
                <a:latin typeface="Calibri" pitchFamily="34" charset="0"/>
                <a:ea typeface="Calibri" pitchFamily="34" charset="-122"/>
                <a:cs typeface="Calibri" pitchFamily="34" charset="-120"/>
              </a:rPr>
              <a:t>SQL validation</a:t>
            </a:r>
            <a:r>
              <a:rPr lang="en-US" sz="1800" dirty="0">
                <a:solidFill>
                  <a:srgbClr val="2D3748"/>
                </a:solidFill>
                <a:latin typeface="Calibri" pitchFamily="34" charset="0"/>
                <a:ea typeface="Calibri" pitchFamily="34" charset="-122"/>
                <a:cs typeface="Calibri" pitchFamily="34" charset="-120"/>
              </a:rPr>
              <a:t>, </a:t>
            </a:r>
            <a:r>
              <a:rPr lang="en-US" sz="1800" b="1" dirty="0">
                <a:solidFill>
                  <a:srgbClr val="2D3748"/>
                </a:solidFill>
                <a:latin typeface="Calibri" pitchFamily="34" charset="0"/>
                <a:ea typeface="Calibri" pitchFamily="34" charset="-122"/>
                <a:cs typeface="Calibri" pitchFamily="34" charset="-120"/>
              </a:rPr>
              <a:t>Python behavioral analysis</a:t>
            </a:r>
            <a:r>
              <a:rPr lang="en-US" sz="1800" dirty="0">
                <a:solidFill>
                  <a:srgbClr val="2D3748"/>
                </a:solidFill>
                <a:latin typeface="Calibri" pitchFamily="34" charset="0"/>
                <a:ea typeface="Calibri" pitchFamily="34" charset="-122"/>
                <a:cs typeface="Calibri" pitchFamily="34" charset="-120"/>
              </a:rPr>
              <a:t>, and </a:t>
            </a:r>
            <a:r>
              <a:rPr lang="en-US" sz="1800" b="1" dirty="0">
                <a:solidFill>
                  <a:srgbClr val="2D3748"/>
                </a:solidFill>
                <a:latin typeface="Calibri" pitchFamily="34" charset="0"/>
                <a:ea typeface="Calibri" pitchFamily="34" charset="-122"/>
                <a:cs typeface="Calibri" pitchFamily="34" charset="-120"/>
              </a:rPr>
              <a:t>Power BI dashboards</a:t>
            </a:r>
            <a:r>
              <a:rPr lang="en-US" sz="1800" dirty="0">
                <a:solidFill>
                  <a:srgbClr val="2D3748"/>
                </a:solidFill>
                <a:latin typeface="Calibri" pitchFamily="34" charset="0"/>
                <a:ea typeface="Calibri" pitchFamily="34" charset="-122"/>
                <a:cs typeface="Calibri" pitchFamily="34" charset="-120"/>
              </a:rPr>
              <a:t> produced a consistent, triangulated view of the customer base and product performance.</a:t>
            </a:r>
            <a:endParaRPr lang="en-US" sz="1800" dirty="0"/>
          </a:p>
        </p:txBody>
      </p:sp>
    </p:spTree>
  </p:cSld>
  <p:clrMapOvr>
    <a:masterClrMapping/>
  </p:clrMapOvr>
  <p:transition>
    <p:fade/>
  </p:transition>
</p:sld>
</file>

<file path=ppt/slides/slide46.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62000" y="444500"/>
            <a:ext cx="11430000" cy="444500"/>
          </a:xfrm>
          <a:prstGeom prst="rect">
            <a:avLst/>
          </a:prstGeom>
          <a:noFill/>
          <a:ln/>
        </p:spPr>
        <p:txBody>
          <a:bodyPr wrap="none" lIns="0" tIns="0" rIns="0" bIns="0" rtlCol="0" anchor="ctr"/>
          <a:lstStyle/>
          <a:p>
            <a:pPr algn="l">
              <a:lnSpc>
                <a:spcPct val="130000"/>
              </a:lnSpc>
            </a:pPr>
            <a:r>
              <a:rPr lang="en-US" sz="2400" b="1" dirty="0">
                <a:solidFill>
                  <a:srgbClr val="2D3748"/>
                </a:solidFill>
                <a:latin typeface="Calibri" pitchFamily="34" charset="0"/>
                <a:ea typeface="Calibri" pitchFamily="34" charset="-122"/>
                <a:cs typeface="Calibri" pitchFamily="34" charset="-120"/>
              </a:rPr>
              <a:t>Key Variables from Cross Analysis</a:t>
            </a:r>
            <a:endParaRPr lang="en-US" sz="2400" dirty="0"/>
          </a:p>
        </p:txBody>
      </p:sp>
      <p:sp>
        <p:nvSpPr>
          <p:cNvPr id="3" name="Shape 1"/>
          <p:cNvSpPr/>
          <p:nvPr/>
        </p:nvSpPr>
        <p:spPr>
          <a:xfrm>
            <a:off x="762000" y="952500"/>
            <a:ext cx="14732000" cy="25400"/>
          </a:xfrm>
          <a:prstGeom prst="rect">
            <a:avLst/>
          </a:prstGeom>
          <a:solidFill>
            <a:srgbClr val="1B4F8F"/>
          </a:solidFill>
          <a:ln/>
        </p:spPr>
        <p:txBody>
          <a:bodyPr/>
          <a:lstStyle/>
          <a:p>
            <a:endParaRPr lang="en-IN"/>
          </a:p>
        </p:txBody>
      </p:sp>
      <p:sp>
        <p:nvSpPr>
          <p:cNvPr id="4" name="Text 2"/>
          <p:cNvSpPr/>
          <p:nvPr/>
        </p:nvSpPr>
        <p:spPr>
          <a:xfrm>
            <a:off x="762000" y="1280695"/>
            <a:ext cx="10058400" cy="571500"/>
          </a:xfrm>
          <a:prstGeom prst="rect">
            <a:avLst/>
          </a:prstGeom>
          <a:noFill/>
          <a:ln/>
        </p:spPr>
        <p:txBody>
          <a:bodyPr wrap="square" lIns="0" tIns="0" rIns="0" bIns="0" rtlCol="0" anchor="t"/>
          <a:lstStyle/>
          <a:p>
            <a:pPr algn="l">
              <a:lnSpc>
                <a:spcPct val="150000"/>
              </a:lnSpc>
            </a:pPr>
            <a:r>
              <a:rPr lang="en-US" sz="1500" dirty="0">
                <a:solidFill>
                  <a:srgbClr val="2D3748"/>
                </a:solidFill>
                <a:latin typeface="Calibri" pitchFamily="34" charset="0"/>
                <a:ea typeface="Calibri" pitchFamily="34" charset="-122"/>
                <a:cs typeface="Calibri" pitchFamily="34" charset="-120"/>
              </a:rPr>
              <a:t>Six key cross-analysis findings emerged from triangulating SQL validation, Python analysis, and Power BI dashboard data:</a:t>
            </a:r>
            <a:endParaRPr lang="en-US" sz="1500" dirty="0"/>
          </a:p>
        </p:txBody>
      </p:sp>
      <p:sp>
        <p:nvSpPr>
          <p:cNvPr id="5" name="Shape 3"/>
          <p:cNvSpPr/>
          <p:nvPr/>
        </p:nvSpPr>
        <p:spPr>
          <a:xfrm>
            <a:off x="762000" y="2197100"/>
            <a:ext cx="7175500" cy="1206500"/>
          </a:xfrm>
          <a:prstGeom prst="rect">
            <a:avLst/>
          </a:prstGeom>
          <a:solidFill>
            <a:srgbClr val="EDF2F7"/>
          </a:solidFill>
          <a:ln/>
        </p:spPr>
        <p:txBody>
          <a:bodyPr/>
          <a:lstStyle/>
          <a:p>
            <a:endParaRPr lang="en-IN"/>
          </a:p>
        </p:txBody>
      </p:sp>
      <p:sp>
        <p:nvSpPr>
          <p:cNvPr id="6" name="Shape 4"/>
          <p:cNvSpPr/>
          <p:nvPr/>
        </p:nvSpPr>
        <p:spPr>
          <a:xfrm>
            <a:off x="762000" y="2197100"/>
            <a:ext cx="50800" cy="1206500"/>
          </a:xfrm>
          <a:prstGeom prst="rect">
            <a:avLst/>
          </a:prstGeom>
          <a:solidFill>
            <a:srgbClr val="1B4F8F"/>
          </a:solidFill>
          <a:ln/>
        </p:spPr>
        <p:txBody>
          <a:bodyPr/>
          <a:lstStyle/>
          <a:p>
            <a:endParaRPr lang="en-IN"/>
          </a:p>
        </p:txBody>
      </p:sp>
      <p:sp>
        <p:nvSpPr>
          <p:cNvPr id="7" name="Text 5"/>
          <p:cNvSpPr/>
          <p:nvPr/>
        </p:nvSpPr>
        <p:spPr>
          <a:xfrm>
            <a:off x="952500" y="2260600"/>
            <a:ext cx="381000" cy="317500"/>
          </a:xfrm>
          <a:prstGeom prst="rect">
            <a:avLst/>
          </a:prstGeom>
          <a:noFill/>
          <a:ln/>
        </p:spPr>
        <p:txBody>
          <a:bodyPr wrap="none" lIns="0" tIns="0" rIns="0" bIns="0" rtlCol="0" anchor="ctr"/>
          <a:lstStyle/>
          <a:p>
            <a:pPr algn="ctr">
              <a:lnSpc>
                <a:spcPct val="120000"/>
              </a:lnSpc>
            </a:pPr>
            <a:r>
              <a:rPr lang="en-US" sz="1800" b="1" dirty="0">
                <a:solidFill>
                  <a:srgbClr val="1B4F8F"/>
                </a:solidFill>
                <a:latin typeface="Calibri" pitchFamily="34" charset="0"/>
                <a:ea typeface="Calibri" pitchFamily="34" charset="-122"/>
                <a:cs typeface="Calibri" pitchFamily="34" charset="-120"/>
              </a:rPr>
              <a:t>1</a:t>
            </a:r>
            <a:endParaRPr lang="en-US" sz="1800" dirty="0"/>
          </a:p>
        </p:txBody>
      </p:sp>
      <p:sp>
        <p:nvSpPr>
          <p:cNvPr id="8" name="Text 6"/>
          <p:cNvSpPr/>
          <p:nvPr/>
        </p:nvSpPr>
        <p:spPr>
          <a:xfrm>
            <a:off x="1371600" y="2260600"/>
            <a:ext cx="6261100" cy="1041400"/>
          </a:xfrm>
          <a:prstGeom prst="rect">
            <a:avLst/>
          </a:prstGeom>
          <a:noFill/>
          <a:ln/>
        </p:spPr>
        <p:txBody>
          <a:bodyPr wrap="square" lIns="0" tIns="0" rIns="0" bIns="0" rtlCol="0" anchor="t"/>
          <a:lstStyle/>
          <a:p>
            <a:pPr algn="just">
              <a:lnSpc>
                <a:spcPct val="145000"/>
              </a:lnSpc>
            </a:pPr>
            <a:r>
              <a:rPr lang="en-US" sz="1400" b="1" dirty="0">
                <a:solidFill>
                  <a:srgbClr val="2D3748"/>
                </a:solidFill>
                <a:latin typeface="Calibri" pitchFamily="34" charset="0"/>
                <a:ea typeface="Calibri" pitchFamily="34" charset="-122"/>
                <a:cs typeface="Calibri" pitchFamily="34" charset="-120"/>
              </a:rPr>
              <a:t>Assortment Loyalty:</a:t>
            </a:r>
            <a:r>
              <a:rPr lang="en-US" sz="1400" dirty="0">
                <a:solidFill>
                  <a:srgbClr val="2D3748"/>
                </a:solidFill>
                <a:latin typeface="Calibri" pitchFamily="34" charset="0"/>
                <a:ea typeface="Calibri" pitchFamily="34" charset="-122"/>
                <a:cs typeface="Calibri" pitchFamily="34" charset="-120"/>
              </a:rPr>
              <a:t> Departments with the largest product assortment are </a:t>
            </a:r>
            <a:r>
              <a:rPr lang="en-US" sz="1400" b="1" dirty="0">
                <a:solidFill>
                  <a:srgbClr val="2D3748"/>
                </a:solidFill>
                <a:latin typeface="Calibri" pitchFamily="34" charset="0"/>
                <a:ea typeface="Calibri" pitchFamily="34" charset="-122"/>
                <a:cs typeface="Calibri" pitchFamily="34" charset="-120"/>
              </a:rPr>
              <a:t>not necessarily</a:t>
            </a:r>
            <a:r>
              <a:rPr lang="en-US" sz="1400" dirty="0">
                <a:solidFill>
                  <a:srgbClr val="2D3748"/>
                </a:solidFill>
                <a:latin typeface="Calibri" pitchFamily="34" charset="0"/>
                <a:ea typeface="Calibri" pitchFamily="34" charset="-122"/>
                <a:cs typeface="Calibri" pitchFamily="34" charset="-120"/>
              </a:rPr>
              <a:t> those with highest reorder rates. A wider assortment does not automatically create stronger customer loyalty.</a:t>
            </a:r>
            <a:endParaRPr lang="en-US" sz="1400" dirty="0"/>
          </a:p>
        </p:txBody>
      </p:sp>
      <p:sp>
        <p:nvSpPr>
          <p:cNvPr id="9" name="Shape 7"/>
          <p:cNvSpPr/>
          <p:nvPr/>
        </p:nvSpPr>
        <p:spPr>
          <a:xfrm>
            <a:off x="8318500" y="2197100"/>
            <a:ext cx="7175500" cy="1206500"/>
          </a:xfrm>
          <a:prstGeom prst="rect">
            <a:avLst/>
          </a:prstGeom>
          <a:solidFill>
            <a:srgbClr val="EDF2F7"/>
          </a:solidFill>
          <a:ln/>
        </p:spPr>
        <p:txBody>
          <a:bodyPr/>
          <a:lstStyle/>
          <a:p>
            <a:endParaRPr lang="en-IN"/>
          </a:p>
        </p:txBody>
      </p:sp>
      <p:sp>
        <p:nvSpPr>
          <p:cNvPr id="10" name="Shape 8"/>
          <p:cNvSpPr/>
          <p:nvPr/>
        </p:nvSpPr>
        <p:spPr>
          <a:xfrm>
            <a:off x="8318500" y="2197100"/>
            <a:ext cx="50800" cy="1206500"/>
          </a:xfrm>
          <a:prstGeom prst="rect">
            <a:avLst/>
          </a:prstGeom>
          <a:solidFill>
            <a:srgbClr val="1B4F8F"/>
          </a:solidFill>
          <a:ln/>
        </p:spPr>
        <p:txBody>
          <a:bodyPr/>
          <a:lstStyle/>
          <a:p>
            <a:endParaRPr lang="en-IN"/>
          </a:p>
        </p:txBody>
      </p:sp>
      <p:sp>
        <p:nvSpPr>
          <p:cNvPr id="11" name="Text 9"/>
          <p:cNvSpPr/>
          <p:nvPr/>
        </p:nvSpPr>
        <p:spPr>
          <a:xfrm>
            <a:off x="8509000" y="2260600"/>
            <a:ext cx="381000" cy="317500"/>
          </a:xfrm>
          <a:prstGeom prst="rect">
            <a:avLst/>
          </a:prstGeom>
          <a:noFill/>
          <a:ln/>
        </p:spPr>
        <p:txBody>
          <a:bodyPr wrap="none" lIns="0" tIns="0" rIns="0" bIns="0" rtlCol="0" anchor="ctr"/>
          <a:lstStyle/>
          <a:p>
            <a:pPr algn="ctr">
              <a:lnSpc>
                <a:spcPct val="120000"/>
              </a:lnSpc>
            </a:pPr>
            <a:r>
              <a:rPr lang="en-US" sz="1800" b="1" dirty="0">
                <a:solidFill>
                  <a:srgbClr val="1B4F8F"/>
                </a:solidFill>
                <a:latin typeface="Calibri" pitchFamily="34" charset="0"/>
                <a:ea typeface="Calibri" pitchFamily="34" charset="-122"/>
                <a:cs typeface="Calibri" pitchFamily="34" charset="-120"/>
              </a:rPr>
              <a:t>2</a:t>
            </a:r>
            <a:endParaRPr lang="en-US" sz="1800" dirty="0"/>
          </a:p>
        </p:txBody>
      </p:sp>
      <p:sp>
        <p:nvSpPr>
          <p:cNvPr id="12" name="Text 10"/>
          <p:cNvSpPr/>
          <p:nvPr/>
        </p:nvSpPr>
        <p:spPr>
          <a:xfrm>
            <a:off x="8928100" y="2260600"/>
            <a:ext cx="6261100" cy="1041400"/>
          </a:xfrm>
          <a:prstGeom prst="rect">
            <a:avLst/>
          </a:prstGeom>
          <a:noFill/>
          <a:ln/>
        </p:spPr>
        <p:txBody>
          <a:bodyPr wrap="square" lIns="0" tIns="0" rIns="0" bIns="0" rtlCol="0" anchor="t"/>
          <a:lstStyle/>
          <a:p>
            <a:pPr algn="just">
              <a:lnSpc>
                <a:spcPct val="145000"/>
              </a:lnSpc>
            </a:pPr>
            <a:r>
              <a:rPr lang="en-US" sz="1400" b="1" dirty="0">
                <a:solidFill>
                  <a:srgbClr val="2D3748"/>
                </a:solidFill>
                <a:latin typeface="Calibri" pitchFamily="34" charset="0"/>
                <a:ea typeface="Calibri" pitchFamily="34" charset="-122"/>
                <a:cs typeface="Calibri" pitchFamily="34" charset="-120"/>
              </a:rPr>
              <a:t>Produce Punch:</a:t>
            </a:r>
            <a:r>
              <a:rPr lang="en-US" sz="1400" dirty="0">
                <a:solidFill>
                  <a:srgbClr val="2D3748"/>
                </a:solidFill>
                <a:latin typeface="Calibri" pitchFamily="34" charset="0"/>
                <a:ea typeface="Calibri" pitchFamily="34" charset="-122"/>
                <a:cs typeface="Calibri" pitchFamily="34" charset="-120"/>
              </a:rPr>
              <a:t> Produce has fewer products than Personal Care, yet serves the </a:t>
            </a:r>
            <a:r>
              <a:rPr lang="en-US" sz="1400" b="1" dirty="0">
                <a:solidFill>
                  <a:srgbClr val="2D3748"/>
                </a:solidFill>
                <a:latin typeface="Calibri" pitchFamily="34" charset="0"/>
                <a:ea typeface="Calibri" pitchFamily="34" charset="-122"/>
                <a:cs typeface="Calibri" pitchFamily="34" charset="-120"/>
              </a:rPr>
              <a:t>largest number of unique customers</a:t>
            </a:r>
            <a:r>
              <a:rPr lang="en-US" sz="1400" dirty="0">
                <a:solidFill>
                  <a:srgbClr val="2D3748"/>
                </a:solidFill>
                <a:latin typeface="Calibri" pitchFamily="34" charset="0"/>
                <a:ea typeface="Calibri" pitchFamily="34" charset="-122"/>
                <a:cs typeface="Calibri" pitchFamily="34" charset="-120"/>
              </a:rPr>
              <a:t> (22,303). Produce items are everyday essentials with broad appeal.</a:t>
            </a:r>
            <a:endParaRPr lang="en-US" sz="1400" dirty="0"/>
          </a:p>
        </p:txBody>
      </p:sp>
      <p:sp>
        <p:nvSpPr>
          <p:cNvPr id="13" name="Shape 11"/>
          <p:cNvSpPr/>
          <p:nvPr/>
        </p:nvSpPr>
        <p:spPr>
          <a:xfrm>
            <a:off x="762000" y="3594100"/>
            <a:ext cx="7175500" cy="1206500"/>
          </a:xfrm>
          <a:prstGeom prst="rect">
            <a:avLst/>
          </a:prstGeom>
          <a:solidFill>
            <a:srgbClr val="EDF2F7"/>
          </a:solidFill>
          <a:ln/>
        </p:spPr>
        <p:txBody>
          <a:bodyPr/>
          <a:lstStyle/>
          <a:p>
            <a:endParaRPr lang="en-IN"/>
          </a:p>
        </p:txBody>
      </p:sp>
      <p:sp>
        <p:nvSpPr>
          <p:cNvPr id="14" name="Shape 12"/>
          <p:cNvSpPr/>
          <p:nvPr/>
        </p:nvSpPr>
        <p:spPr>
          <a:xfrm>
            <a:off x="762000" y="3594100"/>
            <a:ext cx="50800" cy="1206500"/>
          </a:xfrm>
          <a:prstGeom prst="rect">
            <a:avLst/>
          </a:prstGeom>
          <a:solidFill>
            <a:srgbClr val="1B4F8F"/>
          </a:solidFill>
          <a:ln/>
        </p:spPr>
        <p:txBody>
          <a:bodyPr/>
          <a:lstStyle/>
          <a:p>
            <a:endParaRPr lang="en-IN"/>
          </a:p>
        </p:txBody>
      </p:sp>
      <p:sp>
        <p:nvSpPr>
          <p:cNvPr id="15" name="Text 13"/>
          <p:cNvSpPr/>
          <p:nvPr/>
        </p:nvSpPr>
        <p:spPr>
          <a:xfrm>
            <a:off x="952500" y="3657600"/>
            <a:ext cx="381000" cy="317500"/>
          </a:xfrm>
          <a:prstGeom prst="rect">
            <a:avLst/>
          </a:prstGeom>
          <a:noFill/>
          <a:ln/>
        </p:spPr>
        <p:txBody>
          <a:bodyPr wrap="none" lIns="0" tIns="0" rIns="0" bIns="0" rtlCol="0" anchor="ctr"/>
          <a:lstStyle/>
          <a:p>
            <a:pPr algn="ctr">
              <a:lnSpc>
                <a:spcPct val="120000"/>
              </a:lnSpc>
            </a:pPr>
            <a:r>
              <a:rPr lang="en-US" sz="1800" b="1" dirty="0">
                <a:solidFill>
                  <a:srgbClr val="1B4F8F"/>
                </a:solidFill>
                <a:latin typeface="Calibri" pitchFamily="34" charset="0"/>
                <a:ea typeface="Calibri" pitchFamily="34" charset="-122"/>
                <a:cs typeface="Calibri" pitchFamily="34" charset="-120"/>
              </a:rPr>
              <a:t>3</a:t>
            </a:r>
            <a:endParaRPr lang="en-US" sz="1800" dirty="0"/>
          </a:p>
        </p:txBody>
      </p:sp>
      <p:sp>
        <p:nvSpPr>
          <p:cNvPr id="16" name="Text 14"/>
          <p:cNvSpPr/>
          <p:nvPr/>
        </p:nvSpPr>
        <p:spPr>
          <a:xfrm>
            <a:off x="1371600" y="3657600"/>
            <a:ext cx="6261100" cy="1041400"/>
          </a:xfrm>
          <a:prstGeom prst="rect">
            <a:avLst/>
          </a:prstGeom>
          <a:noFill/>
          <a:ln/>
        </p:spPr>
        <p:txBody>
          <a:bodyPr wrap="square" lIns="0" tIns="0" rIns="0" bIns="0" rtlCol="0" anchor="t"/>
          <a:lstStyle/>
          <a:p>
            <a:pPr algn="just">
              <a:lnSpc>
                <a:spcPct val="145000"/>
              </a:lnSpc>
            </a:pPr>
            <a:r>
              <a:rPr lang="en-US" sz="1400" b="1" dirty="0">
                <a:solidFill>
                  <a:srgbClr val="2D3748"/>
                </a:solidFill>
                <a:latin typeface="Calibri" pitchFamily="34" charset="0"/>
                <a:ea typeface="Calibri" pitchFamily="34" charset="-122"/>
                <a:cs typeface="Calibri" pitchFamily="34" charset="-120"/>
              </a:rPr>
              <a:t>Organic Loyalty:</a:t>
            </a:r>
            <a:r>
              <a:rPr lang="en-US" sz="1400" dirty="0">
                <a:solidFill>
                  <a:srgbClr val="2D3748"/>
                </a:solidFill>
                <a:latin typeface="Calibri" pitchFamily="34" charset="0"/>
                <a:ea typeface="Calibri" pitchFamily="34" charset="-122"/>
                <a:cs typeface="Calibri" pitchFamily="34" charset="-120"/>
              </a:rPr>
              <a:t> Organic dairy products consistently appear among the highest reorder-rate products. Customers who buy organic dairy are </a:t>
            </a:r>
            <a:r>
              <a:rPr lang="en-US" sz="1400" b="1" dirty="0">
                <a:solidFill>
                  <a:srgbClr val="2D3748"/>
                </a:solidFill>
                <a:latin typeface="Calibri" pitchFamily="34" charset="0"/>
                <a:ea typeface="Calibri" pitchFamily="34" charset="-122"/>
                <a:cs typeface="Calibri" pitchFamily="34" charset="-120"/>
              </a:rPr>
              <a:t>highly loyal</a:t>
            </a:r>
            <a:r>
              <a:rPr lang="en-US" sz="1400" dirty="0">
                <a:solidFill>
                  <a:srgbClr val="2D3748"/>
                </a:solidFill>
                <a:latin typeface="Calibri" pitchFamily="34" charset="0"/>
                <a:ea typeface="Calibri" pitchFamily="34" charset="-122"/>
                <a:cs typeface="Calibri" pitchFamily="34" charset="-120"/>
              </a:rPr>
              <a:t> with repeat purchase rates exceeding 85%.</a:t>
            </a:r>
            <a:endParaRPr lang="en-US" sz="1400" dirty="0"/>
          </a:p>
        </p:txBody>
      </p:sp>
      <p:sp>
        <p:nvSpPr>
          <p:cNvPr id="17" name="Shape 15"/>
          <p:cNvSpPr/>
          <p:nvPr/>
        </p:nvSpPr>
        <p:spPr>
          <a:xfrm>
            <a:off x="8318500" y="3594100"/>
            <a:ext cx="7175500" cy="1206500"/>
          </a:xfrm>
          <a:prstGeom prst="rect">
            <a:avLst/>
          </a:prstGeom>
          <a:solidFill>
            <a:srgbClr val="EDF2F7"/>
          </a:solidFill>
          <a:ln/>
        </p:spPr>
        <p:txBody>
          <a:bodyPr/>
          <a:lstStyle/>
          <a:p>
            <a:endParaRPr lang="en-IN"/>
          </a:p>
        </p:txBody>
      </p:sp>
      <p:sp>
        <p:nvSpPr>
          <p:cNvPr id="18" name="Shape 16"/>
          <p:cNvSpPr/>
          <p:nvPr/>
        </p:nvSpPr>
        <p:spPr>
          <a:xfrm>
            <a:off x="8318500" y="3594100"/>
            <a:ext cx="50800" cy="1206500"/>
          </a:xfrm>
          <a:prstGeom prst="rect">
            <a:avLst/>
          </a:prstGeom>
          <a:solidFill>
            <a:srgbClr val="1B4F8F"/>
          </a:solidFill>
          <a:ln/>
        </p:spPr>
        <p:txBody>
          <a:bodyPr/>
          <a:lstStyle/>
          <a:p>
            <a:endParaRPr lang="en-IN"/>
          </a:p>
        </p:txBody>
      </p:sp>
      <p:sp>
        <p:nvSpPr>
          <p:cNvPr id="19" name="Text 17"/>
          <p:cNvSpPr/>
          <p:nvPr/>
        </p:nvSpPr>
        <p:spPr>
          <a:xfrm>
            <a:off x="8509000" y="3657600"/>
            <a:ext cx="381000" cy="317500"/>
          </a:xfrm>
          <a:prstGeom prst="rect">
            <a:avLst/>
          </a:prstGeom>
          <a:noFill/>
          <a:ln/>
        </p:spPr>
        <p:txBody>
          <a:bodyPr wrap="none" lIns="0" tIns="0" rIns="0" bIns="0" rtlCol="0" anchor="ctr"/>
          <a:lstStyle/>
          <a:p>
            <a:pPr algn="ctr">
              <a:lnSpc>
                <a:spcPct val="120000"/>
              </a:lnSpc>
            </a:pPr>
            <a:r>
              <a:rPr lang="en-US" sz="1800" b="1" dirty="0">
                <a:solidFill>
                  <a:srgbClr val="1B4F8F"/>
                </a:solidFill>
                <a:latin typeface="Calibri" pitchFamily="34" charset="0"/>
                <a:ea typeface="Calibri" pitchFamily="34" charset="-122"/>
                <a:cs typeface="Calibri" pitchFamily="34" charset="-120"/>
              </a:rPr>
              <a:t>4</a:t>
            </a:r>
            <a:endParaRPr lang="en-US" sz="1800" dirty="0"/>
          </a:p>
        </p:txBody>
      </p:sp>
      <p:sp>
        <p:nvSpPr>
          <p:cNvPr id="20" name="Text 18"/>
          <p:cNvSpPr/>
          <p:nvPr/>
        </p:nvSpPr>
        <p:spPr>
          <a:xfrm>
            <a:off x="8928100" y="3657600"/>
            <a:ext cx="6261100" cy="1041400"/>
          </a:xfrm>
          <a:prstGeom prst="rect">
            <a:avLst/>
          </a:prstGeom>
          <a:noFill/>
          <a:ln/>
        </p:spPr>
        <p:txBody>
          <a:bodyPr wrap="square" lIns="0" tIns="0" rIns="0" bIns="0" rtlCol="0" anchor="t"/>
          <a:lstStyle/>
          <a:p>
            <a:pPr algn="just">
              <a:lnSpc>
                <a:spcPct val="145000"/>
              </a:lnSpc>
            </a:pPr>
            <a:r>
              <a:rPr lang="en-US" sz="1400" b="1" dirty="0">
                <a:solidFill>
                  <a:srgbClr val="2D3748"/>
                </a:solidFill>
                <a:latin typeface="Calibri" pitchFamily="34" charset="0"/>
                <a:ea typeface="Calibri" pitchFamily="34" charset="-122"/>
                <a:cs typeface="Calibri" pitchFamily="34" charset="-120"/>
              </a:rPr>
              <a:t>Planned Shopping:</a:t>
            </a:r>
            <a:r>
              <a:rPr lang="en-US" sz="1400" dirty="0">
                <a:solidFill>
                  <a:srgbClr val="2D3748"/>
                </a:solidFill>
                <a:latin typeface="Calibri" pitchFamily="34" charset="0"/>
                <a:ea typeface="Calibri" pitchFamily="34" charset="-122"/>
                <a:cs typeface="Calibri" pitchFamily="34" charset="-120"/>
              </a:rPr>
              <a:t> Peak hours (10 AM-3 PM) align with medium basket sizes (~10 products), indicating customers are doing </a:t>
            </a:r>
            <a:r>
              <a:rPr lang="en-US" sz="1400" b="1" dirty="0">
                <a:solidFill>
                  <a:srgbClr val="2D3748"/>
                </a:solidFill>
                <a:latin typeface="Calibri" pitchFamily="34" charset="0"/>
                <a:ea typeface="Calibri" pitchFamily="34" charset="-122"/>
                <a:cs typeface="Calibri" pitchFamily="34" charset="-120"/>
              </a:rPr>
              <a:t>planned grocery shopping</a:t>
            </a:r>
            <a:r>
              <a:rPr lang="en-US" sz="1400" dirty="0">
                <a:solidFill>
                  <a:srgbClr val="2D3748"/>
                </a:solidFill>
                <a:latin typeface="Calibri" pitchFamily="34" charset="0"/>
                <a:ea typeface="Calibri" pitchFamily="34" charset="-122"/>
                <a:cs typeface="Calibri" pitchFamily="34" charset="-120"/>
              </a:rPr>
              <a:t> rather than impulse purchases.</a:t>
            </a:r>
            <a:endParaRPr lang="en-US" sz="1400" dirty="0"/>
          </a:p>
        </p:txBody>
      </p:sp>
      <p:sp>
        <p:nvSpPr>
          <p:cNvPr id="21" name="Shape 19"/>
          <p:cNvSpPr/>
          <p:nvPr/>
        </p:nvSpPr>
        <p:spPr>
          <a:xfrm>
            <a:off x="762000" y="4991100"/>
            <a:ext cx="7175500" cy="1206500"/>
          </a:xfrm>
          <a:prstGeom prst="rect">
            <a:avLst/>
          </a:prstGeom>
          <a:solidFill>
            <a:srgbClr val="EDF2F7"/>
          </a:solidFill>
          <a:ln/>
        </p:spPr>
        <p:txBody>
          <a:bodyPr/>
          <a:lstStyle/>
          <a:p>
            <a:endParaRPr lang="en-IN"/>
          </a:p>
        </p:txBody>
      </p:sp>
      <p:sp>
        <p:nvSpPr>
          <p:cNvPr id="22" name="Shape 20"/>
          <p:cNvSpPr/>
          <p:nvPr/>
        </p:nvSpPr>
        <p:spPr>
          <a:xfrm>
            <a:off x="762000" y="4991100"/>
            <a:ext cx="50800" cy="1206500"/>
          </a:xfrm>
          <a:prstGeom prst="rect">
            <a:avLst/>
          </a:prstGeom>
          <a:solidFill>
            <a:srgbClr val="1B4F8F"/>
          </a:solidFill>
          <a:ln/>
        </p:spPr>
        <p:txBody>
          <a:bodyPr/>
          <a:lstStyle/>
          <a:p>
            <a:endParaRPr lang="en-IN"/>
          </a:p>
        </p:txBody>
      </p:sp>
      <p:sp>
        <p:nvSpPr>
          <p:cNvPr id="23" name="Text 21"/>
          <p:cNvSpPr/>
          <p:nvPr/>
        </p:nvSpPr>
        <p:spPr>
          <a:xfrm>
            <a:off x="952500" y="5054600"/>
            <a:ext cx="381000" cy="317500"/>
          </a:xfrm>
          <a:prstGeom prst="rect">
            <a:avLst/>
          </a:prstGeom>
          <a:noFill/>
          <a:ln/>
        </p:spPr>
        <p:txBody>
          <a:bodyPr wrap="none" lIns="0" tIns="0" rIns="0" bIns="0" rtlCol="0" anchor="ctr"/>
          <a:lstStyle/>
          <a:p>
            <a:pPr algn="ctr">
              <a:lnSpc>
                <a:spcPct val="120000"/>
              </a:lnSpc>
            </a:pPr>
            <a:r>
              <a:rPr lang="en-US" sz="1800" b="1" dirty="0">
                <a:solidFill>
                  <a:srgbClr val="1B4F8F"/>
                </a:solidFill>
                <a:latin typeface="Calibri" pitchFamily="34" charset="0"/>
                <a:ea typeface="Calibri" pitchFamily="34" charset="-122"/>
                <a:cs typeface="Calibri" pitchFamily="34" charset="-120"/>
              </a:rPr>
              <a:t>5</a:t>
            </a:r>
            <a:endParaRPr lang="en-US" sz="1800" dirty="0"/>
          </a:p>
        </p:txBody>
      </p:sp>
      <p:sp>
        <p:nvSpPr>
          <p:cNvPr id="24" name="Text 22"/>
          <p:cNvSpPr/>
          <p:nvPr/>
        </p:nvSpPr>
        <p:spPr>
          <a:xfrm>
            <a:off x="1371600" y="5054600"/>
            <a:ext cx="6261100" cy="1041400"/>
          </a:xfrm>
          <a:prstGeom prst="rect">
            <a:avLst/>
          </a:prstGeom>
          <a:noFill/>
          <a:ln/>
        </p:spPr>
        <p:txBody>
          <a:bodyPr wrap="square" lIns="0" tIns="0" rIns="0" bIns="0" rtlCol="0" anchor="t"/>
          <a:lstStyle/>
          <a:p>
            <a:pPr algn="just">
              <a:lnSpc>
                <a:spcPct val="145000"/>
              </a:lnSpc>
            </a:pPr>
            <a:r>
              <a:rPr lang="en-US" sz="1400" b="1" dirty="0">
                <a:solidFill>
                  <a:srgbClr val="2D3748"/>
                </a:solidFill>
                <a:latin typeface="Calibri" pitchFamily="34" charset="0"/>
                <a:ea typeface="Calibri" pitchFamily="34" charset="-122"/>
                <a:cs typeface="Calibri" pitchFamily="34" charset="-120"/>
              </a:rPr>
              <a:t>Fresh Produce Dominance:</a:t>
            </a:r>
            <a:r>
              <a:rPr lang="en-US" sz="1400" dirty="0">
                <a:solidFill>
                  <a:srgbClr val="2D3748"/>
                </a:solidFill>
                <a:latin typeface="Calibri" pitchFamily="34" charset="0"/>
                <a:ea typeface="Calibri" pitchFamily="34" charset="-122"/>
                <a:cs typeface="Calibri" pitchFamily="34" charset="-120"/>
              </a:rPr>
              <a:t> Fresh produce dominates both </a:t>
            </a:r>
            <a:r>
              <a:rPr lang="en-US" sz="1400" b="1" dirty="0">
                <a:solidFill>
                  <a:srgbClr val="2D3748"/>
                </a:solidFill>
                <a:latin typeface="Calibri" pitchFamily="34" charset="0"/>
                <a:ea typeface="Calibri" pitchFamily="34" charset="-122"/>
                <a:cs typeface="Calibri" pitchFamily="34" charset="-120"/>
              </a:rPr>
              <a:t>most-ordered</a:t>
            </a:r>
            <a:r>
              <a:rPr lang="en-US" sz="1400" dirty="0">
                <a:solidFill>
                  <a:srgbClr val="2D3748"/>
                </a:solidFill>
                <a:latin typeface="Calibri" pitchFamily="34" charset="0"/>
                <a:ea typeface="Calibri" pitchFamily="34" charset="-122"/>
                <a:cs typeface="Calibri" pitchFamily="34" charset="-120"/>
              </a:rPr>
              <a:t> and </a:t>
            </a:r>
            <a:r>
              <a:rPr lang="en-US" sz="1400" b="1" dirty="0">
                <a:solidFill>
                  <a:srgbClr val="2D3748"/>
                </a:solidFill>
                <a:latin typeface="Calibri" pitchFamily="34" charset="0"/>
                <a:ea typeface="Calibri" pitchFamily="34" charset="-122"/>
                <a:cs typeface="Calibri" pitchFamily="34" charset="-120"/>
              </a:rPr>
              <a:t>most-reordered</a:t>
            </a:r>
            <a:r>
              <a:rPr lang="en-US" sz="1400" dirty="0">
                <a:solidFill>
                  <a:srgbClr val="2D3748"/>
                </a:solidFill>
                <a:latin typeface="Calibri" pitchFamily="34" charset="0"/>
                <a:ea typeface="Calibri" pitchFamily="34" charset="-122"/>
                <a:cs typeface="Calibri" pitchFamily="34" charset="-120"/>
              </a:rPr>
              <a:t> products, reinforcing its importance in overall store performance and customer retention.</a:t>
            </a:r>
            <a:endParaRPr lang="en-US" sz="1400" dirty="0"/>
          </a:p>
        </p:txBody>
      </p:sp>
      <p:sp>
        <p:nvSpPr>
          <p:cNvPr id="25" name="Shape 23"/>
          <p:cNvSpPr/>
          <p:nvPr/>
        </p:nvSpPr>
        <p:spPr>
          <a:xfrm>
            <a:off x="8318500" y="4991100"/>
            <a:ext cx="7175500" cy="1206500"/>
          </a:xfrm>
          <a:prstGeom prst="rect">
            <a:avLst/>
          </a:prstGeom>
          <a:solidFill>
            <a:srgbClr val="EDF2F7"/>
          </a:solidFill>
          <a:ln/>
        </p:spPr>
        <p:txBody>
          <a:bodyPr/>
          <a:lstStyle/>
          <a:p>
            <a:endParaRPr lang="en-IN"/>
          </a:p>
        </p:txBody>
      </p:sp>
      <p:sp>
        <p:nvSpPr>
          <p:cNvPr id="26" name="Shape 24"/>
          <p:cNvSpPr/>
          <p:nvPr/>
        </p:nvSpPr>
        <p:spPr>
          <a:xfrm>
            <a:off x="8318500" y="4991100"/>
            <a:ext cx="50800" cy="1206500"/>
          </a:xfrm>
          <a:prstGeom prst="rect">
            <a:avLst/>
          </a:prstGeom>
          <a:solidFill>
            <a:srgbClr val="1B4F8F"/>
          </a:solidFill>
          <a:ln/>
        </p:spPr>
        <p:txBody>
          <a:bodyPr/>
          <a:lstStyle/>
          <a:p>
            <a:endParaRPr lang="en-IN"/>
          </a:p>
        </p:txBody>
      </p:sp>
      <p:sp>
        <p:nvSpPr>
          <p:cNvPr id="27" name="Text 25"/>
          <p:cNvSpPr/>
          <p:nvPr/>
        </p:nvSpPr>
        <p:spPr>
          <a:xfrm>
            <a:off x="8509000" y="5054600"/>
            <a:ext cx="381000" cy="317500"/>
          </a:xfrm>
          <a:prstGeom prst="rect">
            <a:avLst/>
          </a:prstGeom>
          <a:noFill/>
          <a:ln/>
        </p:spPr>
        <p:txBody>
          <a:bodyPr wrap="none" lIns="0" tIns="0" rIns="0" bIns="0" rtlCol="0" anchor="ctr"/>
          <a:lstStyle/>
          <a:p>
            <a:pPr algn="ctr">
              <a:lnSpc>
                <a:spcPct val="120000"/>
              </a:lnSpc>
            </a:pPr>
            <a:r>
              <a:rPr lang="en-US" sz="1800" b="1" dirty="0">
                <a:solidFill>
                  <a:srgbClr val="1B4F8F"/>
                </a:solidFill>
                <a:latin typeface="Calibri" pitchFamily="34" charset="0"/>
                <a:ea typeface="Calibri" pitchFamily="34" charset="-122"/>
                <a:cs typeface="Calibri" pitchFamily="34" charset="-120"/>
              </a:rPr>
              <a:t>6</a:t>
            </a:r>
            <a:endParaRPr lang="en-US" sz="1800" dirty="0"/>
          </a:p>
        </p:txBody>
      </p:sp>
      <p:sp>
        <p:nvSpPr>
          <p:cNvPr id="28" name="Text 26"/>
          <p:cNvSpPr/>
          <p:nvPr/>
        </p:nvSpPr>
        <p:spPr>
          <a:xfrm>
            <a:off x="8928100" y="5054600"/>
            <a:ext cx="6261100" cy="1041400"/>
          </a:xfrm>
          <a:prstGeom prst="rect">
            <a:avLst/>
          </a:prstGeom>
          <a:noFill/>
          <a:ln/>
        </p:spPr>
        <p:txBody>
          <a:bodyPr wrap="square" lIns="0" tIns="0" rIns="0" bIns="0" rtlCol="0" anchor="t"/>
          <a:lstStyle/>
          <a:p>
            <a:pPr algn="just">
              <a:lnSpc>
                <a:spcPct val="145000"/>
              </a:lnSpc>
            </a:pPr>
            <a:r>
              <a:rPr lang="en-US" sz="1400" b="1" dirty="0">
                <a:solidFill>
                  <a:srgbClr val="2D3748"/>
                </a:solidFill>
                <a:latin typeface="Calibri" pitchFamily="34" charset="0"/>
                <a:ea typeface="Calibri" pitchFamily="34" charset="-122"/>
                <a:cs typeface="Calibri" pitchFamily="34" charset="-120"/>
              </a:rPr>
              <a:t>Strategic Focus:</a:t>
            </a:r>
            <a:r>
              <a:rPr lang="en-US" sz="1400" dirty="0">
                <a:solidFill>
                  <a:srgbClr val="2D3748"/>
                </a:solidFill>
                <a:latin typeface="Calibri" pitchFamily="34" charset="0"/>
                <a:ea typeface="Calibri" pitchFamily="34" charset="-122"/>
                <a:cs typeface="Calibri" pitchFamily="34" charset="-120"/>
              </a:rPr>
              <a:t> High-performing departments (Produce, Dairy Eggs, Beverages, Snacks) combine </a:t>
            </a:r>
            <a:r>
              <a:rPr lang="en-US" sz="1400" b="1" dirty="0">
                <a:solidFill>
                  <a:srgbClr val="2D3748"/>
                </a:solidFill>
                <a:latin typeface="Calibri" pitchFamily="34" charset="0"/>
                <a:ea typeface="Calibri" pitchFamily="34" charset="-122"/>
                <a:cs typeface="Calibri" pitchFamily="34" charset="-120"/>
              </a:rPr>
              <a:t>large customer reach</a:t>
            </a:r>
            <a:r>
              <a:rPr lang="en-US" sz="1400" dirty="0">
                <a:solidFill>
                  <a:srgbClr val="2D3748"/>
                </a:solidFill>
                <a:latin typeface="Calibri" pitchFamily="34" charset="0"/>
                <a:ea typeface="Calibri" pitchFamily="34" charset="-122"/>
                <a:cs typeface="Calibri" pitchFamily="34" charset="-120"/>
              </a:rPr>
              <a:t> with </a:t>
            </a:r>
            <a:r>
              <a:rPr lang="en-US" sz="1400" b="1" dirty="0">
                <a:solidFill>
                  <a:srgbClr val="2D3748"/>
                </a:solidFill>
                <a:latin typeface="Calibri" pitchFamily="34" charset="0"/>
                <a:ea typeface="Calibri" pitchFamily="34" charset="-122"/>
                <a:cs typeface="Calibri" pitchFamily="34" charset="-120"/>
              </a:rPr>
              <a:t>strong repeat purchasing</a:t>
            </a:r>
            <a:r>
              <a:rPr lang="en-US" sz="1400" dirty="0">
                <a:solidFill>
                  <a:srgbClr val="2D3748"/>
                </a:solidFill>
                <a:latin typeface="Calibri" pitchFamily="34" charset="0"/>
                <a:ea typeface="Calibri" pitchFamily="34" charset="-122"/>
                <a:cs typeface="Calibri" pitchFamily="34" charset="-120"/>
              </a:rPr>
              <a:t>, making them strategic focus areas.</a:t>
            </a:r>
            <a:endParaRPr lang="en-US" sz="1400" dirty="0"/>
          </a:p>
        </p:txBody>
      </p:sp>
      <p:sp>
        <p:nvSpPr>
          <p:cNvPr id="29" name="Text 27"/>
          <p:cNvSpPr/>
          <p:nvPr/>
        </p:nvSpPr>
        <p:spPr>
          <a:xfrm>
            <a:off x="812800" y="6921500"/>
            <a:ext cx="14681200" cy="1016000"/>
          </a:xfrm>
          <a:prstGeom prst="rect">
            <a:avLst/>
          </a:prstGeom>
          <a:noFill/>
          <a:ln/>
        </p:spPr>
        <p:txBody>
          <a:bodyPr wrap="square" lIns="0" tIns="0" rIns="0" bIns="0" rtlCol="0" anchor="t"/>
          <a:lstStyle/>
          <a:p>
            <a:pPr algn="just">
              <a:lnSpc>
                <a:spcPct val="150000"/>
              </a:lnSpc>
            </a:pPr>
            <a:r>
              <a:rPr lang="en-US" sz="1500" b="1" dirty="0">
                <a:solidFill>
                  <a:srgbClr val="2D3748"/>
                </a:solidFill>
                <a:latin typeface="Calibri" pitchFamily="34" charset="0"/>
                <a:ea typeface="Calibri" pitchFamily="34" charset="-122"/>
                <a:cs typeface="Calibri" pitchFamily="34" charset="-120"/>
              </a:rPr>
              <a:t>Convergent Evidence:</a:t>
            </a:r>
            <a:r>
              <a:rPr lang="en-US" sz="1500" dirty="0">
                <a:solidFill>
                  <a:srgbClr val="2D3748"/>
                </a:solidFill>
                <a:latin typeface="Calibri" pitchFamily="34" charset="0"/>
                <a:ea typeface="Calibri" pitchFamily="34" charset="-122"/>
                <a:cs typeface="Calibri" pitchFamily="34" charset="-120"/>
              </a:rPr>
              <a:t> The single most decision-ready finding is the convergent evidence across four independent metrics (order volume, reorder rate, customer reach, basket composition) that a </a:t>
            </a:r>
            <a:r>
              <a:rPr lang="en-US" sz="1500" b="1" dirty="0">
                <a:solidFill>
                  <a:srgbClr val="2D3748"/>
                </a:solidFill>
                <a:latin typeface="Calibri" pitchFamily="34" charset="0"/>
                <a:ea typeface="Calibri" pitchFamily="34" charset="-122"/>
                <a:cs typeface="Calibri" pitchFamily="34" charset="-120"/>
              </a:rPr>
              <a:t>small set of perishable staples anchors customer engagement</a:t>
            </a:r>
            <a:r>
              <a:rPr lang="en-US" sz="1500" dirty="0">
                <a:solidFill>
                  <a:srgbClr val="2D3748"/>
                </a:solidFill>
                <a:latin typeface="Calibri" pitchFamily="34" charset="0"/>
                <a:ea typeface="Calibri" pitchFamily="34" charset="-122"/>
                <a:cs typeface="Calibri" pitchFamily="34" charset="-120"/>
              </a:rPr>
              <a:t>, while the majority of the 49,355-product catalogue sees minimal repeat engagement. This insight should drive the next round of assortment and retention-marketing planning.</a:t>
            </a:r>
            <a:endParaRPr lang="en-US" sz="1500" dirty="0"/>
          </a:p>
        </p:txBody>
      </p:sp>
      <p:sp>
        <p:nvSpPr>
          <p:cNvPr id="30" name="Shape 28"/>
          <p:cNvSpPr/>
          <p:nvPr/>
        </p:nvSpPr>
        <p:spPr>
          <a:xfrm>
            <a:off x="762000" y="8763000"/>
            <a:ext cx="14732000" cy="25400"/>
          </a:xfrm>
          <a:prstGeom prst="rect">
            <a:avLst/>
          </a:prstGeom>
          <a:solidFill>
            <a:srgbClr val="1B4F8F"/>
          </a:solidFill>
          <a:ln/>
        </p:spPr>
        <p:txBody>
          <a:bodyPr/>
          <a:lstStyle/>
          <a:p>
            <a:endParaRPr lang="en-IN"/>
          </a:p>
        </p:txBody>
      </p:sp>
      <p:sp>
        <p:nvSpPr>
          <p:cNvPr id="31" name="Text 29"/>
          <p:cNvSpPr/>
          <p:nvPr/>
        </p:nvSpPr>
        <p:spPr>
          <a:xfrm>
            <a:off x="14478000" y="8826500"/>
            <a:ext cx="1016000" cy="254000"/>
          </a:xfrm>
          <a:prstGeom prst="rect">
            <a:avLst/>
          </a:prstGeom>
          <a:noFill/>
          <a:ln/>
        </p:spPr>
        <p:txBody>
          <a:bodyPr wrap="none" lIns="0" tIns="0" rIns="0" bIns="0" rtlCol="0" anchor="ctr"/>
          <a:lstStyle/>
          <a:p>
            <a:pPr algn="r">
              <a:lnSpc>
                <a:spcPct val="120000"/>
              </a:lnSpc>
            </a:pPr>
            <a:r>
              <a:rPr lang="en-US" sz="1200" dirty="0">
                <a:solidFill>
                  <a:srgbClr val="718096"/>
                </a:solidFill>
                <a:latin typeface="Calibri" pitchFamily="34" charset="0"/>
                <a:ea typeface="Calibri" pitchFamily="34" charset="-122"/>
                <a:cs typeface="Calibri" pitchFamily="34" charset="-120"/>
              </a:rPr>
              <a:t>41 / 55</a:t>
            </a:r>
            <a:endParaRPr lang="en-US" sz="1200" dirty="0"/>
          </a:p>
        </p:txBody>
      </p:sp>
    </p:spTree>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62000" y="444500"/>
            <a:ext cx="11430000" cy="444500"/>
          </a:xfrm>
          <a:prstGeom prst="rect">
            <a:avLst/>
          </a:prstGeom>
          <a:noFill/>
          <a:ln/>
        </p:spPr>
        <p:txBody>
          <a:bodyPr wrap="none" lIns="0" tIns="0" rIns="0" bIns="0" rtlCol="0" anchor="ctr"/>
          <a:lstStyle/>
          <a:p>
            <a:pPr algn="l">
              <a:lnSpc>
                <a:spcPct val="130000"/>
              </a:lnSpc>
            </a:pPr>
            <a:r>
              <a:rPr lang="en-US" sz="2400" b="1" dirty="0">
                <a:solidFill>
                  <a:srgbClr val="2D3748"/>
                </a:solidFill>
                <a:latin typeface="Calibri" pitchFamily="34" charset="0"/>
                <a:ea typeface="Calibri" pitchFamily="34" charset="-122"/>
                <a:cs typeface="Calibri" pitchFamily="34" charset="-120"/>
              </a:rPr>
              <a:t>Business Insights — Product Portfolio &amp; Customer Base</a:t>
            </a:r>
            <a:endParaRPr lang="en-US" sz="2400" dirty="0"/>
          </a:p>
        </p:txBody>
      </p:sp>
      <p:sp>
        <p:nvSpPr>
          <p:cNvPr id="3" name="Shape 1"/>
          <p:cNvSpPr/>
          <p:nvPr/>
        </p:nvSpPr>
        <p:spPr>
          <a:xfrm>
            <a:off x="762000" y="952500"/>
            <a:ext cx="14732000" cy="25400"/>
          </a:xfrm>
          <a:prstGeom prst="rect">
            <a:avLst/>
          </a:prstGeom>
          <a:solidFill>
            <a:srgbClr val="1B4F8F"/>
          </a:solidFill>
          <a:ln/>
        </p:spPr>
        <p:txBody>
          <a:bodyPr/>
          <a:lstStyle/>
          <a:p>
            <a:endParaRPr lang="en-IN"/>
          </a:p>
        </p:txBody>
      </p:sp>
      <p:sp>
        <p:nvSpPr>
          <p:cNvPr id="4" name="Text 2"/>
          <p:cNvSpPr/>
          <p:nvPr/>
        </p:nvSpPr>
        <p:spPr>
          <a:xfrm>
            <a:off x="889000" y="3590424"/>
            <a:ext cx="5080000" cy="355600"/>
          </a:xfrm>
          <a:prstGeom prst="rect">
            <a:avLst/>
          </a:prstGeom>
          <a:noFill/>
          <a:ln/>
        </p:spPr>
        <p:txBody>
          <a:bodyPr wrap="none" lIns="0" tIns="0" rIns="0" bIns="0" rtlCol="0" anchor="ctr"/>
          <a:lstStyle/>
          <a:p>
            <a:pPr algn="l">
              <a:lnSpc>
                <a:spcPct val="120000"/>
              </a:lnSpc>
            </a:pPr>
            <a:r>
              <a:rPr lang="en-US" sz="1800" b="1" dirty="0">
                <a:solidFill>
                  <a:srgbClr val="1B4F8F"/>
                </a:solidFill>
                <a:latin typeface="Calibri" pitchFamily="34" charset="0"/>
                <a:ea typeface="Calibri" pitchFamily="34" charset="-122"/>
                <a:cs typeface="Calibri" pitchFamily="34" charset="-120"/>
              </a:rPr>
              <a:t>A. Product Portfolio Insights</a:t>
            </a:r>
            <a:endParaRPr lang="en-US" sz="1800" dirty="0"/>
          </a:p>
        </p:txBody>
      </p:sp>
      <p:sp>
        <p:nvSpPr>
          <p:cNvPr id="5" name="Shape 3"/>
          <p:cNvSpPr/>
          <p:nvPr/>
        </p:nvSpPr>
        <p:spPr>
          <a:xfrm>
            <a:off x="889000" y="4047624"/>
            <a:ext cx="76200" cy="1485900"/>
          </a:xfrm>
          <a:prstGeom prst="rect">
            <a:avLst/>
          </a:prstGeom>
          <a:solidFill>
            <a:srgbClr val="1B4F8F"/>
          </a:solidFill>
          <a:ln/>
        </p:spPr>
        <p:txBody>
          <a:bodyPr/>
          <a:lstStyle/>
          <a:p>
            <a:endParaRPr lang="en-IN"/>
          </a:p>
        </p:txBody>
      </p:sp>
      <p:sp>
        <p:nvSpPr>
          <p:cNvPr id="6" name="Text 4"/>
          <p:cNvSpPr/>
          <p:nvPr/>
        </p:nvSpPr>
        <p:spPr>
          <a:xfrm>
            <a:off x="1117600" y="4047624"/>
            <a:ext cx="6591139" cy="1485900"/>
          </a:xfrm>
          <a:prstGeom prst="rect">
            <a:avLst/>
          </a:prstGeom>
          <a:noFill/>
          <a:ln/>
        </p:spPr>
        <p:txBody>
          <a:bodyPr wrap="square" lIns="0" tIns="0" rIns="0" bIns="0" rtlCol="0" anchor="t"/>
          <a:lstStyle/>
          <a:p>
            <a:pPr algn="just">
              <a:lnSpc>
                <a:spcPct val="140000"/>
              </a:lnSpc>
            </a:pPr>
            <a:r>
              <a:rPr lang="en-US" sz="1300" b="1" dirty="0">
                <a:solidFill>
                  <a:srgbClr val="2D3748"/>
                </a:solidFill>
                <a:latin typeface="Calibri" pitchFamily="34" charset="0"/>
                <a:ea typeface="Calibri" pitchFamily="34" charset="-122"/>
                <a:cs typeface="Calibri" pitchFamily="34" charset="-120"/>
              </a:rPr>
              <a:t>Product Catalogue and Distribution:</a:t>
            </a:r>
            <a:r>
              <a:rPr lang="en-US" sz="1300" dirty="0">
                <a:solidFill>
                  <a:srgbClr val="2D3748"/>
                </a:solidFill>
                <a:latin typeface="Calibri" pitchFamily="34" charset="0"/>
                <a:ea typeface="Calibri" pitchFamily="34" charset="-122"/>
                <a:cs typeface="Calibri" pitchFamily="34" charset="-120"/>
              </a:rPr>
              <a:t> 49,355 products across 21 departments and 134 aisles. Distribution is highly uneven — Personal Care (6,524), Snacks (6,221), Pantry (5,331) hold largest shares. Bulk is smallest with only 38 products.</a:t>
            </a:r>
            <a:endParaRPr lang="en-US" sz="1300" dirty="0"/>
          </a:p>
          <a:p>
            <a:pPr algn="just">
              <a:lnSpc>
                <a:spcPct val="140000"/>
              </a:lnSpc>
              <a:spcBef>
                <a:spcPts val="400"/>
              </a:spcBef>
            </a:pPr>
            <a:r>
              <a:rPr lang="en-US" sz="1300" b="1" dirty="0">
                <a:solidFill>
                  <a:srgbClr val="1B4F8F"/>
                </a:solidFill>
                <a:latin typeface="Calibri" pitchFamily="34" charset="0"/>
                <a:ea typeface="Calibri" pitchFamily="34" charset="-122"/>
                <a:cs typeface="Calibri" pitchFamily="34" charset="-120"/>
              </a:rPr>
              <a:t>Impact:</a:t>
            </a:r>
            <a:r>
              <a:rPr lang="en-US" sz="1300" dirty="0">
                <a:solidFill>
                  <a:srgbClr val="2D3748"/>
                </a:solidFill>
                <a:latin typeface="Calibri" pitchFamily="34" charset="0"/>
                <a:ea typeface="Calibri" pitchFamily="34" charset="-122"/>
                <a:cs typeface="Calibri" pitchFamily="34" charset="-120"/>
              </a:rPr>
              <a:t> Inventory management should focus on departments with large assortments. Smaller departments may require assortment optimization.</a:t>
            </a:r>
            <a:endParaRPr lang="en-US" sz="1300" dirty="0"/>
          </a:p>
        </p:txBody>
      </p:sp>
      <p:sp>
        <p:nvSpPr>
          <p:cNvPr id="7" name="Shape 5"/>
          <p:cNvSpPr/>
          <p:nvPr/>
        </p:nvSpPr>
        <p:spPr>
          <a:xfrm>
            <a:off x="8255000" y="4047624"/>
            <a:ext cx="76200" cy="1485900"/>
          </a:xfrm>
          <a:prstGeom prst="rect">
            <a:avLst/>
          </a:prstGeom>
          <a:solidFill>
            <a:srgbClr val="1B4F8F"/>
          </a:solidFill>
          <a:ln/>
        </p:spPr>
        <p:txBody>
          <a:bodyPr/>
          <a:lstStyle/>
          <a:p>
            <a:endParaRPr lang="en-IN"/>
          </a:p>
        </p:txBody>
      </p:sp>
      <p:sp>
        <p:nvSpPr>
          <p:cNvPr id="8" name="Text 6"/>
          <p:cNvSpPr/>
          <p:nvPr/>
        </p:nvSpPr>
        <p:spPr>
          <a:xfrm>
            <a:off x="8483600" y="4047624"/>
            <a:ext cx="6964222" cy="1485900"/>
          </a:xfrm>
          <a:prstGeom prst="rect">
            <a:avLst/>
          </a:prstGeom>
          <a:noFill/>
          <a:ln/>
        </p:spPr>
        <p:txBody>
          <a:bodyPr wrap="square" lIns="0" tIns="0" rIns="0" bIns="0" rtlCol="0" anchor="t"/>
          <a:lstStyle/>
          <a:p>
            <a:pPr algn="just">
              <a:lnSpc>
                <a:spcPct val="140000"/>
              </a:lnSpc>
            </a:pPr>
            <a:r>
              <a:rPr lang="en-US" sz="1300" b="1" dirty="0">
                <a:solidFill>
                  <a:srgbClr val="2D3748"/>
                </a:solidFill>
                <a:latin typeface="Calibri" pitchFamily="34" charset="0"/>
                <a:ea typeface="Calibri" pitchFamily="34" charset="-122"/>
                <a:cs typeface="Calibri" pitchFamily="34" charset="-120"/>
              </a:rPr>
              <a:t>Aisle Variety:</a:t>
            </a:r>
            <a:r>
              <a:rPr lang="en-US" sz="1300" dirty="0">
                <a:solidFill>
                  <a:srgbClr val="2D3748"/>
                </a:solidFill>
                <a:latin typeface="Calibri" pitchFamily="34" charset="0"/>
                <a:ea typeface="Calibri" pitchFamily="34" charset="-122"/>
                <a:cs typeface="Calibri" pitchFamily="34" charset="-120"/>
              </a:rPr>
              <a:t> Certain aisles show extremely large variety — Missing (1,254), Candy Chocolate (1,235), Ice Cream (1,084), Vitamins &amp; Supplements (1,030).</a:t>
            </a:r>
            <a:endParaRPr lang="en-US" sz="1300" dirty="0"/>
          </a:p>
          <a:p>
            <a:pPr algn="just">
              <a:lnSpc>
                <a:spcPct val="140000"/>
              </a:lnSpc>
              <a:spcBef>
                <a:spcPts val="400"/>
              </a:spcBef>
            </a:pPr>
            <a:r>
              <a:rPr lang="en-US" sz="1300" b="1" dirty="0">
                <a:solidFill>
                  <a:srgbClr val="1B4F8F"/>
                </a:solidFill>
                <a:latin typeface="Calibri" pitchFamily="34" charset="0"/>
                <a:ea typeface="Calibri" pitchFamily="34" charset="-122"/>
                <a:cs typeface="Calibri" pitchFamily="34" charset="-120"/>
              </a:rPr>
              <a:t>Impact:</a:t>
            </a:r>
            <a:r>
              <a:rPr lang="en-US" sz="1300" dirty="0">
                <a:solidFill>
                  <a:srgbClr val="2D3748"/>
                </a:solidFill>
                <a:latin typeface="Calibri" pitchFamily="34" charset="0"/>
                <a:ea typeface="Calibri" pitchFamily="34" charset="-122"/>
                <a:cs typeface="Calibri" pitchFamily="34" charset="-120"/>
              </a:rPr>
              <a:t> Large aisles require better shelf planning. Higher assortment increases customer choice but also operational complexity.</a:t>
            </a:r>
            <a:endParaRPr lang="en-US" sz="1300" dirty="0"/>
          </a:p>
        </p:txBody>
      </p:sp>
      <p:sp>
        <p:nvSpPr>
          <p:cNvPr id="9" name="Text 7"/>
          <p:cNvSpPr/>
          <p:nvPr/>
        </p:nvSpPr>
        <p:spPr>
          <a:xfrm>
            <a:off x="889000" y="5975350"/>
            <a:ext cx="5080000" cy="355600"/>
          </a:xfrm>
          <a:prstGeom prst="rect">
            <a:avLst/>
          </a:prstGeom>
          <a:noFill/>
          <a:ln/>
        </p:spPr>
        <p:txBody>
          <a:bodyPr wrap="none" lIns="0" tIns="0" rIns="0" bIns="0" rtlCol="0" anchor="ctr"/>
          <a:lstStyle/>
          <a:p>
            <a:pPr algn="l">
              <a:lnSpc>
                <a:spcPct val="120000"/>
              </a:lnSpc>
            </a:pPr>
            <a:r>
              <a:rPr lang="en-US" sz="1800" b="1" dirty="0">
                <a:solidFill>
                  <a:srgbClr val="1B4F8F"/>
                </a:solidFill>
                <a:latin typeface="Calibri" pitchFamily="34" charset="0"/>
                <a:ea typeface="Calibri" pitchFamily="34" charset="-122"/>
                <a:cs typeface="Calibri" pitchFamily="34" charset="-120"/>
              </a:rPr>
              <a:t>B. Customer Base Insights</a:t>
            </a:r>
            <a:endParaRPr lang="en-US" sz="1800" dirty="0"/>
          </a:p>
        </p:txBody>
      </p:sp>
      <p:sp>
        <p:nvSpPr>
          <p:cNvPr id="10" name="Shape 8"/>
          <p:cNvSpPr/>
          <p:nvPr/>
        </p:nvSpPr>
        <p:spPr>
          <a:xfrm>
            <a:off x="889000" y="6432550"/>
            <a:ext cx="76200" cy="1485900"/>
          </a:xfrm>
          <a:prstGeom prst="rect">
            <a:avLst/>
          </a:prstGeom>
          <a:solidFill>
            <a:srgbClr val="1B4F8F"/>
          </a:solidFill>
          <a:ln/>
        </p:spPr>
        <p:txBody>
          <a:bodyPr/>
          <a:lstStyle/>
          <a:p>
            <a:endParaRPr lang="en-IN"/>
          </a:p>
        </p:txBody>
      </p:sp>
      <p:sp>
        <p:nvSpPr>
          <p:cNvPr id="11" name="Text 9"/>
          <p:cNvSpPr/>
          <p:nvPr/>
        </p:nvSpPr>
        <p:spPr>
          <a:xfrm>
            <a:off x="1117600" y="6432550"/>
            <a:ext cx="6591139" cy="1485900"/>
          </a:xfrm>
          <a:prstGeom prst="rect">
            <a:avLst/>
          </a:prstGeom>
          <a:noFill/>
          <a:ln/>
        </p:spPr>
        <p:txBody>
          <a:bodyPr wrap="square" lIns="0" tIns="0" rIns="0" bIns="0" rtlCol="0" anchor="t"/>
          <a:lstStyle/>
          <a:p>
            <a:pPr algn="just">
              <a:lnSpc>
                <a:spcPct val="140000"/>
              </a:lnSpc>
            </a:pPr>
            <a:r>
              <a:rPr lang="en-US" sz="1300" b="1" dirty="0">
                <a:solidFill>
                  <a:srgbClr val="2D3748"/>
                </a:solidFill>
                <a:latin typeface="Calibri" pitchFamily="34" charset="0"/>
                <a:ea typeface="Calibri" pitchFamily="34" charset="-122"/>
                <a:cs typeface="Calibri" pitchFamily="34" charset="-120"/>
              </a:rPr>
              <a:t>Customer Base:</a:t>
            </a:r>
            <a:r>
              <a:rPr lang="en-US" sz="1300" dirty="0">
                <a:solidFill>
                  <a:srgbClr val="2D3748"/>
                </a:solidFill>
                <a:latin typeface="Calibri" pitchFamily="34" charset="0"/>
                <a:ea typeface="Calibri" pitchFamily="34" charset="-122"/>
                <a:cs typeface="Calibri" pitchFamily="34" charset="-120"/>
              </a:rPr>
              <a:t> The store maintains a large active customer base of </a:t>
            </a:r>
            <a:r>
              <a:rPr lang="en-US" sz="1300" b="1" dirty="0">
                <a:solidFill>
                  <a:srgbClr val="2D3748"/>
                </a:solidFill>
                <a:latin typeface="Calibri" pitchFamily="34" charset="0"/>
                <a:ea typeface="Calibri" pitchFamily="34" charset="-122"/>
                <a:cs typeface="Calibri" pitchFamily="34" charset="-120"/>
              </a:rPr>
              <a:t>63,100 unique customers</a:t>
            </a:r>
            <a:r>
              <a:rPr lang="en-US" sz="1300" dirty="0">
                <a:solidFill>
                  <a:srgbClr val="2D3748"/>
                </a:solidFill>
                <a:latin typeface="Calibri" pitchFamily="34" charset="0"/>
                <a:ea typeface="Calibri" pitchFamily="34" charset="-122"/>
                <a:cs typeface="Calibri" pitchFamily="34" charset="-120"/>
              </a:rPr>
              <a:t> in the dataset.</a:t>
            </a:r>
            <a:endParaRPr lang="en-US" sz="1300" dirty="0"/>
          </a:p>
          <a:p>
            <a:pPr algn="just">
              <a:lnSpc>
                <a:spcPct val="140000"/>
              </a:lnSpc>
              <a:spcBef>
                <a:spcPts val="400"/>
              </a:spcBef>
            </a:pPr>
            <a:r>
              <a:rPr lang="en-US" sz="1300" b="1" dirty="0">
                <a:solidFill>
                  <a:srgbClr val="1B4F8F"/>
                </a:solidFill>
                <a:latin typeface="Calibri" pitchFamily="34" charset="0"/>
                <a:ea typeface="Calibri" pitchFamily="34" charset="-122"/>
                <a:cs typeface="Calibri" pitchFamily="34" charset="-120"/>
              </a:rPr>
              <a:t>Impact:</a:t>
            </a:r>
            <a:r>
              <a:rPr lang="en-US" sz="1300" dirty="0">
                <a:solidFill>
                  <a:srgbClr val="2D3748"/>
                </a:solidFill>
                <a:latin typeface="Calibri" pitchFamily="34" charset="0"/>
                <a:ea typeface="Calibri" pitchFamily="34" charset="-122"/>
                <a:cs typeface="Calibri" pitchFamily="34" charset="-120"/>
              </a:rPr>
              <a:t> Large enough customer base for meaningful segmentation and personalized marketing campaigns.</a:t>
            </a:r>
            <a:endParaRPr lang="en-US" sz="1300" dirty="0"/>
          </a:p>
        </p:txBody>
      </p:sp>
      <p:sp>
        <p:nvSpPr>
          <p:cNvPr id="13" name="Text 11"/>
          <p:cNvSpPr/>
          <p:nvPr/>
        </p:nvSpPr>
        <p:spPr>
          <a:xfrm>
            <a:off x="8483600" y="6432550"/>
            <a:ext cx="6964222" cy="1485900"/>
          </a:xfrm>
          <a:prstGeom prst="rect">
            <a:avLst/>
          </a:prstGeom>
          <a:noFill/>
          <a:ln/>
        </p:spPr>
        <p:txBody>
          <a:bodyPr wrap="square" lIns="0" tIns="0" rIns="0" bIns="0" rtlCol="0" anchor="t"/>
          <a:lstStyle/>
          <a:p>
            <a:pPr algn="just">
              <a:lnSpc>
                <a:spcPct val="140000"/>
              </a:lnSpc>
            </a:pPr>
            <a:r>
              <a:rPr lang="en-US" sz="1300" b="1" dirty="0">
                <a:solidFill>
                  <a:srgbClr val="2D3748"/>
                </a:solidFill>
                <a:latin typeface="Calibri" pitchFamily="34" charset="0"/>
                <a:ea typeface="Calibri" pitchFamily="34" charset="-122"/>
                <a:cs typeface="Calibri" pitchFamily="34" charset="-120"/>
              </a:rPr>
              <a:t>Purchase Frequency:</a:t>
            </a:r>
            <a:r>
              <a:rPr lang="en-US" sz="1300" dirty="0">
                <a:solidFill>
                  <a:srgbClr val="2D3748"/>
                </a:solidFill>
                <a:latin typeface="Calibri" pitchFamily="34" charset="0"/>
                <a:ea typeface="Calibri" pitchFamily="34" charset="-122"/>
                <a:cs typeface="Calibri" pitchFamily="34" charset="-120"/>
              </a:rPr>
              <a:t> Customers purchase regularly, with average time between transactions typically ranging from </a:t>
            </a:r>
            <a:r>
              <a:rPr lang="en-US" sz="1300" b="1" dirty="0">
                <a:solidFill>
                  <a:srgbClr val="2D3748"/>
                </a:solidFill>
                <a:latin typeface="Calibri" pitchFamily="34" charset="0"/>
                <a:ea typeface="Calibri" pitchFamily="34" charset="-122"/>
                <a:cs typeface="Calibri" pitchFamily="34" charset="-120"/>
              </a:rPr>
              <a:t>10 to 25 days</a:t>
            </a:r>
            <a:r>
              <a:rPr lang="en-US" sz="1300" dirty="0">
                <a:solidFill>
                  <a:srgbClr val="2D3748"/>
                </a:solidFill>
                <a:latin typeface="Calibri" pitchFamily="34" charset="0"/>
                <a:ea typeface="Calibri" pitchFamily="34" charset="-122"/>
                <a:cs typeface="Calibri" pitchFamily="34" charset="-120"/>
              </a:rPr>
              <a:t>.</a:t>
            </a:r>
            <a:endParaRPr lang="en-US" sz="1300" dirty="0"/>
          </a:p>
          <a:p>
            <a:pPr algn="just">
              <a:lnSpc>
                <a:spcPct val="140000"/>
              </a:lnSpc>
              <a:spcBef>
                <a:spcPts val="400"/>
              </a:spcBef>
            </a:pPr>
            <a:r>
              <a:rPr lang="en-US" sz="1300" b="1" dirty="0">
                <a:solidFill>
                  <a:srgbClr val="1B4F8F"/>
                </a:solidFill>
                <a:latin typeface="Calibri" pitchFamily="34" charset="0"/>
                <a:ea typeface="Calibri" pitchFamily="34" charset="-122"/>
                <a:cs typeface="Calibri" pitchFamily="34" charset="-120"/>
              </a:rPr>
              <a:t>Impact:</a:t>
            </a:r>
            <a:r>
              <a:rPr lang="en-US" sz="1300" dirty="0">
                <a:solidFill>
                  <a:srgbClr val="2D3748"/>
                </a:solidFill>
                <a:latin typeface="Calibri" pitchFamily="34" charset="0"/>
                <a:ea typeface="Calibri" pitchFamily="34" charset="-122"/>
                <a:cs typeface="Calibri" pitchFamily="34" charset="-120"/>
              </a:rPr>
              <a:t> Recurring purchasing behaviour creates opportunity for reminder campaigns and subscription models.</a:t>
            </a:r>
            <a:endParaRPr lang="en-US" sz="1300" dirty="0"/>
          </a:p>
        </p:txBody>
      </p:sp>
      <p:sp>
        <p:nvSpPr>
          <p:cNvPr id="14" name="Shape 12"/>
          <p:cNvSpPr/>
          <p:nvPr/>
        </p:nvSpPr>
        <p:spPr>
          <a:xfrm>
            <a:off x="762000" y="1381125"/>
            <a:ext cx="14732000" cy="1270000"/>
          </a:xfrm>
          <a:prstGeom prst="rect">
            <a:avLst/>
          </a:prstGeom>
          <a:solidFill>
            <a:srgbClr val="EDF2F7"/>
          </a:solidFill>
          <a:ln/>
        </p:spPr>
        <p:txBody>
          <a:bodyPr/>
          <a:lstStyle/>
          <a:p>
            <a:endParaRPr lang="en-IN"/>
          </a:p>
        </p:txBody>
      </p:sp>
      <p:sp>
        <p:nvSpPr>
          <p:cNvPr id="15" name="Text 13"/>
          <p:cNvSpPr/>
          <p:nvPr/>
        </p:nvSpPr>
        <p:spPr>
          <a:xfrm>
            <a:off x="1016000" y="1508125"/>
            <a:ext cx="3302000" cy="1016000"/>
          </a:xfrm>
          <a:prstGeom prst="rect">
            <a:avLst/>
          </a:prstGeom>
          <a:noFill/>
          <a:ln/>
        </p:spPr>
        <p:txBody>
          <a:bodyPr wrap="square" lIns="0" tIns="0" rIns="0" bIns="0" rtlCol="0" anchor="ctr"/>
          <a:lstStyle/>
          <a:p>
            <a:pPr algn="ctr">
              <a:lnSpc>
                <a:spcPct val="150000"/>
              </a:lnSpc>
            </a:pPr>
            <a:r>
              <a:rPr lang="en-US" sz="2800" b="1" dirty="0">
                <a:solidFill>
                  <a:srgbClr val="1B4F8F"/>
                </a:solidFill>
                <a:latin typeface="Calibri" pitchFamily="34" charset="0"/>
                <a:ea typeface="Calibri" pitchFamily="34" charset="-122"/>
                <a:cs typeface="Calibri" pitchFamily="34" charset="-120"/>
              </a:rPr>
              <a:t>49,355</a:t>
            </a:r>
            <a:endParaRPr lang="en-US" sz="2800" dirty="0"/>
          </a:p>
          <a:p>
            <a:pPr algn="ctr">
              <a:lnSpc>
                <a:spcPct val="150000"/>
              </a:lnSpc>
            </a:pPr>
            <a:r>
              <a:rPr lang="en-US" sz="1400" dirty="0">
                <a:solidFill>
                  <a:srgbClr val="2D3748"/>
                </a:solidFill>
                <a:latin typeface="Calibri" pitchFamily="34" charset="0"/>
                <a:ea typeface="Calibri" pitchFamily="34" charset="-122"/>
                <a:cs typeface="Calibri" pitchFamily="34" charset="-120"/>
              </a:rPr>
              <a:t>Products in Catalogue</a:t>
            </a:r>
            <a:endParaRPr lang="en-US" sz="2800" dirty="0"/>
          </a:p>
        </p:txBody>
      </p:sp>
      <p:sp>
        <p:nvSpPr>
          <p:cNvPr id="16" name="Text 14"/>
          <p:cNvSpPr/>
          <p:nvPr/>
        </p:nvSpPr>
        <p:spPr>
          <a:xfrm>
            <a:off x="4572000" y="1508125"/>
            <a:ext cx="3302000" cy="1016000"/>
          </a:xfrm>
          <a:prstGeom prst="rect">
            <a:avLst/>
          </a:prstGeom>
          <a:noFill/>
          <a:ln/>
        </p:spPr>
        <p:txBody>
          <a:bodyPr wrap="square" lIns="0" tIns="0" rIns="0" bIns="0" rtlCol="0" anchor="ctr"/>
          <a:lstStyle/>
          <a:p>
            <a:pPr algn="ctr">
              <a:lnSpc>
                <a:spcPct val="150000"/>
              </a:lnSpc>
            </a:pPr>
            <a:r>
              <a:rPr lang="en-US" sz="2800" b="1" dirty="0">
                <a:solidFill>
                  <a:srgbClr val="1B4F8F"/>
                </a:solidFill>
                <a:latin typeface="Calibri" pitchFamily="34" charset="0"/>
                <a:ea typeface="Calibri" pitchFamily="34" charset="-122"/>
                <a:cs typeface="Calibri" pitchFamily="34" charset="-120"/>
              </a:rPr>
              <a:t>21</a:t>
            </a:r>
            <a:endParaRPr lang="en-US" sz="2800" dirty="0"/>
          </a:p>
          <a:p>
            <a:pPr algn="ctr">
              <a:lnSpc>
                <a:spcPct val="150000"/>
              </a:lnSpc>
            </a:pPr>
            <a:r>
              <a:rPr lang="en-US" sz="1400" dirty="0">
                <a:solidFill>
                  <a:srgbClr val="2D3748"/>
                </a:solidFill>
                <a:latin typeface="Calibri" pitchFamily="34" charset="0"/>
                <a:ea typeface="Calibri" pitchFamily="34" charset="-122"/>
                <a:cs typeface="Calibri" pitchFamily="34" charset="-120"/>
              </a:rPr>
              <a:t>Departments</a:t>
            </a:r>
            <a:endParaRPr lang="en-US" sz="2800" dirty="0"/>
          </a:p>
        </p:txBody>
      </p:sp>
      <p:sp>
        <p:nvSpPr>
          <p:cNvPr id="17" name="Text 15"/>
          <p:cNvSpPr/>
          <p:nvPr/>
        </p:nvSpPr>
        <p:spPr>
          <a:xfrm>
            <a:off x="8128000" y="1508125"/>
            <a:ext cx="3302000" cy="1016000"/>
          </a:xfrm>
          <a:prstGeom prst="rect">
            <a:avLst/>
          </a:prstGeom>
          <a:noFill/>
          <a:ln/>
        </p:spPr>
        <p:txBody>
          <a:bodyPr wrap="square" lIns="0" tIns="0" rIns="0" bIns="0" rtlCol="0" anchor="ctr"/>
          <a:lstStyle/>
          <a:p>
            <a:pPr algn="ctr">
              <a:lnSpc>
                <a:spcPct val="150000"/>
              </a:lnSpc>
            </a:pPr>
            <a:r>
              <a:rPr lang="en-US" sz="2800" b="1" dirty="0">
                <a:solidFill>
                  <a:srgbClr val="1B4F8F"/>
                </a:solidFill>
                <a:latin typeface="Calibri" pitchFamily="34" charset="0"/>
                <a:ea typeface="Calibri" pitchFamily="34" charset="-122"/>
                <a:cs typeface="Calibri" pitchFamily="34" charset="-120"/>
              </a:rPr>
              <a:t>63,100</a:t>
            </a:r>
            <a:endParaRPr lang="en-US" sz="2800" dirty="0"/>
          </a:p>
          <a:p>
            <a:pPr algn="ctr">
              <a:lnSpc>
                <a:spcPct val="150000"/>
              </a:lnSpc>
            </a:pPr>
            <a:r>
              <a:rPr lang="en-US" sz="1400" dirty="0">
                <a:solidFill>
                  <a:srgbClr val="2D3748"/>
                </a:solidFill>
                <a:latin typeface="Calibri" pitchFamily="34" charset="0"/>
                <a:ea typeface="Calibri" pitchFamily="34" charset="-122"/>
                <a:cs typeface="Calibri" pitchFamily="34" charset="-120"/>
              </a:rPr>
              <a:t>Unique Customers</a:t>
            </a:r>
            <a:endParaRPr lang="en-US" sz="2800" dirty="0"/>
          </a:p>
        </p:txBody>
      </p:sp>
      <p:sp>
        <p:nvSpPr>
          <p:cNvPr id="18" name="Text 16"/>
          <p:cNvSpPr/>
          <p:nvPr/>
        </p:nvSpPr>
        <p:spPr>
          <a:xfrm>
            <a:off x="11684000" y="1508125"/>
            <a:ext cx="3556000" cy="1016000"/>
          </a:xfrm>
          <a:prstGeom prst="rect">
            <a:avLst/>
          </a:prstGeom>
          <a:noFill/>
          <a:ln/>
        </p:spPr>
        <p:txBody>
          <a:bodyPr wrap="square" lIns="0" tIns="0" rIns="0" bIns="0" rtlCol="0" anchor="ctr"/>
          <a:lstStyle/>
          <a:p>
            <a:pPr algn="ctr">
              <a:lnSpc>
                <a:spcPct val="150000"/>
              </a:lnSpc>
            </a:pPr>
            <a:r>
              <a:rPr lang="en-US" sz="2800" b="1" dirty="0">
                <a:solidFill>
                  <a:srgbClr val="1B4F8F"/>
                </a:solidFill>
                <a:latin typeface="Calibri" pitchFamily="34" charset="0"/>
                <a:ea typeface="Calibri" pitchFamily="34" charset="-122"/>
                <a:cs typeface="Calibri" pitchFamily="34" charset="-120"/>
              </a:rPr>
              <a:t>10-25</a:t>
            </a:r>
            <a:endParaRPr lang="en-US" sz="2800" dirty="0"/>
          </a:p>
          <a:p>
            <a:pPr algn="ctr">
              <a:lnSpc>
                <a:spcPct val="150000"/>
              </a:lnSpc>
            </a:pPr>
            <a:r>
              <a:rPr lang="en-US" sz="1400" dirty="0">
                <a:solidFill>
                  <a:srgbClr val="2D3748"/>
                </a:solidFill>
                <a:latin typeface="Calibri" pitchFamily="34" charset="0"/>
                <a:ea typeface="Calibri" pitchFamily="34" charset="-122"/>
                <a:cs typeface="Calibri" pitchFamily="34" charset="-120"/>
              </a:rPr>
              <a:t>Days Between Orders</a:t>
            </a:r>
            <a:endParaRPr lang="en-US" sz="2800" dirty="0"/>
          </a:p>
        </p:txBody>
      </p:sp>
      <p:sp>
        <p:nvSpPr>
          <p:cNvPr id="19" name="Shape 17"/>
          <p:cNvSpPr/>
          <p:nvPr/>
        </p:nvSpPr>
        <p:spPr>
          <a:xfrm>
            <a:off x="762000" y="8763000"/>
            <a:ext cx="14732000" cy="25400"/>
          </a:xfrm>
          <a:prstGeom prst="rect">
            <a:avLst/>
          </a:prstGeom>
          <a:solidFill>
            <a:srgbClr val="1B4F8F"/>
          </a:solidFill>
          <a:ln/>
        </p:spPr>
        <p:txBody>
          <a:bodyPr/>
          <a:lstStyle/>
          <a:p>
            <a:endParaRPr lang="en-IN"/>
          </a:p>
        </p:txBody>
      </p:sp>
      <p:sp>
        <p:nvSpPr>
          <p:cNvPr id="20" name="Text 18"/>
          <p:cNvSpPr/>
          <p:nvPr/>
        </p:nvSpPr>
        <p:spPr>
          <a:xfrm>
            <a:off x="14478000" y="8826500"/>
            <a:ext cx="1016000" cy="254000"/>
          </a:xfrm>
          <a:prstGeom prst="rect">
            <a:avLst/>
          </a:prstGeom>
          <a:noFill/>
          <a:ln/>
        </p:spPr>
        <p:txBody>
          <a:bodyPr wrap="none" lIns="0" tIns="0" rIns="0" bIns="0" rtlCol="0" anchor="ctr"/>
          <a:lstStyle/>
          <a:p>
            <a:pPr algn="r">
              <a:lnSpc>
                <a:spcPct val="120000"/>
              </a:lnSpc>
            </a:pPr>
            <a:r>
              <a:rPr lang="en-US" sz="1200" dirty="0">
                <a:solidFill>
                  <a:srgbClr val="718096"/>
                </a:solidFill>
                <a:latin typeface="Calibri" pitchFamily="34" charset="0"/>
                <a:ea typeface="Calibri" pitchFamily="34" charset="-122"/>
                <a:cs typeface="Calibri" pitchFamily="34" charset="-120"/>
              </a:rPr>
              <a:t>42 / 55</a:t>
            </a:r>
            <a:endParaRPr lang="en-US" sz="1200" dirty="0"/>
          </a:p>
        </p:txBody>
      </p:sp>
      <p:sp>
        <p:nvSpPr>
          <p:cNvPr id="22" name="Shape 8">
            <a:extLst>
              <a:ext uri="{FF2B5EF4-FFF2-40B4-BE49-F238E27FC236}">
                <a16:creationId xmlns:a16="http://schemas.microsoft.com/office/drawing/2014/main" id="{AA6278FD-A12C-0BF9-28B5-C0B24567530F}"/>
              </a:ext>
            </a:extLst>
          </p:cNvPr>
          <p:cNvSpPr/>
          <p:nvPr/>
        </p:nvSpPr>
        <p:spPr>
          <a:xfrm>
            <a:off x="8255000" y="6330950"/>
            <a:ext cx="76200" cy="1485900"/>
          </a:xfrm>
          <a:prstGeom prst="rect">
            <a:avLst/>
          </a:prstGeom>
          <a:solidFill>
            <a:srgbClr val="1B4F8F"/>
          </a:solidFill>
          <a:ln/>
        </p:spPr>
        <p:txBody>
          <a:bodyPr/>
          <a:lstStyle/>
          <a:p>
            <a:endParaRPr lang="en-IN"/>
          </a:p>
        </p:txBody>
      </p:sp>
    </p:spTree>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62000" y="444500"/>
            <a:ext cx="12700000" cy="444500"/>
          </a:xfrm>
          <a:prstGeom prst="rect">
            <a:avLst/>
          </a:prstGeom>
          <a:noFill/>
          <a:ln/>
        </p:spPr>
        <p:txBody>
          <a:bodyPr wrap="none" lIns="0" tIns="0" rIns="0" bIns="0" rtlCol="0" anchor="ctr"/>
          <a:lstStyle/>
          <a:p>
            <a:pPr algn="l">
              <a:lnSpc>
                <a:spcPct val="130000"/>
              </a:lnSpc>
            </a:pPr>
            <a:r>
              <a:rPr lang="en-US" sz="2400" b="1" dirty="0">
                <a:solidFill>
                  <a:srgbClr val="2D3748"/>
                </a:solidFill>
                <a:latin typeface="Calibri" pitchFamily="34" charset="0"/>
                <a:ea typeface="Calibri" pitchFamily="34" charset="-122"/>
                <a:cs typeface="Calibri" pitchFamily="34" charset="-120"/>
              </a:rPr>
              <a:t>Business Insights — Purchasing Behaviour &amp; Product Loyalty</a:t>
            </a:r>
            <a:endParaRPr lang="en-US" sz="2400" dirty="0"/>
          </a:p>
        </p:txBody>
      </p:sp>
      <p:sp>
        <p:nvSpPr>
          <p:cNvPr id="3" name="Shape 1"/>
          <p:cNvSpPr/>
          <p:nvPr/>
        </p:nvSpPr>
        <p:spPr>
          <a:xfrm>
            <a:off x="762000" y="952500"/>
            <a:ext cx="14732000" cy="25400"/>
          </a:xfrm>
          <a:prstGeom prst="rect">
            <a:avLst/>
          </a:prstGeom>
          <a:solidFill>
            <a:srgbClr val="1B4F8F"/>
          </a:solidFill>
          <a:ln/>
        </p:spPr>
        <p:txBody>
          <a:bodyPr/>
          <a:lstStyle/>
          <a:p>
            <a:endParaRPr lang="en-IN"/>
          </a:p>
        </p:txBody>
      </p:sp>
      <p:sp>
        <p:nvSpPr>
          <p:cNvPr id="4" name="Text 2"/>
          <p:cNvSpPr/>
          <p:nvPr/>
        </p:nvSpPr>
        <p:spPr>
          <a:xfrm>
            <a:off x="947195" y="1397723"/>
            <a:ext cx="6350000" cy="355600"/>
          </a:xfrm>
          <a:prstGeom prst="rect">
            <a:avLst/>
          </a:prstGeom>
          <a:noFill/>
          <a:ln/>
        </p:spPr>
        <p:txBody>
          <a:bodyPr wrap="none" lIns="0" tIns="0" rIns="0" bIns="0" rtlCol="0" anchor="ctr"/>
          <a:lstStyle/>
          <a:p>
            <a:pPr algn="l">
              <a:lnSpc>
                <a:spcPct val="120000"/>
              </a:lnSpc>
            </a:pPr>
            <a:r>
              <a:rPr lang="en-US" sz="1800" b="1" dirty="0">
                <a:solidFill>
                  <a:srgbClr val="1B4F8F"/>
                </a:solidFill>
                <a:latin typeface="Calibri" pitchFamily="34" charset="0"/>
                <a:ea typeface="Calibri" pitchFamily="34" charset="-122"/>
                <a:cs typeface="Calibri" pitchFamily="34" charset="-120"/>
              </a:rPr>
              <a:t>C. Purchasing Behaviour Insights</a:t>
            </a:r>
            <a:endParaRPr lang="en-US" sz="1800" dirty="0"/>
          </a:p>
        </p:txBody>
      </p:sp>
      <p:sp>
        <p:nvSpPr>
          <p:cNvPr id="5" name="Shape 3"/>
          <p:cNvSpPr/>
          <p:nvPr/>
        </p:nvSpPr>
        <p:spPr>
          <a:xfrm>
            <a:off x="947195" y="1943823"/>
            <a:ext cx="50800" cy="1079500"/>
          </a:xfrm>
          <a:prstGeom prst="rect">
            <a:avLst/>
          </a:prstGeom>
          <a:solidFill>
            <a:srgbClr val="1B4F8F"/>
          </a:solidFill>
          <a:ln/>
        </p:spPr>
        <p:txBody>
          <a:bodyPr/>
          <a:lstStyle/>
          <a:p>
            <a:endParaRPr lang="en-IN"/>
          </a:p>
        </p:txBody>
      </p:sp>
      <p:sp>
        <p:nvSpPr>
          <p:cNvPr id="6" name="Text 4"/>
          <p:cNvSpPr/>
          <p:nvPr/>
        </p:nvSpPr>
        <p:spPr>
          <a:xfrm>
            <a:off x="1175795" y="1943823"/>
            <a:ext cx="6419770" cy="990600"/>
          </a:xfrm>
          <a:prstGeom prst="rect">
            <a:avLst/>
          </a:prstGeom>
          <a:noFill/>
          <a:ln/>
        </p:spPr>
        <p:txBody>
          <a:bodyPr wrap="square" lIns="0" tIns="0" rIns="0" bIns="0" rtlCol="0" anchor="t"/>
          <a:lstStyle/>
          <a:p>
            <a:pPr algn="just">
              <a:lnSpc>
                <a:spcPct val="140000"/>
              </a:lnSpc>
            </a:pPr>
            <a:r>
              <a:rPr lang="en-US" sz="1300" b="1" dirty="0">
                <a:solidFill>
                  <a:srgbClr val="2D3748"/>
                </a:solidFill>
                <a:latin typeface="Calibri" pitchFamily="34" charset="0"/>
                <a:ea typeface="Calibri" pitchFamily="34" charset="-122"/>
                <a:cs typeface="Calibri" pitchFamily="34" charset="-120"/>
              </a:rPr>
              <a:t>Midday Shopping Peak:</a:t>
            </a:r>
            <a:r>
              <a:rPr lang="en-US" sz="1300" dirty="0">
                <a:solidFill>
                  <a:srgbClr val="2D3748"/>
                </a:solidFill>
                <a:latin typeface="Calibri" pitchFamily="34" charset="0"/>
                <a:ea typeface="Calibri" pitchFamily="34" charset="-122"/>
                <a:cs typeface="Calibri" pitchFamily="34" charset="-120"/>
              </a:rPr>
              <a:t> Orders peak at 10 AM, 11 AM, 2 PM, 3 PM. Lowest volumes occur 2 AM-5 AM.</a:t>
            </a:r>
            <a:endParaRPr lang="en-US" sz="1300" dirty="0"/>
          </a:p>
          <a:p>
            <a:pPr algn="just">
              <a:lnSpc>
                <a:spcPct val="140000"/>
              </a:lnSpc>
              <a:spcBef>
                <a:spcPts val="300"/>
              </a:spcBef>
            </a:pPr>
            <a:r>
              <a:rPr lang="en-US" sz="1300" b="1" dirty="0">
                <a:solidFill>
                  <a:srgbClr val="1B4F8F"/>
                </a:solidFill>
                <a:latin typeface="Calibri" pitchFamily="34" charset="0"/>
                <a:ea typeface="Calibri" pitchFamily="34" charset="-122"/>
                <a:cs typeface="Calibri" pitchFamily="34" charset="-120"/>
              </a:rPr>
              <a:t>Impact:</a:t>
            </a:r>
            <a:r>
              <a:rPr lang="en-US" sz="1300" dirty="0">
                <a:solidFill>
                  <a:srgbClr val="2D3748"/>
                </a:solidFill>
                <a:latin typeface="Calibri" pitchFamily="34" charset="0"/>
                <a:ea typeface="Calibri" pitchFamily="34" charset="-122"/>
                <a:cs typeface="Calibri" pitchFamily="34" charset="-120"/>
              </a:rPr>
              <a:t> Schedule staff during peak hours. Launch promotional notifications before peak windows.</a:t>
            </a:r>
            <a:endParaRPr lang="en-US" sz="1300" dirty="0"/>
          </a:p>
        </p:txBody>
      </p:sp>
      <p:sp>
        <p:nvSpPr>
          <p:cNvPr id="7" name="Shape 5"/>
          <p:cNvSpPr/>
          <p:nvPr/>
        </p:nvSpPr>
        <p:spPr>
          <a:xfrm>
            <a:off x="8313195" y="1943823"/>
            <a:ext cx="50800" cy="1079500"/>
          </a:xfrm>
          <a:prstGeom prst="rect">
            <a:avLst/>
          </a:prstGeom>
          <a:solidFill>
            <a:srgbClr val="1B4F8F"/>
          </a:solidFill>
          <a:ln/>
        </p:spPr>
        <p:txBody>
          <a:bodyPr/>
          <a:lstStyle/>
          <a:p>
            <a:endParaRPr lang="en-IN"/>
          </a:p>
        </p:txBody>
      </p:sp>
      <p:sp>
        <p:nvSpPr>
          <p:cNvPr id="8" name="Text 6"/>
          <p:cNvSpPr/>
          <p:nvPr/>
        </p:nvSpPr>
        <p:spPr>
          <a:xfrm>
            <a:off x="8541795" y="1943823"/>
            <a:ext cx="6657539" cy="990600"/>
          </a:xfrm>
          <a:prstGeom prst="rect">
            <a:avLst/>
          </a:prstGeom>
          <a:noFill/>
          <a:ln/>
        </p:spPr>
        <p:txBody>
          <a:bodyPr wrap="square" lIns="0" tIns="0" rIns="0" bIns="0" rtlCol="0" anchor="t"/>
          <a:lstStyle/>
          <a:p>
            <a:pPr algn="just">
              <a:lnSpc>
                <a:spcPct val="140000"/>
              </a:lnSpc>
            </a:pPr>
            <a:r>
              <a:rPr lang="en-US" sz="1300" b="1" dirty="0">
                <a:solidFill>
                  <a:srgbClr val="2D3748"/>
                </a:solidFill>
                <a:latin typeface="Calibri" pitchFamily="34" charset="0"/>
                <a:ea typeface="Calibri" pitchFamily="34" charset="-122"/>
                <a:cs typeface="Calibri" pitchFamily="34" charset="-120"/>
              </a:rPr>
              <a:t>Weekend Busier:</a:t>
            </a:r>
            <a:r>
              <a:rPr lang="en-US" sz="1300" dirty="0">
                <a:solidFill>
                  <a:srgbClr val="2D3748"/>
                </a:solidFill>
                <a:latin typeface="Calibri" pitchFamily="34" charset="0"/>
                <a:ea typeface="Calibri" pitchFamily="34" charset="-122"/>
                <a:cs typeface="Calibri" pitchFamily="34" charset="-120"/>
              </a:rPr>
              <a:t> Order volume peaks on Saturday and Sunday. Wednesday has lowest traffic.</a:t>
            </a:r>
            <a:endParaRPr lang="en-US" sz="1300" dirty="0"/>
          </a:p>
          <a:p>
            <a:pPr algn="just">
              <a:lnSpc>
                <a:spcPct val="140000"/>
              </a:lnSpc>
              <a:spcBef>
                <a:spcPts val="300"/>
              </a:spcBef>
            </a:pPr>
            <a:r>
              <a:rPr lang="en-US" sz="1300" b="1" dirty="0">
                <a:solidFill>
                  <a:srgbClr val="1B4F8F"/>
                </a:solidFill>
                <a:latin typeface="Calibri" pitchFamily="34" charset="0"/>
                <a:ea typeface="Calibri" pitchFamily="34" charset="-122"/>
                <a:cs typeface="Calibri" pitchFamily="34" charset="-120"/>
              </a:rPr>
              <a:t>Impact:</a:t>
            </a:r>
            <a:r>
              <a:rPr lang="en-US" sz="1300" dirty="0">
                <a:solidFill>
                  <a:srgbClr val="2D3748"/>
                </a:solidFill>
                <a:latin typeface="Calibri" pitchFamily="34" charset="0"/>
                <a:ea typeface="Calibri" pitchFamily="34" charset="-122"/>
                <a:cs typeface="Calibri" pitchFamily="34" charset="-120"/>
              </a:rPr>
              <a:t> Increase inventory and staffing during busy days.</a:t>
            </a:r>
            <a:endParaRPr lang="en-US" sz="1300" dirty="0"/>
          </a:p>
        </p:txBody>
      </p:sp>
      <p:sp>
        <p:nvSpPr>
          <p:cNvPr id="9" name="Shape 7"/>
          <p:cNvSpPr/>
          <p:nvPr/>
        </p:nvSpPr>
        <p:spPr>
          <a:xfrm>
            <a:off x="947195" y="3302723"/>
            <a:ext cx="50800" cy="1079500"/>
          </a:xfrm>
          <a:prstGeom prst="rect">
            <a:avLst/>
          </a:prstGeom>
          <a:solidFill>
            <a:srgbClr val="1B4F8F"/>
          </a:solidFill>
          <a:ln/>
        </p:spPr>
        <p:txBody>
          <a:bodyPr/>
          <a:lstStyle/>
          <a:p>
            <a:endParaRPr lang="en-IN"/>
          </a:p>
        </p:txBody>
      </p:sp>
      <p:sp>
        <p:nvSpPr>
          <p:cNvPr id="10" name="Text 8"/>
          <p:cNvSpPr/>
          <p:nvPr/>
        </p:nvSpPr>
        <p:spPr>
          <a:xfrm>
            <a:off x="1117112" y="3302723"/>
            <a:ext cx="6478453" cy="1079500"/>
          </a:xfrm>
          <a:prstGeom prst="rect">
            <a:avLst/>
          </a:prstGeom>
          <a:noFill/>
          <a:ln/>
        </p:spPr>
        <p:txBody>
          <a:bodyPr wrap="square" lIns="0" tIns="0" rIns="0" bIns="0" rtlCol="0" anchor="t"/>
          <a:lstStyle/>
          <a:p>
            <a:pPr algn="l">
              <a:lnSpc>
                <a:spcPct val="140000"/>
              </a:lnSpc>
            </a:pPr>
            <a:r>
              <a:rPr lang="en-US" sz="1300" b="1" dirty="0">
                <a:solidFill>
                  <a:srgbClr val="2D3748"/>
                </a:solidFill>
                <a:latin typeface="Calibri" pitchFamily="34" charset="0"/>
                <a:ea typeface="Calibri" pitchFamily="34" charset="-122"/>
                <a:cs typeface="Calibri" pitchFamily="34" charset="-120"/>
              </a:rPr>
              <a:t>Basket Size:</a:t>
            </a:r>
            <a:r>
              <a:rPr lang="en-US" sz="1300" dirty="0">
                <a:solidFill>
                  <a:srgbClr val="2D3748"/>
                </a:solidFill>
                <a:latin typeface="Calibri" pitchFamily="34" charset="0"/>
                <a:ea typeface="Calibri" pitchFamily="34" charset="-122"/>
                <a:cs typeface="Calibri" pitchFamily="34" charset="-120"/>
              </a:rPr>
              <a:t> Customers purchase avg </a:t>
            </a:r>
            <a:r>
              <a:rPr lang="en-US" sz="1300" b="1" dirty="0">
                <a:solidFill>
                  <a:srgbClr val="2D3748"/>
                </a:solidFill>
                <a:latin typeface="Calibri" pitchFamily="34" charset="0"/>
                <a:ea typeface="Calibri" pitchFamily="34" charset="-122"/>
                <a:cs typeface="Calibri" pitchFamily="34" charset="-120"/>
              </a:rPr>
              <a:t>10.51 products per order</a:t>
            </a:r>
            <a:r>
              <a:rPr lang="en-US" sz="1300" dirty="0">
                <a:solidFill>
                  <a:srgbClr val="2D3748"/>
                </a:solidFill>
                <a:latin typeface="Calibri" pitchFamily="34" charset="0"/>
                <a:ea typeface="Calibri" pitchFamily="34" charset="-122"/>
                <a:cs typeface="Calibri" pitchFamily="34" charset="-120"/>
              </a:rPr>
              <a:t>. Order sizes range 1-74, but most are small-to-medium baskets.</a:t>
            </a:r>
            <a:endParaRPr lang="en-US" sz="1300" dirty="0"/>
          </a:p>
          <a:p>
            <a:pPr algn="l">
              <a:lnSpc>
                <a:spcPct val="140000"/>
              </a:lnSpc>
              <a:spcBef>
                <a:spcPts val="300"/>
              </a:spcBef>
            </a:pPr>
            <a:r>
              <a:rPr lang="en-US" sz="1300" b="1" dirty="0">
                <a:solidFill>
                  <a:srgbClr val="1B4F8F"/>
                </a:solidFill>
                <a:latin typeface="Calibri" pitchFamily="34" charset="0"/>
                <a:ea typeface="Calibri" pitchFamily="34" charset="-122"/>
                <a:cs typeface="Calibri" pitchFamily="34" charset="-120"/>
              </a:rPr>
              <a:t>Impact:</a:t>
            </a:r>
            <a:r>
              <a:rPr lang="en-US" sz="1300" dirty="0">
                <a:solidFill>
                  <a:srgbClr val="2D3748"/>
                </a:solidFill>
                <a:latin typeface="Calibri" pitchFamily="34" charset="0"/>
                <a:ea typeface="Calibri" pitchFamily="34" charset="-122"/>
                <a:cs typeface="Calibri" pitchFamily="34" charset="-120"/>
              </a:rPr>
              <a:t> Cross-selling opportunities exist. Bundle offers may encourage larger baskets.</a:t>
            </a:r>
            <a:endParaRPr lang="en-US" sz="1300" dirty="0"/>
          </a:p>
        </p:txBody>
      </p:sp>
      <p:sp>
        <p:nvSpPr>
          <p:cNvPr id="11" name="Text 9"/>
          <p:cNvSpPr/>
          <p:nvPr/>
        </p:nvSpPr>
        <p:spPr>
          <a:xfrm>
            <a:off x="972595" y="4812577"/>
            <a:ext cx="6350000" cy="355600"/>
          </a:xfrm>
          <a:prstGeom prst="rect">
            <a:avLst/>
          </a:prstGeom>
          <a:noFill/>
          <a:ln/>
        </p:spPr>
        <p:txBody>
          <a:bodyPr wrap="none" lIns="0" tIns="0" rIns="0" bIns="0" rtlCol="0" anchor="ctr"/>
          <a:lstStyle/>
          <a:p>
            <a:pPr algn="l">
              <a:lnSpc>
                <a:spcPct val="120000"/>
              </a:lnSpc>
            </a:pPr>
            <a:r>
              <a:rPr lang="en-US" sz="1800" b="1" dirty="0">
                <a:solidFill>
                  <a:srgbClr val="1B4F8F"/>
                </a:solidFill>
                <a:latin typeface="Calibri" pitchFamily="34" charset="0"/>
                <a:ea typeface="Calibri" pitchFamily="34" charset="-122"/>
                <a:cs typeface="Calibri" pitchFamily="34" charset="-120"/>
              </a:rPr>
              <a:t>D. Product Loyalty Insights</a:t>
            </a:r>
            <a:endParaRPr lang="en-US" sz="1800" dirty="0"/>
          </a:p>
        </p:txBody>
      </p:sp>
      <p:sp>
        <p:nvSpPr>
          <p:cNvPr id="12" name="Shape 10"/>
          <p:cNvSpPr/>
          <p:nvPr/>
        </p:nvSpPr>
        <p:spPr>
          <a:xfrm>
            <a:off x="947195" y="5358677"/>
            <a:ext cx="50800" cy="1079500"/>
          </a:xfrm>
          <a:prstGeom prst="rect">
            <a:avLst/>
          </a:prstGeom>
          <a:solidFill>
            <a:srgbClr val="1B4F8F"/>
          </a:solidFill>
          <a:ln/>
        </p:spPr>
        <p:txBody>
          <a:bodyPr/>
          <a:lstStyle/>
          <a:p>
            <a:endParaRPr lang="en-IN"/>
          </a:p>
        </p:txBody>
      </p:sp>
      <p:sp>
        <p:nvSpPr>
          <p:cNvPr id="13" name="Text 11"/>
          <p:cNvSpPr/>
          <p:nvPr/>
        </p:nvSpPr>
        <p:spPr>
          <a:xfrm>
            <a:off x="1175795" y="5358677"/>
            <a:ext cx="6419770" cy="990600"/>
          </a:xfrm>
          <a:prstGeom prst="rect">
            <a:avLst/>
          </a:prstGeom>
          <a:noFill/>
          <a:ln/>
        </p:spPr>
        <p:txBody>
          <a:bodyPr wrap="square" lIns="0" tIns="0" rIns="0" bIns="0" rtlCol="0" anchor="t"/>
          <a:lstStyle/>
          <a:p>
            <a:pPr algn="just">
              <a:lnSpc>
                <a:spcPct val="140000"/>
              </a:lnSpc>
            </a:pPr>
            <a:r>
              <a:rPr lang="en-US" sz="1300" b="1" dirty="0">
                <a:solidFill>
                  <a:srgbClr val="2D3748"/>
                </a:solidFill>
                <a:latin typeface="Calibri" pitchFamily="34" charset="0"/>
                <a:ea typeface="Calibri" pitchFamily="34" charset="-122"/>
                <a:cs typeface="Calibri" pitchFamily="34" charset="-120"/>
              </a:rPr>
              <a:t>Organic Loyalty:</a:t>
            </a:r>
            <a:r>
              <a:rPr lang="en-US" sz="1300" dirty="0">
                <a:solidFill>
                  <a:srgbClr val="2D3748"/>
                </a:solidFill>
                <a:latin typeface="Calibri" pitchFamily="34" charset="0"/>
                <a:ea typeface="Calibri" pitchFamily="34" charset="-122"/>
                <a:cs typeface="Calibri" pitchFamily="34" charset="-120"/>
              </a:rPr>
              <a:t> Organic dairy products show exceptionally strong loyalty. Organic Low-fat Milk, Whole Milk, DHA, Reduced Fat Milk all maintain </a:t>
            </a:r>
            <a:r>
              <a:rPr lang="en-US" sz="1300" b="1" dirty="0">
                <a:solidFill>
                  <a:srgbClr val="2D3748"/>
                </a:solidFill>
                <a:latin typeface="Calibri" pitchFamily="34" charset="0"/>
                <a:ea typeface="Calibri" pitchFamily="34" charset="-122"/>
                <a:cs typeface="Calibri" pitchFamily="34" charset="-120"/>
              </a:rPr>
              <a:t>reorder rates exceeding 85%</a:t>
            </a:r>
            <a:r>
              <a:rPr lang="en-US" sz="1300" dirty="0">
                <a:solidFill>
                  <a:srgbClr val="2D3748"/>
                </a:solidFill>
                <a:latin typeface="Calibri" pitchFamily="34" charset="0"/>
                <a:ea typeface="Calibri" pitchFamily="34" charset="-122"/>
                <a:cs typeface="Calibri" pitchFamily="34" charset="-120"/>
              </a:rPr>
              <a:t> at 100-order threshold.</a:t>
            </a:r>
            <a:endParaRPr lang="en-US" sz="1300" dirty="0"/>
          </a:p>
          <a:p>
            <a:pPr algn="just">
              <a:lnSpc>
                <a:spcPct val="140000"/>
              </a:lnSpc>
              <a:spcBef>
                <a:spcPts val="300"/>
              </a:spcBef>
            </a:pPr>
            <a:r>
              <a:rPr lang="en-US" sz="1300" b="1" dirty="0">
                <a:solidFill>
                  <a:srgbClr val="1B4F8F"/>
                </a:solidFill>
                <a:latin typeface="Calibri" pitchFamily="34" charset="0"/>
                <a:ea typeface="Calibri" pitchFamily="34" charset="-122"/>
                <a:cs typeface="Calibri" pitchFamily="34" charset="-120"/>
              </a:rPr>
              <a:t>Impact:</a:t>
            </a:r>
            <a:r>
              <a:rPr lang="en-US" sz="1300" dirty="0">
                <a:solidFill>
                  <a:srgbClr val="2D3748"/>
                </a:solidFill>
                <a:latin typeface="Calibri" pitchFamily="34" charset="0"/>
                <a:ea typeface="Calibri" pitchFamily="34" charset="-122"/>
                <a:cs typeface="Calibri" pitchFamily="34" charset="-120"/>
              </a:rPr>
              <a:t> Organic products drive repeat purchases — expand and promote.</a:t>
            </a:r>
            <a:endParaRPr lang="en-US" sz="1300" dirty="0"/>
          </a:p>
        </p:txBody>
      </p:sp>
      <p:sp>
        <p:nvSpPr>
          <p:cNvPr id="14" name="Shape 12"/>
          <p:cNvSpPr/>
          <p:nvPr/>
        </p:nvSpPr>
        <p:spPr>
          <a:xfrm>
            <a:off x="8313195" y="5358677"/>
            <a:ext cx="50800" cy="1079500"/>
          </a:xfrm>
          <a:prstGeom prst="rect">
            <a:avLst/>
          </a:prstGeom>
          <a:solidFill>
            <a:srgbClr val="1B4F8F"/>
          </a:solidFill>
          <a:ln/>
        </p:spPr>
        <p:txBody>
          <a:bodyPr/>
          <a:lstStyle/>
          <a:p>
            <a:endParaRPr lang="en-IN"/>
          </a:p>
        </p:txBody>
      </p:sp>
      <p:sp>
        <p:nvSpPr>
          <p:cNvPr id="15" name="Text 13"/>
          <p:cNvSpPr/>
          <p:nvPr/>
        </p:nvSpPr>
        <p:spPr>
          <a:xfrm>
            <a:off x="8541795" y="5358677"/>
            <a:ext cx="6657539" cy="990600"/>
          </a:xfrm>
          <a:prstGeom prst="rect">
            <a:avLst/>
          </a:prstGeom>
          <a:noFill/>
          <a:ln/>
        </p:spPr>
        <p:txBody>
          <a:bodyPr wrap="square" lIns="0" tIns="0" rIns="0" bIns="0" rtlCol="0" anchor="t"/>
          <a:lstStyle/>
          <a:p>
            <a:pPr algn="just">
              <a:lnSpc>
                <a:spcPct val="140000"/>
              </a:lnSpc>
            </a:pPr>
            <a:r>
              <a:rPr lang="en-US" sz="1300" b="1" dirty="0">
                <a:solidFill>
                  <a:srgbClr val="2D3748"/>
                </a:solidFill>
                <a:latin typeface="Calibri" pitchFamily="34" charset="0"/>
                <a:ea typeface="Calibri" pitchFamily="34" charset="-122"/>
                <a:cs typeface="Calibri" pitchFamily="34" charset="-120"/>
              </a:rPr>
              <a:t>Bananas Dominate:</a:t>
            </a:r>
            <a:r>
              <a:rPr lang="en-US" sz="1300" dirty="0">
                <a:solidFill>
                  <a:srgbClr val="2D3748"/>
                </a:solidFill>
                <a:latin typeface="Calibri" pitchFamily="34" charset="0"/>
                <a:ea typeface="Calibri" pitchFamily="34" charset="-122"/>
                <a:cs typeface="Calibri" pitchFamily="34" charset="-120"/>
              </a:rPr>
              <a:t> Bananas rank as both highest-ordered and highest-reordered item in Produce department.</a:t>
            </a:r>
            <a:endParaRPr lang="en-US" sz="1300" dirty="0"/>
          </a:p>
          <a:p>
            <a:pPr algn="just">
              <a:lnSpc>
                <a:spcPct val="140000"/>
              </a:lnSpc>
              <a:spcBef>
                <a:spcPts val="300"/>
              </a:spcBef>
            </a:pPr>
            <a:r>
              <a:rPr lang="en-US" sz="1300" b="1" dirty="0">
                <a:solidFill>
                  <a:srgbClr val="1B4F8F"/>
                </a:solidFill>
                <a:latin typeface="Calibri" pitchFamily="34" charset="0"/>
                <a:ea typeface="Calibri" pitchFamily="34" charset="-122"/>
                <a:cs typeface="Calibri" pitchFamily="34" charset="-120"/>
              </a:rPr>
              <a:t>Impact:</a:t>
            </a:r>
            <a:r>
              <a:rPr lang="en-US" sz="1300" dirty="0">
                <a:solidFill>
                  <a:srgbClr val="2D3748"/>
                </a:solidFill>
                <a:latin typeface="Calibri" pitchFamily="34" charset="0"/>
                <a:ea typeface="Calibri" pitchFamily="34" charset="-122"/>
                <a:cs typeface="Calibri" pitchFamily="34" charset="-120"/>
              </a:rPr>
              <a:t> Core demand driver — inventory shortages directly affect satisfaction.</a:t>
            </a:r>
            <a:endParaRPr lang="en-US" sz="1300" dirty="0"/>
          </a:p>
        </p:txBody>
      </p:sp>
      <p:sp>
        <p:nvSpPr>
          <p:cNvPr id="16" name="Shape 14"/>
          <p:cNvSpPr/>
          <p:nvPr/>
        </p:nvSpPr>
        <p:spPr>
          <a:xfrm>
            <a:off x="947195" y="6717577"/>
            <a:ext cx="50800" cy="1079500"/>
          </a:xfrm>
          <a:prstGeom prst="rect">
            <a:avLst/>
          </a:prstGeom>
          <a:solidFill>
            <a:srgbClr val="1B4F8F"/>
          </a:solidFill>
          <a:ln/>
        </p:spPr>
        <p:txBody>
          <a:bodyPr/>
          <a:lstStyle/>
          <a:p>
            <a:endParaRPr lang="en-IN"/>
          </a:p>
        </p:txBody>
      </p:sp>
      <p:sp>
        <p:nvSpPr>
          <p:cNvPr id="17" name="Text 15"/>
          <p:cNvSpPr/>
          <p:nvPr/>
        </p:nvSpPr>
        <p:spPr>
          <a:xfrm>
            <a:off x="1117112" y="6717577"/>
            <a:ext cx="6478453" cy="1079500"/>
          </a:xfrm>
          <a:prstGeom prst="rect">
            <a:avLst/>
          </a:prstGeom>
          <a:noFill/>
          <a:ln/>
        </p:spPr>
        <p:txBody>
          <a:bodyPr wrap="square" lIns="0" tIns="0" rIns="0" bIns="0" rtlCol="0" anchor="t"/>
          <a:lstStyle/>
          <a:p>
            <a:pPr algn="l">
              <a:lnSpc>
                <a:spcPct val="140000"/>
              </a:lnSpc>
            </a:pPr>
            <a:r>
              <a:rPr lang="en-US" sz="1300" b="1" dirty="0">
                <a:solidFill>
                  <a:srgbClr val="2D3748"/>
                </a:solidFill>
                <a:latin typeface="Calibri" pitchFamily="34" charset="0"/>
                <a:ea typeface="Calibri" pitchFamily="34" charset="-122"/>
                <a:cs typeface="Calibri" pitchFamily="34" charset="-120"/>
              </a:rPr>
              <a:t>Department Hero Products:</a:t>
            </a:r>
            <a:r>
              <a:rPr lang="en-US" sz="1300" dirty="0">
                <a:solidFill>
                  <a:srgbClr val="2D3748"/>
                </a:solidFill>
                <a:latin typeface="Calibri" pitchFamily="34" charset="0"/>
                <a:ea typeface="Calibri" pitchFamily="34" charset="-122"/>
                <a:cs typeface="Calibri" pitchFamily="34" charset="-120"/>
              </a:rPr>
              <a:t> Each department has its own loyalty driver — Banana (Produce), Organic Whole Milk (Dairy), Original Hummus (Deli), Sauvignon Blanc (Alcohol).</a:t>
            </a:r>
            <a:endParaRPr lang="en-US" sz="1300" dirty="0"/>
          </a:p>
          <a:p>
            <a:pPr algn="l">
              <a:lnSpc>
                <a:spcPct val="140000"/>
              </a:lnSpc>
              <a:spcBef>
                <a:spcPts val="300"/>
              </a:spcBef>
            </a:pPr>
            <a:r>
              <a:rPr lang="en-US" sz="1300" b="1" dirty="0">
                <a:solidFill>
                  <a:srgbClr val="1B4F8F"/>
                </a:solidFill>
                <a:latin typeface="Calibri" pitchFamily="34" charset="0"/>
                <a:ea typeface="Calibri" pitchFamily="34" charset="-122"/>
                <a:cs typeface="Calibri" pitchFamily="34" charset="-120"/>
              </a:rPr>
              <a:t>Impact:</a:t>
            </a:r>
            <a:r>
              <a:rPr lang="en-US" sz="1300" dirty="0">
                <a:solidFill>
                  <a:srgbClr val="2D3748"/>
                </a:solidFill>
                <a:latin typeface="Calibri" pitchFamily="34" charset="0"/>
                <a:ea typeface="Calibri" pitchFamily="34" charset="-122"/>
                <a:cs typeface="Calibri" pitchFamily="34" charset="-120"/>
              </a:rPr>
              <a:t> Department-specific promotions should focus on these hero products as traffic drivers.</a:t>
            </a:r>
            <a:endParaRPr lang="en-US" sz="1300" dirty="0"/>
          </a:p>
        </p:txBody>
      </p:sp>
      <p:sp>
        <p:nvSpPr>
          <p:cNvPr id="18" name="Shape 16"/>
          <p:cNvSpPr/>
          <p:nvPr/>
        </p:nvSpPr>
        <p:spPr>
          <a:xfrm>
            <a:off x="762000" y="8763000"/>
            <a:ext cx="14732000" cy="25400"/>
          </a:xfrm>
          <a:prstGeom prst="rect">
            <a:avLst/>
          </a:prstGeom>
          <a:solidFill>
            <a:srgbClr val="1B4F8F"/>
          </a:solidFill>
          <a:ln/>
        </p:spPr>
        <p:txBody>
          <a:bodyPr/>
          <a:lstStyle/>
          <a:p>
            <a:endParaRPr lang="en-IN"/>
          </a:p>
        </p:txBody>
      </p:sp>
      <p:sp>
        <p:nvSpPr>
          <p:cNvPr id="19" name="Text 17"/>
          <p:cNvSpPr/>
          <p:nvPr/>
        </p:nvSpPr>
        <p:spPr>
          <a:xfrm>
            <a:off x="14478000" y="8826500"/>
            <a:ext cx="1016000" cy="254000"/>
          </a:xfrm>
          <a:prstGeom prst="rect">
            <a:avLst/>
          </a:prstGeom>
          <a:noFill/>
          <a:ln/>
        </p:spPr>
        <p:txBody>
          <a:bodyPr wrap="none" lIns="0" tIns="0" rIns="0" bIns="0" rtlCol="0" anchor="ctr"/>
          <a:lstStyle/>
          <a:p>
            <a:pPr algn="r">
              <a:lnSpc>
                <a:spcPct val="120000"/>
              </a:lnSpc>
            </a:pPr>
            <a:r>
              <a:rPr lang="en-US" sz="1200" dirty="0">
                <a:solidFill>
                  <a:srgbClr val="718096"/>
                </a:solidFill>
                <a:latin typeface="Calibri" pitchFamily="34" charset="0"/>
                <a:ea typeface="Calibri" pitchFamily="34" charset="-122"/>
                <a:cs typeface="Calibri" pitchFamily="34" charset="-120"/>
              </a:rPr>
              <a:t>43 / 55</a:t>
            </a:r>
            <a:endParaRPr lang="en-US" sz="1200" dirty="0"/>
          </a:p>
        </p:txBody>
      </p:sp>
    </p:spTree>
  </p:cSld>
  <p:clrMapOvr>
    <a:masterClrMapping/>
  </p:clrMapOvr>
  <p:transition>
    <p:fade/>
  </p:transition>
</p:sld>
</file>

<file path=ppt/slides/slide49.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62000" y="444500"/>
            <a:ext cx="12700000" cy="444500"/>
          </a:xfrm>
          <a:prstGeom prst="rect">
            <a:avLst/>
          </a:prstGeom>
          <a:noFill/>
          <a:ln/>
        </p:spPr>
        <p:txBody>
          <a:bodyPr wrap="none" lIns="0" tIns="0" rIns="0" bIns="0" rtlCol="0" anchor="ctr"/>
          <a:lstStyle/>
          <a:p>
            <a:pPr algn="l">
              <a:lnSpc>
                <a:spcPct val="130000"/>
              </a:lnSpc>
            </a:pPr>
            <a:r>
              <a:rPr lang="en-US" sz="2400" b="1" dirty="0">
                <a:solidFill>
                  <a:srgbClr val="2D3748"/>
                </a:solidFill>
                <a:latin typeface="Calibri" pitchFamily="34" charset="0"/>
                <a:ea typeface="Calibri" pitchFamily="34" charset="-122"/>
                <a:cs typeface="Calibri" pitchFamily="34" charset="-120"/>
              </a:rPr>
              <a:t>Business Insights — Customer Reach, Demand &amp; Reordering</a:t>
            </a:r>
            <a:endParaRPr lang="en-US" sz="2400" dirty="0"/>
          </a:p>
        </p:txBody>
      </p:sp>
      <p:sp>
        <p:nvSpPr>
          <p:cNvPr id="3" name="Shape 1"/>
          <p:cNvSpPr/>
          <p:nvPr/>
        </p:nvSpPr>
        <p:spPr>
          <a:xfrm>
            <a:off x="762000" y="952500"/>
            <a:ext cx="14732000" cy="25400"/>
          </a:xfrm>
          <a:prstGeom prst="rect">
            <a:avLst/>
          </a:prstGeom>
          <a:solidFill>
            <a:srgbClr val="1B4F8F"/>
          </a:solidFill>
          <a:ln/>
        </p:spPr>
        <p:txBody>
          <a:bodyPr/>
          <a:lstStyle/>
          <a:p>
            <a:endParaRPr lang="en-IN"/>
          </a:p>
        </p:txBody>
      </p:sp>
      <p:sp>
        <p:nvSpPr>
          <p:cNvPr id="4" name="Text 2"/>
          <p:cNvSpPr/>
          <p:nvPr/>
        </p:nvSpPr>
        <p:spPr>
          <a:xfrm>
            <a:off x="990600" y="1298856"/>
            <a:ext cx="6135936" cy="355600"/>
          </a:xfrm>
          <a:prstGeom prst="rect">
            <a:avLst/>
          </a:prstGeom>
          <a:noFill/>
          <a:ln/>
        </p:spPr>
        <p:txBody>
          <a:bodyPr wrap="none" lIns="0" tIns="0" rIns="0" bIns="0" rtlCol="0" anchor="ctr"/>
          <a:lstStyle/>
          <a:p>
            <a:pPr algn="l">
              <a:lnSpc>
                <a:spcPct val="120000"/>
              </a:lnSpc>
            </a:pPr>
            <a:r>
              <a:rPr lang="en-US" sz="1800" b="1" dirty="0">
                <a:solidFill>
                  <a:srgbClr val="1B4F8F"/>
                </a:solidFill>
                <a:latin typeface="Calibri" pitchFamily="34" charset="0"/>
                <a:ea typeface="Calibri" pitchFamily="34" charset="-122"/>
                <a:cs typeface="Calibri" pitchFamily="34" charset="-120"/>
              </a:rPr>
              <a:t>E. Customer Reach Insights</a:t>
            </a:r>
            <a:endParaRPr lang="en-US" sz="1800" dirty="0"/>
          </a:p>
        </p:txBody>
      </p:sp>
      <p:sp>
        <p:nvSpPr>
          <p:cNvPr id="5" name="Shape 3"/>
          <p:cNvSpPr/>
          <p:nvPr/>
        </p:nvSpPr>
        <p:spPr>
          <a:xfrm>
            <a:off x="990600" y="1756056"/>
            <a:ext cx="49087" cy="1016000"/>
          </a:xfrm>
          <a:prstGeom prst="rect">
            <a:avLst/>
          </a:prstGeom>
          <a:solidFill>
            <a:srgbClr val="1B4F8F"/>
          </a:solidFill>
          <a:ln/>
        </p:spPr>
        <p:txBody>
          <a:bodyPr/>
          <a:lstStyle/>
          <a:p>
            <a:endParaRPr lang="en-IN"/>
          </a:p>
        </p:txBody>
      </p:sp>
      <p:sp>
        <p:nvSpPr>
          <p:cNvPr id="6" name="Text 4"/>
          <p:cNvSpPr/>
          <p:nvPr/>
        </p:nvSpPr>
        <p:spPr>
          <a:xfrm>
            <a:off x="1219200" y="1756056"/>
            <a:ext cx="13989934" cy="1077332"/>
          </a:xfrm>
          <a:prstGeom prst="rect">
            <a:avLst/>
          </a:prstGeom>
          <a:noFill/>
          <a:ln/>
        </p:spPr>
        <p:txBody>
          <a:bodyPr wrap="square" lIns="0" tIns="0" rIns="0" bIns="0" rtlCol="0" anchor="t"/>
          <a:lstStyle/>
          <a:p>
            <a:pPr algn="l">
              <a:lnSpc>
                <a:spcPct val="150000"/>
              </a:lnSpc>
            </a:pPr>
            <a:r>
              <a:rPr lang="en-US" sz="1500" b="1" dirty="0">
                <a:solidFill>
                  <a:srgbClr val="2D3748"/>
                </a:solidFill>
                <a:latin typeface="Calibri" pitchFamily="34" charset="0"/>
                <a:ea typeface="Calibri" pitchFamily="34" charset="-122"/>
                <a:cs typeface="Calibri" pitchFamily="34" charset="-120"/>
              </a:rPr>
              <a:t>Produce Reaches the Largest Number of Customers:</a:t>
            </a:r>
            <a:r>
              <a:rPr lang="en-US" sz="1500" dirty="0">
                <a:solidFill>
                  <a:srgbClr val="2D3748"/>
                </a:solidFill>
                <a:latin typeface="Calibri" pitchFamily="34" charset="0"/>
                <a:ea typeface="Calibri" pitchFamily="34" charset="-122"/>
                <a:cs typeface="Calibri" pitchFamily="34" charset="-120"/>
              </a:rPr>
              <a:t> The Produce department reaches the largest customer base (22,303), followed by Dairy Eggs (20,153), Beverages (14,024), and Snacks (13,304) as categories with highest unique customer counts.</a:t>
            </a:r>
            <a:endParaRPr lang="en-US" sz="1500" dirty="0"/>
          </a:p>
          <a:p>
            <a:pPr algn="l">
              <a:lnSpc>
                <a:spcPct val="150000"/>
              </a:lnSpc>
              <a:spcBef>
                <a:spcPts val="400"/>
              </a:spcBef>
            </a:pPr>
            <a:r>
              <a:rPr lang="en-US" sz="1500" b="1" dirty="0">
                <a:solidFill>
                  <a:srgbClr val="1B4F8F"/>
                </a:solidFill>
                <a:latin typeface="Calibri" pitchFamily="34" charset="0"/>
                <a:ea typeface="Calibri" pitchFamily="34" charset="-122"/>
                <a:cs typeface="Calibri" pitchFamily="34" charset="-120"/>
              </a:rPr>
              <a:t>Impact:</a:t>
            </a:r>
            <a:r>
              <a:rPr lang="en-US" sz="1500" dirty="0">
                <a:solidFill>
                  <a:srgbClr val="2D3748"/>
                </a:solidFill>
                <a:latin typeface="Calibri" pitchFamily="34" charset="0"/>
                <a:ea typeface="Calibri" pitchFamily="34" charset="-122"/>
                <a:cs typeface="Calibri" pitchFamily="34" charset="-120"/>
              </a:rPr>
              <a:t> These departments attract the broadest customer base and deserve greater promotional investment.</a:t>
            </a:r>
            <a:endParaRPr lang="en-US" sz="1500" dirty="0"/>
          </a:p>
        </p:txBody>
      </p:sp>
      <p:sp>
        <p:nvSpPr>
          <p:cNvPr id="7" name="Text 5"/>
          <p:cNvSpPr/>
          <p:nvPr/>
        </p:nvSpPr>
        <p:spPr>
          <a:xfrm>
            <a:off x="990600" y="3166479"/>
            <a:ext cx="6135936" cy="355600"/>
          </a:xfrm>
          <a:prstGeom prst="rect">
            <a:avLst/>
          </a:prstGeom>
          <a:noFill/>
          <a:ln/>
        </p:spPr>
        <p:txBody>
          <a:bodyPr wrap="none" lIns="0" tIns="0" rIns="0" bIns="0" rtlCol="0" anchor="ctr"/>
          <a:lstStyle/>
          <a:p>
            <a:pPr algn="l">
              <a:lnSpc>
                <a:spcPct val="120000"/>
              </a:lnSpc>
            </a:pPr>
            <a:r>
              <a:rPr lang="en-US" sz="1800" b="1" dirty="0">
                <a:solidFill>
                  <a:srgbClr val="1B4F8F"/>
                </a:solidFill>
                <a:latin typeface="Calibri" pitchFamily="34" charset="0"/>
                <a:ea typeface="Calibri" pitchFamily="34" charset="-122"/>
                <a:cs typeface="Calibri" pitchFamily="34" charset="-120"/>
              </a:rPr>
              <a:t>F. Product Demand Insights</a:t>
            </a:r>
            <a:endParaRPr lang="en-US" sz="1800" dirty="0"/>
          </a:p>
        </p:txBody>
      </p:sp>
      <p:sp>
        <p:nvSpPr>
          <p:cNvPr id="8" name="Shape 6"/>
          <p:cNvSpPr/>
          <p:nvPr/>
        </p:nvSpPr>
        <p:spPr>
          <a:xfrm>
            <a:off x="990600" y="3623679"/>
            <a:ext cx="49087" cy="1016000"/>
          </a:xfrm>
          <a:prstGeom prst="rect">
            <a:avLst/>
          </a:prstGeom>
          <a:solidFill>
            <a:srgbClr val="1B4F8F"/>
          </a:solidFill>
          <a:ln/>
        </p:spPr>
        <p:txBody>
          <a:bodyPr/>
          <a:lstStyle/>
          <a:p>
            <a:endParaRPr lang="en-IN"/>
          </a:p>
        </p:txBody>
      </p:sp>
      <p:sp>
        <p:nvSpPr>
          <p:cNvPr id="9" name="Text 7"/>
          <p:cNvSpPr/>
          <p:nvPr/>
        </p:nvSpPr>
        <p:spPr>
          <a:xfrm>
            <a:off x="1219200" y="3623679"/>
            <a:ext cx="13989934" cy="1077332"/>
          </a:xfrm>
          <a:prstGeom prst="rect">
            <a:avLst/>
          </a:prstGeom>
          <a:noFill/>
          <a:ln/>
        </p:spPr>
        <p:txBody>
          <a:bodyPr wrap="square" lIns="0" tIns="0" rIns="0" bIns="0" rtlCol="0" anchor="t"/>
          <a:lstStyle/>
          <a:p>
            <a:pPr algn="l">
              <a:lnSpc>
                <a:spcPct val="150000"/>
              </a:lnSpc>
            </a:pPr>
            <a:r>
              <a:rPr lang="en-US" sz="1500" b="1" dirty="0">
                <a:solidFill>
                  <a:srgbClr val="2D3748"/>
                </a:solidFill>
                <a:latin typeface="Calibri" pitchFamily="34" charset="0"/>
                <a:ea typeface="Calibri" pitchFamily="34" charset="-122"/>
                <a:cs typeface="Calibri" pitchFamily="34" charset="-120"/>
              </a:rPr>
              <a:t>Fresh Produce Dominates Orders:</a:t>
            </a:r>
            <a:r>
              <a:rPr lang="en-US" sz="1500" dirty="0">
                <a:solidFill>
                  <a:srgbClr val="2D3748"/>
                </a:solidFill>
                <a:latin typeface="Calibri" pitchFamily="34" charset="0"/>
                <a:ea typeface="Calibri" pitchFamily="34" charset="-122"/>
                <a:cs typeface="Calibri" pitchFamily="34" charset="-120"/>
              </a:rPr>
              <a:t> Fresh produce dominates customer orders, with top-ordered products consisting of bananas, organic bananas, organic strawberries, organic baby spinach, avocados, and lemons.</a:t>
            </a:r>
            <a:endParaRPr lang="en-US" sz="1500" dirty="0"/>
          </a:p>
          <a:p>
            <a:pPr algn="l">
              <a:lnSpc>
                <a:spcPct val="150000"/>
              </a:lnSpc>
              <a:spcBef>
                <a:spcPts val="400"/>
              </a:spcBef>
            </a:pPr>
            <a:r>
              <a:rPr lang="en-US" sz="1500" b="1" dirty="0">
                <a:solidFill>
                  <a:srgbClr val="1B4F8F"/>
                </a:solidFill>
                <a:latin typeface="Calibri" pitchFamily="34" charset="0"/>
                <a:ea typeface="Calibri" pitchFamily="34" charset="-122"/>
                <a:cs typeface="Calibri" pitchFamily="34" charset="-120"/>
              </a:rPr>
              <a:t>Impact:</a:t>
            </a:r>
            <a:r>
              <a:rPr lang="en-US" sz="1500" dirty="0">
                <a:solidFill>
                  <a:srgbClr val="2D3748"/>
                </a:solidFill>
                <a:latin typeface="Calibri" pitchFamily="34" charset="0"/>
                <a:ea typeface="Calibri" pitchFamily="34" charset="-122"/>
                <a:cs typeface="Calibri" pitchFamily="34" charset="-120"/>
              </a:rPr>
              <a:t> Fresh produce drives customer traffic. Demand forecasting is especially important for perishables to prevent stockouts and waste.</a:t>
            </a:r>
            <a:endParaRPr lang="en-US" sz="1500" dirty="0"/>
          </a:p>
        </p:txBody>
      </p:sp>
      <p:sp>
        <p:nvSpPr>
          <p:cNvPr id="10" name="Text 8"/>
          <p:cNvSpPr/>
          <p:nvPr/>
        </p:nvSpPr>
        <p:spPr>
          <a:xfrm>
            <a:off x="990600" y="5034262"/>
            <a:ext cx="6135936" cy="355600"/>
          </a:xfrm>
          <a:prstGeom prst="rect">
            <a:avLst/>
          </a:prstGeom>
          <a:noFill/>
          <a:ln/>
        </p:spPr>
        <p:txBody>
          <a:bodyPr wrap="none" lIns="0" tIns="0" rIns="0" bIns="0" rtlCol="0" anchor="ctr"/>
          <a:lstStyle/>
          <a:p>
            <a:pPr algn="l">
              <a:lnSpc>
                <a:spcPct val="120000"/>
              </a:lnSpc>
            </a:pPr>
            <a:r>
              <a:rPr lang="en-US" sz="1800" b="1" dirty="0">
                <a:solidFill>
                  <a:srgbClr val="1B4F8F"/>
                </a:solidFill>
                <a:latin typeface="Calibri" pitchFamily="34" charset="0"/>
                <a:ea typeface="Calibri" pitchFamily="34" charset="-122"/>
                <a:cs typeface="Calibri" pitchFamily="34" charset="-120"/>
              </a:rPr>
              <a:t>G. Reordering Behaviour Insights</a:t>
            </a:r>
            <a:endParaRPr lang="en-US" sz="1800" dirty="0"/>
          </a:p>
        </p:txBody>
      </p:sp>
      <p:sp>
        <p:nvSpPr>
          <p:cNvPr id="11" name="Shape 9"/>
          <p:cNvSpPr/>
          <p:nvPr/>
        </p:nvSpPr>
        <p:spPr>
          <a:xfrm>
            <a:off x="990600" y="5491462"/>
            <a:ext cx="49087" cy="1016000"/>
          </a:xfrm>
          <a:prstGeom prst="rect">
            <a:avLst/>
          </a:prstGeom>
          <a:solidFill>
            <a:srgbClr val="1B4F8F"/>
          </a:solidFill>
          <a:ln/>
        </p:spPr>
        <p:txBody>
          <a:bodyPr/>
          <a:lstStyle/>
          <a:p>
            <a:endParaRPr lang="en-IN"/>
          </a:p>
        </p:txBody>
      </p:sp>
      <p:sp>
        <p:nvSpPr>
          <p:cNvPr id="12" name="Text 10"/>
          <p:cNvSpPr/>
          <p:nvPr/>
        </p:nvSpPr>
        <p:spPr>
          <a:xfrm>
            <a:off x="1219200" y="5491462"/>
            <a:ext cx="13989934" cy="1077332"/>
          </a:xfrm>
          <a:prstGeom prst="rect">
            <a:avLst/>
          </a:prstGeom>
          <a:noFill/>
          <a:ln/>
        </p:spPr>
        <p:txBody>
          <a:bodyPr wrap="square" lIns="0" tIns="0" rIns="0" bIns="0" rtlCol="0" anchor="t"/>
          <a:lstStyle/>
          <a:p>
            <a:pPr algn="l">
              <a:lnSpc>
                <a:spcPct val="150000"/>
              </a:lnSpc>
            </a:pPr>
            <a:r>
              <a:rPr lang="en-US" sz="1500" b="1" dirty="0">
                <a:solidFill>
                  <a:srgbClr val="2D3748"/>
                </a:solidFill>
                <a:latin typeface="Calibri" pitchFamily="34" charset="0"/>
                <a:ea typeface="Calibri" pitchFamily="34" charset="-122"/>
                <a:cs typeface="Calibri" pitchFamily="34" charset="-120"/>
              </a:rPr>
              <a:t>High Reorder Rates Need Context:</a:t>
            </a:r>
            <a:r>
              <a:rPr lang="en-US" sz="1500" dirty="0">
                <a:solidFill>
                  <a:srgbClr val="2D3748"/>
                </a:solidFill>
                <a:latin typeface="Calibri" pitchFamily="34" charset="0"/>
                <a:ea typeface="Calibri" pitchFamily="34" charset="-122"/>
                <a:cs typeface="Calibri" pitchFamily="34" charset="-120"/>
              </a:rPr>
              <a:t> While several products initially showed 100% reorder rate, these figures were skewed by low purchase volumes. Applying a minimum threshold of 100 orders established a much more reliable metric.</a:t>
            </a:r>
            <a:endParaRPr lang="en-US" sz="1500" dirty="0"/>
          </a:p>
          <a:p>
            <a:pPr algn="l">
              <a:lnSpc>
                <a:spcPct val="150000"/>
              </a:lnSpc>
              <a:spcBef>
                <a:spcPts val="400"/>
              </a:spcBef>
            </a:pPr>
            <a:r>
              <a:rPr lang="en-US" sz="1500" b="1" dirty="0">
                <a:solidFill>
                  <a:srgbClr val="1B4F8F"/>
                </a:solidFill>
                <a:latin typeface="Calibri" pitchFamily="34" charset="0"/>
                <a:ea typeface="Calibri" pitchFamily="34" charset="-122"/>
                <a:cs typeface="Calibri" pitchFamily="34" charset="-120"/>
              </a:rPr>
              <a:t>Impact:</a:t>
            </a:r>
            <a:r>
              <a:rPr lang="en-US" sz="1500" dirty="0">
                <a:solidFill>
                  <a:srgbClr val="2D3748"/>
                </a:solidFill>
                <a:latin typeface="Calibri" pitchFamily="34" charset="0"/>
                <a:ea typeface="Calibri" pitchFamily="34" charset="-122"/>
                <a:cs typeface="Calibri" pitchFamily="34" charset="-120"/>
              </a:rPr>
              <a:t> Business decisions should not rely solely on percentages; sufficient sample size is essential. Combine reorder rate with total order volume for reliable conclusions.</a:t>
            </a:r>
            <a:endParaRPr lang="en-US" sz="1500" dirty="0"/>
          </a:p>
        </p:txBody>
      </p:sp>
      <p:sp>
        <p:nvSpPr>
          <p:cNvPr id="13" name="Shape 11"/>
          <p:cNvSpPr/>
          <p:nvPr/>
        </p:nvSpPr>
        <p:spPr>
          <a:xfrm>
            <a:off x="762000" y="7245350"/>
            <a:ext cx="14732000" cy="1270000"/>
          </a:xfrm>
          <a:prstGeom prst="rect">
            <a:avLst/>
          </a:prstGeom>
          <a:solidFill>
            <a:srgbClr val="EDF2F7"/>
          </a:solidFill>
          <a:ln/>
        </p:spPr>
        <p:txBody>
          <a:bodyPr/>
          <a:lstStyle/>
          <a:p>
            <a:endParaRPr lang="en-IN"/>
          </a:p>
        </p:txBody>
      </p:sp>
      <p:sp>
        <p:nvSpPr>
          <p:cNvPr id="14" name="Text 12"/>
          <p:cNvSpPr/>
          <p:nvPr/>
        </p:nvSpPr>
        <p:spPr>
          <a:xfrm>
            <a:off x="1015999" y="7346950"/>
            <a:ext cx="3810001" cy="317500"/>
          </a:xfrm>
          <a:prstGeom prst="rect">
            <a:avLst/>
          </a:prstGeom>
          <a:noFill/>
          <a:ln/>
        </p:spPr>
        <p:txBody>
          <a:bodyPr wrap="none" lIns="0" tIns="0" rIns="0" bIns="0" rtlCol="0" anchor="ctr"/>
          <a:lstStyle/>
          <a:p>
            <a:pPr algn="l">
              <a:lnSpc>
                <a:spcPct val="120000"/>
              </a:lnSpc>
            </a:pPr>
            <a:r>
              <a:rPr lang="en-US" sz="1600" b="1" dirty="0">
                <a:solidFill>
                  <a:srgbClr val="1B4F8F"/>
                </a:solidFill>
                <a:latin typeface="Calibri" pitchFamily="34" charset="0"/>
                <a:ea typeface="Calibri" pitchFamily="34" charset="-122"/>
                <a:cs typeface="Calibri" pitchFamily="34" charset="-120"/>
              </a:rPr>
              <a:t>Insight Summary Matrix</a:t>
            </a:r>
            <a:endParaRPr lang="en-US" sz="1600" dirty="0"/>
          </a:p>
        </p:txBody>
      </p:sp>
      <p:sp>
        <p:nvSpPr>
          <p:cNvPr id="15" name="Text 13"/>
          <p:cNvSpPr/>
          <p:nvPr/>
        </p:nvSpPr>
        <p:spPr>
          <a:xfrm>
            <a:off x="1016000" y="7727950"/>
            <a:ext cx="14224001" cy="660400"/>
          </a:xfrm>
          <a:prstGeom prst="rect">
            <a:avLst/>
          </a:prstGeom>
          <a:noFill/>
          <a:ln/>
        </p:spPr>
        <p:txBody>
          <a:bodyPr wrap="square" lIns="0" tIns="0" rIns="0" bIns="0" rtlCol="0" anchor="t"/>
          <a:lstStyle/>
          <a:p>
            <a:pPr algn="l">
              <a:lnSpc>
                <a:spcPct val="150000"/>
              </a:lnSpc>
            </a:pPr>
            <a:r>
              <a:rPr lang="en-US" sz="1400" b="1" dirty="0">
                <a:solidFill>
                  <a:srgbClr val="2D3748"/>
                </a:solidFill>
                <a:latin typeface="Calibri" pitchFamily="34" charset="0"/>
                <a:ea typeface="Calibri" pitchFamily="34" charset="-122"/>
                <a:cs typeface="Calibri" pitchFamily="34" charset="-120"/>
              </a:rPr>
              <a:t>Produce</a:t>
            </a:r>
            <a:r>
              <a:rPr lang="en-US" sz="1400" dirty="0">
                <a:solidFill>
                  <a:srgbClr val="2D3748"/>
                </a:solidFill>
                <a:latin typeface="Calibri" pitchFamily="34" charset="0"/>
                <a:ea typeface="Calibri" pitchFamily="34" charset="-122"/>
                <a:cs typeface="Calibri" pitchFamily="34" charset="-120"/>
              </a:rPr>
              <a:t> = highest reach (22,303 customers) + dominates orders + dominates reorders | </a:t>
            </a:r>
            <a:r>
              <a:rPr lang="en-US" sz="1400" b="1" dirty="0">
                <a:solidFill>
                  <a:srgbClr val="2D3748"/>
                </a:solidFill>
                <a:latin typeface="Calibri" pitchFamily="34" charset="0"/>
                <a:ea typeface="Calibri" pitchFamily="34" charset="-122"/>
                <a:cs typeface="Calibri" pitchFamily="34" charset="-120"/>
              </a:rPr>
              <a:t>Organic dairy</a:t>
            </a:r>
            <a:r>
              <a:rPr lang="en-US" sz="1400" dirty="0">
                <a:solidFill>
                  <a:srgbClr val="2D3748"/>
                </a:solidFill>
                <a:latin typeface="Calibri" pitchFamily="34" charset="0"/>
                <a:ea typeface="Calibri" pitchFamily="34" charset="-122"/>
                <a:cs typeface="Calibri" pitchFamily="34" charset="-120"/>
              </a:rPr>
              <a:t> = highest loyalty (85%+ reorder) | </a:t>
            </a:r>
            <a:r>
              <a:rPr lang="en-US" sz="1400" b="1" dirty="0">
                <a:solidFill>
                  <a:srgbClr val="2D3748"/>
                </a:solidFill>
                <a:latin typeface="Calibri" pitchFamily="34" charset="0"/>
                <a:ea typeface="Calibri" pitchFamily="34" charset="-122"/>
                <a:cs typeface="Calibri" pitchFamily="34" charset="-120"/>
              </a:rPr>
              <a:t>Peak hours</a:t>
            </a:r>
            <a:r>
              <a:rPr lang="en-US" sz="1400" dirty="0">
                <a:solidFill>
                  <a:srgbClr val="2D3748"/>
                </a:solidFill>
                <a:latin typeface="Calibri" pitchFamily="34" charset="0"/>
                <a:ea typeface="Calibri" pitchFamily="34" charset="-122"/>
                <a:cs typeface="Calibri" pitchFamily="34" charset="-120"/>
              </a:rPr>
              <a:t> = 10 AM-3 PM | </a:t>
            </a:r>
            <a:r>
              <a:rPr lang="en-US" sz="1400" b="1" dirty="0">
                <a:solidFill>
                  <a:srgbClr val="2D3748"/>
                </a:solidFill>
                <a:latin typeface="Calibri" pitchFamily="34" charset="0"/>
                <a:ea typeface="Calibri" pitchFamily="34" charset="-122"/>
                <a:cs typeface="Calibri" pitchFamily="34" charset="-120"/>
              </a:rPr>
              <a:t>Peak days</a:t>
            </a:r>
            <a:r>
              <a:rPr lang="en-US" sz="1400" dirty="0">
                <a:solidFill>
                  <a:srgbClr val="2D3748"/>
                </a:solidFill>
                <a:latin typeface="Calibri" pitchFamily="34" charset="0"/>
                <a:ea typeface="Calibri" pitchFamily="34" charset="-122"/>
                <a:cs typeface="Calibri" pitchFamily="34" charset="-120"/>
              </a:rPr>
              <a:t> = Sun-Mon | </a:t>
            </a:r>
            <a:r>
              <a:rPr lang="en-US" sz="1400" b="1" dirty="0">
                <a:solidFill>
                  <a:srgbClr val="2D3748"/>
                </a:solidFill>
                <a:latin typeface="Calibri" pitchFamily="34" charset="0"/>
                <a:ea typeface="Calibri" pitchFamily="34" charset="-122"/>
                <a:cs typeface="Calibri" pitchFamily="34" charset="-120"/>
              </a:rPr>
              <a:t>Avg basket</a:t>
            </a:r>
            <a:r>
              <a:rPr lang="en-US" sz="1400" dirty="0">
                <a:solidFill>
                  <a:srgbClr val="2D3748"/>
                </a:solidFill>
                <a:latin typeface="Calibri" pitchFamily="34" charset="0"/>
                <a:ea typeface="Calibri" pitchFamily="34" charset="-122"/>
                <a:cs typeface="Calibri" pitchFamily="34" charset="-120"/>
              </a:rPr>
              <a:t> = 10.51 items | </a:t>
            </a:r>
            <a:r>
              <a:rPr lang="en-US" sz="1400" b="1" dirty="0">
                <a:solidFill>
                  <a:srgbClr val="2D3748"/>
                </a:solidFill>
                <a:latin typeface="Calibri" pitchFamily="34" charset="0"/>
                <a:ea typeface="Calibri" pitchFamily="34" charset="-122"/>
                <a:cs typeface="Calibri" pitchFamily="34" charset="-120"/>
              </a:rPr>
              <a:t>11,529 products</a:t>
            </a:r>
            <a:r>
              <a:rPr lang="en-US" sz="1400" dirty="0">
                <a:solidFill>
                  <a:srgbClr val="2D3748"/>
                </a:solidFill>
                <a:latin typeface="Calibri" pitchFamily="34" charset="0"/>
                <a:ea typeface="Calibri" pitchFamily="34" charset="-122"/>
                <a:cs typeface="Calibri" pitchFamily="34" charset="-120"/>
              </a:rPr>
              <a:t> reordered multiple times</a:t>
            </a:r>
            <a:endParaRPr lang="en-US" sz="1400" dirty="0"/>
          </a:p>
        </p:txBody>
      </p:sp>
      <p:sp>
        <p:nvSpPr>
          <p:cNvPr id="16" name="Shape 14"/>
          <p:cNvSpPr/>
          <p:nvPr/>
        </p:nvSpPr>
        <p:spPr>
          <a:xfrm>
            <a:off x="762000" y="8763000"/>
            <a:ext cx="14732000" cy="25400"/>
          </a:xfrm>
          <a:prstGeom prst="rect">
            <a:avLst/>
          </a:prstGeom>
          <a:solidFill>
            <a:srgbClr val="1B4F8F"/>
          </a:solidFill>
          <a:ln/>
        </p:spPr>
        <p:txBody>
          <a:bodyPr/>
          <a:lstStyle/>
          <a:p>
            <a:endParaRPr lang="en-IN"/>
          </a:p>
        </p:txBody>
      </p:sp>
      <p:sp>
        <p:nvSpPr>
          <p:cNvPr id="17" name="Text 15"/>
          <p:cNvSpPr/>
          <p:nvPr/>
        </p:nvSpPr>
        <p:spPr>
          <a:xfrm>
            <a:off x="14478000" y="8826500"/>
            <a:ext cx="1016000" cy="254000"/>
          </a:xfrm>
          <a:prstGeom prst="rect">
            <a:avLst/>
          </a:prstGeom>
          <a:noFill/>
          <a:ln/>
        </p:spPr>
        <p:txBody>
          <a:bodyPr wrap="none" lIns="0" tIns="0" rIns="0" bIns="0" rtlCol="0" anchor="ctr"/>
          <a:lstStyle/>
          <a:p>
            <a:pPr algn="r">
              <a:lnSpc>
                <a:spcPct val="120000"/>
              </a:lnSpc>
            </a:pPr>
            <a:r>
              <a:rPr lang="en-US" sz="1200" dirty="0">
                <a:solidFill>
                  <a:srgbClr val="718096"/>
                </a:solidFill>
                <a:latin typeface="Calibri" pitchFamily="34" charset="0"/>
                <a:ea typeface="Calibri" pitchFamily="34" charset="-122"/>
                <a:cs typeface="Calibri" pitchFamily="34" charset="-120"/>
              </a:rPr>
              <a:t>44 / 55</a:t>
            </a:r>
            <a:endParaRPr lang="en-US" sz="1200" dirty="0"/>
          </a:p>
        </p:txBody>
      </p:sp>
    </p:spTree>
  </p:cSld>
  <p:clrMapOvr>
    <a:masterClrMapping/>
  </p:clrMapOvr>
  <p:transition>
    <p:fade/>
  </p:transition>
</p:sld>
</file>

<file path=ppt/slides/slide50.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 y="0"/>
            <a:ext cx="8001001" cy="9144000"/>
          </a:xfrm>
          <a:prstGeom prst="rect">
            <a:avLst/>
          </a:prstGeom>
          <a:solidFill>
            <a:srgbClr val="1B4F8F"/>
          </a:solidFill>
          <a:ln/>
        </p:spPr>
        <p:txBody>
          <a:bodyPr/>
          <a:lstStyle/>
          <a:p>
            <a:endParaRPr lang="en-IN"/>
          </a:p>
        </p:txBody>
      </p:sp>
      <p:sp>
        <p:nvSpPr>
          <p:cNvPr id="3" name="Text 1"/>
          <p:cNvSpPr/>
          <p:nvPr/>
        </p:nvSpPr>
        <p:spPr>
          <a:xfrm>
            <a:off x="762000" y="2540000"/>
            <a:ext cx="6096000" cy="1016000"/>
          </a:xfrm>
          <a:prstGeom prst="rect">
            <a:avLst/>
          </a:prstGeom>
          <a:noFill/>
          <a:ln/>
        </p:spPr>
        <p:txBody>
          <a:bodyPr wrap="none" lIns="0" tIns="0" rIns="0" bIns="0" rtlCol="0" anchor="ctr"/>
          <a:lstStyle/>
          <a:p>
            <a:pPr algn="l">
              <a:lnSpc>
                <a:spcPct val="120000"/>
              </a:lnSpc>
            </a:pPr>
            <a:r>
              <a:rPr lang="en-US" sz="7200" b="1" dirty="0">
                <a:solidFill>
                  <a:srgbClr val="FFFFFF"/>
                </a:solidFill>
                <a:latin typeface="Calibri" pitchFamily="34" charset="0"/>
                <a:ea typeface="Calibri" pitchFamily="34" charset="-122"/>
                <a:cs typeface="Calibri" pitchFamily="34" charset="-120"/>
              </a:rPr>
              <a:t>11</a:t>
            </a:r>
            <a:endParaRPr lang="en-US" sz="7200" dirty="0"/>
          </a:p>
        </p:txBody>
      </p:sp>
      <p:sp>
        <p:nvSpPr>
          <p:cNvPr id="4" name="Text 2"/>
          <p:cNvSpPr/>
          <p:nvPr/>
        </p:nvSpPr>
        <p:spPr>
          <a:xfrm>
            <a:off x="762000" y="3556000"/>
            <a:ext cx="6096000" cy="698500"/>
          </a:xfrm>
          <a:prstGeom prst="rect">
            <a:avLst/>
          </a:prstGeom>
          <a:noFill/>
          <a:ln/>
        </p:spPr>
        <p:txBody>
          <a:bodyPr wrap="none" lIns="0" tIns="0" rIns="0" bIns="0" rtlCol="0" anchor="ctr"/>
          <a:lstStyle/>
          <a:p>
            <a:pPr algn="l">
              <a:lnSpc>
                <a:spcPct val="120000"/>
              </a:lnSpc>
            </a:pPr>
            <a:r>
              <a:rPr lang="en-US" sz="4000" b="1" dirty="0">
                <a:solidFill>
                  <a:srgbClr val="FFFFFF"/>
                </a:solidFill>
                <a:latin typeface="Calibri" pitchFamily="34" charset="0"/>
                <a:ea typeface="Calibri" pitchFamily="34" charset="-122"/>
                <a:cs typeface="Calibri" pitchFamily="34" charset="-120"/>
              </a:rPr>
              <a:t>Recommendations &amp; Impact</a:t>
            </a:r>
            <a:endParaRPr lang="en-US" sz="4000" dirty="0"/>
          </a:p>
        </p:txBody>
      </p:sp>
      <p:sp>
        <p:nvSpPr>
          <p:cNvPr id="5" name="Shape 3"/>
          <p:cNvSpPr/>
          <p:nvPr/>
        </p:nvSpPr>
        <p:spPr>
          <a:xfrm>
            <a:off x="762000" y="4381500"/>
            <a:ext cx="2540000" cy="38100"/>
          </a:xfrm>
          <a:prstGeom prst="rect">
            <a:avLst/>
          </a:prstGeom>
          <a:solidFill>
            <a:srgbClr val="FFFFFF"/>
          </a:solidFill>
          <a:ln/>
        </p:spPr>
        <p:txBody>
          <a:bodyPr/>
          <a:lstStyle/>
          <a:p>
            <a:endParaRPr lang="en-IN"/>
          </a:p>
        </p:txBody>
      </p:sp>
      <p:sp>
        <p:nvSpPr>
          <p:cNvPr id="6" name="Text 4"/>
          <p:cNvSpPr/>
          <p:nvPr/>
        </p:nvSpPr>
        <p:spPr>
          <a:xfrm>
            <a:off x="762000" y="4635500"/>
            <a:ext cx="6096000" cy="1016000"/>
          </a:xfrm>
          <a:prstGeom prst="rect">
            <a:avLst/>
          </a:prstGeom>
          <a:noFill/>
          <a:ln/>
        </p:spPr>
        <p:txBody>
          <a:bodyPr wrap="square" lIns="0" tIns="0" rIns="0" bIns="0" rtlCol="0" anchor="t"/>
          <a:lstStyle/>
          <a:p>
            <a:pPr algn="l">
              <a:lnSpc>
                <a:spcPct val="150000"/>
              </a:lnSpc>
            </a:pPr>
            <a:r>
              <a:rPr lang="en-US" sz="1800" dirty="0">
                <a:solidFill>
                  <a:srgbClr val="FFFFFF"/>
                </a:solidFill>
                <a:latin typeface="Calibri" pitchFamily="34" charset="0"/>
                <a:ea typeface="Calibri" pitchFamily="34" charset="-122"/>
                <a:cs typeface="Calibri" pitchFamily="34" charset="-120"/>
              </a:rPr>
              <a:t>Twelve Data-Backed Recommendations for Marketing, Merchandising, and Operations</a:t>
            </a:r>
            <a:endParaRPr lang="en-US" sz="1800" dirty="0"/>
          </a:p>
        </p:txBody>
      </p:sp>
      <p:sp>
        <p:nvSpPr>
          <p:cNvPr id="7" name="Text 5"/>
          <p:cNvSpPr/>
          <p:nvPr/>
        </p:nvSpPr>
        <p:spPr>
          <a:xfrm>
            <a:off x="8255000" y="3302000"/>
            <a:ext cx="7239000" cy="1524000"/>
          </a:xfrm>
          <a:prstGeom prst="rect">
            <a:avLst/>
          </a:prstGeom>
          <a:noFill/>
          <a:ln/>
        </p:spPr>
        <p:txBody>
          <a:bodyPr wrap="square" lIns="0" tIns="0" rIns="0" bIns="0" rtlCol="0" anchor="ctr"/>
          <a:lstStyle/>
          <a:p>
            <a:pPr algn="l">
              <a:lnSpc>
                <a:spcPct val="160000"/>
              </a:lnSpc>
            </a:pPr>
            <a:r>
              <a:rPr lang="en-US" sz="1800" dirty="0">
                <a:solidFill>
                  <a:srgbClr val="2D3748"/>
                </a:solidFill>
                <a:latin typeface="Calibri" pitchFamily="34" charset="0"/>
                <a:ea typeface="Calibri" pitchFamily="34" charset="-122"/>
                <a:cs typeface="Calibri" pitchFamily="34" charset="-120"/>
              </a:rPr>
              <a:t>Each recommendation is grounded in specific analytical findings and includes </a:t>
            </a:r>
            <a:r>
              <a:rPr lang="en-US" sz="1800" b="1" dirty="0">
                <a:solidFill>
                  <a:srgbClr val="2D3748"/>
                </a:solidFill>
                <a:latin typeface="Calibri" pitchFamily="34" charset="0"/>
                <a:ea typeface="Calibri" pitchFamily="34" charset="-122"/>
                <a:cs typeface="Calibri" pitchFamily="34" charset="-120"/>
              </a:rPr>
              <a:t>expected business benefits</a:t>
            </a:r>
            <a:r>
              <a:rPr lang="en-US" sz="1800" dirty="0">
                <a:solidFill>
                  <a:srgbClr val="2D3748"/>
                </a:solidFill>
                <a:latin typeface="Calibri" pitchFamily="34" charset="0"/>
                <a:ea typeface="Calibri" pitchFamily="34" charset="-122"/>
                <a:cs typeface="Calibri" pitchFamily="34" charset="-120"/>
              </a:rPr>
              <a:t> to enable prioritization by Marketing, Merchandising, and Operations teams.</a:t>
            </a:r>
            <a:endParaRPr lang="en-US" sz="1800" dirty="0"/>
          </a:p>
        </p:txBody>
      </p:sp>
    </p:spTree>
  </p:cSld>
  <p:clrMapOvr>
    <a:masterClrMapping/>
  </p:clrMapOvr>
  <p:transition>
    <p:fade/>
  </p:transition>
</p:sld>
</file>

<file path=ppt/slides/slide51.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62000" y="444500"/>
            <a:ext cx="11430000" cy="444500"/>
          </a:xfrm>
          <a:prstGeom prst="rect">
            <a:avLst/>
          </a:prstGeom>
          <a:noFill/>
          <a:ln/>
        </p:spPr>
        <p:txBody>
          <a:bodyPr wrap="none" lIns="0" tIns="0" rIns="0" bIns="0" rtlCol="0" anchor="ctr"/>
          <a:lstStyle/>
          <a:p>
            <a:pPr algn="l">
              <a:lnSpc>
                <a:spcPct val="130000"/>
              </a:lnSpc>
            </a:pPr>
            <a:r>
              <a:rPr lang="en-US" sz="2400" b="1" dirty="0">
                <a:solidFill>
                  <a:srgbClr val="2D3748"/>
                </a:solidFill>
                <a:latin typeface="Calibri" pitchFamily="34" charset="0"/>
                <a:ea typeface="Calibri" pitchFamily="34" charset="-122"/>
                <a:cs typeface="Calibri" pitchFamily="34" charset="-120"/>
              </a:rPr>
              <a:t>Recommendations</a:t>
            </a:r>
            <a:endParaRPr lang="en-US" sz="2400" dirty="0"/>
          </a:p>
        </p:txBody>
      </p:sp>
      <p:sp>
        <p:nvSpPr>
          <p:cNvPr id="3" name="Shape 1"/>
          <p:cNvSpPr/>
          <p:nvPr/>
        </p:nvSpPr>
        <p:spPr>
          <a:xfrm>
            <a:off x="762000" y="952500"/>
            <a:ext cx="14732000" cy="25400"/>
          </a:xfrm>
          <a:prstGeom prst="rect">
            <a:avLst/>
          </a:prstGeom>
          <a:solidFill>
            <a:srgbClr val="1B4F8F"/>
          </a:solidFill>
          <a:ln/>
        </p:spPr>
        <p:txBody>
          <a:bodyPr/>
          <a:lstStyle/>
          <a:p>
            <a:endParaRPr lang="en-IN"/>
          </a:p>
        </p:txBody>
      </p:sp>
      <p:sp>
        <p:nvSpPr>
          <p:cNvPr id="34" name="Shape 32"/>
          <p:cNvSpPr/>
          <p:nvPr/>
        </p:nvSpPr>
        <p:spPr>
          <a:xfrm>
            <a:off x="762000" y="8763000"/>
            <a:ext cx="14732000" cy="25400"/>
          </a:xfrm>
          <a:prstGeom prst="rect">
            <a:avLst/>
          </a:prstGeom>
          <a:solidFill>
            <a:srgbClr val="1B4F8F"/>
          </a:solidFill>
          <a:ln/>
        </p:spPr>
        <p:txBody>
          <a:bodyPr/>
          <a:lstStyle/>
          <a:p>
            <a:endParaRPr lang="en-IN"/>
          </a:p>
        </p:txBody>
      </p:sp>
      <p:sp>
        <p:nvSpPr>
          <p:cNvPr id="35" name="Text 33"/>
          <p:cNvSpPr/>
          <p:nvPr/>
        </p:nvSpPr>
        <p:spPr>
          <a:xfrm>
            <a:off x="14478000" y="8826500"/>
            <a:ext cx="1016000" cy="254000"/>
          </a:xfrm>
          <a:prstGeom prst="rect">
            <a:avLst/>
          </a:prstGeom>
          <a:noFill/>
          <a:ln/>
        </p:spPr>
        <p:txBody>
          <a:bodyPr wrap="none" lIns="0" tIns="0" rIns="0" bIns="0" rtlCol="0" anchor="ctr"/>
          <a:lstStyle/>
          <a:p>
            <a:pPr algn="r">
              <a:lnSpc>
                <a:spcPct val="120000"/>
              </a:lnSpc>
            </a:pPr>
            <a:r>
              <a:rPr lang="en-US" sz="1200" dirty="0">
                <a:solidFill>
                  <a:srgbClr val="718096"/>
                </a:solidFill>
                <a:latin typeface="Calibri" pitchFamily="34" charset="0"/>
                <a:ea typeface="Calibri" pitchFamily="34" charset="-122"/>
                <a:cs typeface="Calibri" pitchFamily="34" charset="-120"/>
              </a:rPr>
              <a:t>46 / 55</a:t>
            </a:r>
            <a:endParaRPr lang="en-US" sz="1200" dirty="0"/>
          </a:p>
        </p:txBody>
      </p:sp>
      <p:sp>
        <p:nvSpPr>
          <p:cNvPr id="37" name="Shape 22">
            <a:extLst>
              <a:ext uri="{FF2B5EF4-FFF2-40B4-BE49-F238E27FC236}">
                <a16:creationId xmlns:a16="http://schemas.microsoft.com/office/drawing/2014/main" id="{1E9553F7-FDEB-54A9-CC63-548CF35DF9C4}"/>
              </a:ext>
            </a:extLst>
          </p:cNvPr>
          <p:cNvSpPr/>
          <p:nvPr/>
        </p:nvSpPr>
        <p:spPr>
          <a:xfrm>
            <a:off x="812800" y="5880100"/>
            <a:ext cx="7175500" cy="1752600"/>
          </a:xfrm>
          <a:prstGeom prst="rect">
            <a:avLst/>
          </a:prstGeom>
          <a:solidFill>
            <a:srgbClr val="EDF2F7"/>
          </a:solidFill>
          <a:ln/>
        </p:spPr>
        <p:txBody>
          <a:bodyPr/>
          <a:lstStyle/>
          <a:p>
            <a:endParaRPr lang="en-IN"/>
          </a:p>
        </p:txBody>
      </p:sp>
      <p:sp>
        <p:nvSpPr>
          <p:cNvPr id="39" name="Shape 23">
            <a:extLst>
              <a:ext uri="{FF2B5EF4-FFF2-40B4-BE49-F238E27FC236}">
                <a16:creationId xmlns:a16="http://schemas.microsoft.com/office/drawing/2014/main" id="{61BE5D8B-74D2-9BFC-CD99-DBCC069534C7}"/>
              </a:ext>
            </a:extLst>
          </p:cNvPr>
          <p:cNvSpPr/>
          <p:nvPr/>
        </p:nvSpPr>
        <p:spPr>
          <a:xfrm>
            <a:off x="812800" y="5880100"/>
            <a:ext cx="50800" cy="1752600"/>
          </a:xfrm>
          <a:prstGeom prst="rect">
            <a:avLst/>
          </a:prstGeom>
          <a:solidFill>
            <a:srgbClr val="1B4F8F"/>
          </a:solidFill>
          <a:ln/>
        </p:spPr>
        <p:txBody>
          <a:bodyPr/>
          <a:lstStyle/>
          <a:p>
            <a:endParaRPr lang="en-IN"/>
          </a:p>
        </p:txBody>
      </p:sp>
      <p:sp>
        <p:nvSpPr>
          <p:cNvPr id="43" name="Text 25">
            <a:extLst>
              <a:ext uri="{FF2B5EF4-FFF2-40B4-BE49-F238E27FC236}">
                <a16:creationId xmlns:a16="http://schemas.microsoft.com/office/drawing/2014/main" id="{F668238E-52B1-D8F7-1C3D-5168E80035B1}"/>
              </a:ext>
            </a:extLst>
          </p:cNvPr>
          <p:cNvSpPr/>
          <p:nvPr/>
        </p:nvSpPr>
        <p:spPr>
          <a:xfrm>
            <a:off x="1092200" y="6013450"/>
            <a:ext cx="6350000" cy="317500"/>
          </a:xfrm>
          <a:prstGeom prst="rect">
            <a:avLst/>
          </a:prstGeom>
          <a:noFill/>
          <a:ln/>
        </p:spPr>
        <p:txBody>
          <a:bodyPr wrap="none" lIns="0" tIns="0" rIns="0" bIns="0" rtlCol="0" anchor="ctr"/>
          <a:lstStyle/>
          <a:p>
            <a:pPr>
              <a:lnSpc>
                <a:spcPct val="120000"/>
              </a:lnSpc>
            </a:pPr>
            <a:r>
              <a:rPr lang="en-US" b="1" dirty="0">
                <a:solidFill>
                  <a:srgbClr val="1B4F8F"/>
                </a:solidFill>
                <a:latin typeface="Calibri" pitchFamily="34" charset="0"/>
                <a:ea typeface="Calibri" pitchFamily="34" charset="-122"/>
                <a:cs typeface="Calibri" pitchFamily="34" charset="-120"/>
              </a:rPr>
              <a:t>E. Focus Promotions on High-Customer Departments</a:t>
            </a:r>
            <a:endParaRPr lang="en-US" dirty="0"/>
          </a:p>
        </p:txBody>
      </p:sp>
      <p:sp>
        <p:nvSpPr>
          <p:cNvPr id="45" name="Text 26">
            <a:extLst>
              <a:ext uri="{FF2B5EF4-FFF2-40B4-BE49-F238E27FC236}">
                <a16:creationId xmlns:a16="http://schemas.microsoft.com/office/drawing/2014/main" id="{0AC0CAB4-F4DA-759A-7AEA-2290116CB67C}"/>
              </a:ext>
            </a:extLst>
          </p:cNvPr>
          <p:cNvSpPr/>
          <p:nvPr/>
        </p:nvSpPr>
        <p:spPr>
          <a:xfrm>
            <a:off x="1092200" y="6464300"/>
            <a:ext cx="6794500" cy="1168400"/>
          </a:xfrm>
          <a:prstGeom prst="rect">
            <a:avLst/>
          </a:prstGeom>
          <a:noFill/>
          <a:ln/>
        </p:spPr>
        <p:txBody>
          <a:bodyPr wrap="square" lIns="0" tIns="0" rIns="0" bIns="0" rtlCol="0" anchor="t"/>
          <a:lstStyle/>
          <a:p>
            <a:pPr algn="just">
              <a:lnSpc>
                <a:spcPct val="140000"/>
              </a:lnSpc>
            </a:pPr>
            <a:r>
              <a:rPr lang="en-US" sz="1400" b="1" dirty="0">
                <a:solidFill>
                  <a:srgbClr val="2D3748"/>
                </a:solidFill>
                <a:latin typeface="Calibri" pitchFamily="34" charset="0"/>
                <a:ea typeface="Calibri" pitchFamily="34" charset="-122"/>
                <a:cs typeface="Calibri" pitchFamily="34" charset="-120"/>
              </a:rPr>
              <a:t>Observation:</a:t>
            </a:r>
            <a:r>
              <a:rPr lang="en-US" sz="1400" dirty="0">
                <a:solidFill>
                  <a:srgbClr val="2D3748"/>
                </a:solidFill>
                <a:latin typeface="Calibri" pitchFamily="34" charset="0"/>
                <a:ea typeface="Calibri" pitchFamily="34" charset="-122"/>
                <a:cs typeface="Calibri" pitchFamily="34" charset="-120"/>
              </a:rPr>
              <a:t> Produce, Dairy, Beverages, Snacks attract highest unique customers.</a:t>
            </a:r>
            <a:endParaRPr lang="en-US" sz="1400" dirty="0"/>
          </a:p>
          <a:p>
            <a:pPr algn="just">
              <a:lnSpc>
                <a:spcPct val="140000"/>
              </a:lnSpc>
              <a:spcBef>
                <a:spcPts val="300"/>
              </a:spcBef>
            </a:pPr>
            <a:r>
              <a:rPr lang="en-US" sz="1400" b="1" dirty="0">
                <a:solidFill>
                  <a:srgbClr val="2D3748"/>
                </a:solidFill>
                <a:latin typeface="Calibri" pitchFamily="34" charset="0"/>
                <a:ea typeface="Calibri" pitchFamily="34" charset="-122"/>
                <a:cs typeface="Calibri" pitchFamily="34" charset="-120"/>
              </a:rPr>
              <a:t>Action:</a:t>
            </a:r>
            <a:r>
              <a:rPr lang="en-US" sz="1400" dirty="0">
                <a:solidFill>
                  <a:srgbClr val="2D3748"/>
                </a:solidFill>
                <a:latin typeface="Calibri" pitchFamily="34" charset="0"/>
                <a:ea typeface="Calibri" pitchFamily="34" charset="-122"/>
                <a:cs typeface="Calibri" pitchFamily="34" charset="-120"/>
              </a:rPr>
              <a:t> Launch targeted promotions. Place featured products at entrances.</a:t>
            </a:r>
            <a:endParaRPr lang="en-US" sz="1400" dirty="0"/>
          </a:p>
          <a:p>
            <a:pPr algn="just">
              <a:lnSpc>
                <a:spcPct val="140000"/>
              </a:lnSpc>
              <a:spcBef>
                <a:spcPts val="300"/>
              </a:spcBef>
            </a:pPr>
            <a:r>
              <a:rPr lang="en-US" sz="1400" b="1" dirty="0">
                <a:solidFill>
                  <a:srgbClr val="2D3748"/>
                </a:solidFill>
                <a:latin typeface="Calibri" pitchFamily="34" charset="0"/>
                <a:ea typeface="Calibri" pitchFamily="34" charset="-122"/>
                <a:cs typeface="Calibri" pitchFamily="34" charset="-120"/>
              </a:rPr>
              <a:t>Benefit:</a:t>
            </a:r>
            <a:r>
              <a:rPr lang="en-US" sz="1400" dirty="0">
                <a:solidFill>
                  <a:srgbClr val="2D3748"/>
                </a:solidFill>
                <a:latin typeface="Calibri" pitchFamily="34" charset="0"/>
                <a:ea typeface="Calibri" pitchFamily="34" charset="-122"/>
                <a:cs typeface="Calibri" pitchFamily="34" charset="-120"/>
              </a:rPr>
              <a:t> Increased engagement, higher basket value, more cross-selling.</a:t>
            </a:r>
            <a:endParaRPr lang="en-US" sz="1400" dirty="0"/>
          </a:p>
        </p:txBody>
      </p:sp>
      <p:sp>
        <p:nvSpPr>
          <p:cNvPr id="47" name="Shape 27">
            <a:extLst>
              <a:ext uri="{FF2B5EF4-FFF2-40B4-BE49-F238E27FC236}">
                <a16:creationId xmlns:a16="http://schemas.microsoft.com/office/drawing/2014/main" id="{ACED08ED-D63B-DDF3-0259-F9ABC283F55F}"/>
              </a:ext>
            </a:extLst>
          </p:cNvPr>
          <p:cNvSpPr/>
          <p:nvPr/>
        </p:nvSpPr>
        <p:spPr>
          <a:xfrm>
            <a:off x="8369300" y="5880100"/>
            <a:ext cx="7073900" cy="1752600"/>
          </a:xfrm>
          <a:prstGeom prst="rect">
            <a:avLst/>
          </a:prstGeom>
          <a:solidFill>
            <a:srgbClr val="EDF2F7"/>
          </a:solidFill>
          <a:ln/>
        </p:spPr>
        <p:txBody>
          <a:bodyPr/>
          <a:lstStyle/>
          <a:p>
            <a:endParaRPr lang="en-IN"/>
          </a:p>
        </p:txBody>
      </p:sp>
      <p:sp>
        <p:nvSpPr>
          <p:cNvPr id="49" name="Shape 28">
            <a:extLst>
              <a:ext uri="{FF2B5EF4-FFF2-40B4-BE49-F238E27FC236}">
                <a16:creationId xmlns:a16="http://schemas.microsoft.com/office/drawing/2014/main" id="{7D308C2C-0E7E-36A5-25DD-E5E8B02C91C1}"/>
              </a:ext>
            </a:extLst>
          </p:cNvPr>
          <p:cNvSpPr/>
          <p:nvPr/>
        </p:nvSpPr>
        <p:spPr>
          <a:xfrm>
            <a:off x="8369300" y="5880100"/>
            <a:ext cx="50800" cy="1752600"/>
          </a:xfrm>
          <a:prstGeom prst="rect">
            <a:avLst/>
          </a:prstGeom>
          <a:solidFill>
            <a:srgbClr val="1B4F8F"/>
          </a:solidFill>
          <a:ln/>
        </p:spPr>
        <p:txBody>
          <a:bodyPr/>
          <a:lstStyle/>
          <a:p>
            <a:endParaRPr lang="en-IN"/>
          </a:p>
        </p:txBody>
      </p:sp>
      <p:sp>
        <p:nvSpPr>
          <p:cNvPr id="53" name="Text 30">
            <a:extLst>
              <a:ext uri="{FF2B5EF4-FFF2-40B4-BE49-F238E27FC236}">
                <a16:creationId xmlns:a16="http://schemas.microsoft.com/office/drawing/2014/main" id="{C50E3EDA-90CB-599F-1F8B-E49576169E1A}"/>
              </a:ext>
            </a:extLst>
          </p:cNvPr>
          <p:cNvSpPr/>
          <p:nvPr/>
        </p:nvSpPr>
        <p:spPr>
          <a:xfrm>
            <a:off x="8648700" y="6008065"/>
            <a:ext cx="6350000" cy="317500"/>
          </a:xfrm>
          <a:prstGeom prst="rect">
            <a:avLst/>
          </a:prstGeom>
          <a:noFill/>
          <a:ln/>
        </p:spPr>
        <p:txBody>
          <a:bodyPr wrap="none" lIns="0" tIns="0" rIns="0" bIns="0" rtlCol="0" anchor="ctr"/>
          <a:lstStyle/>
          <a:p>
            <a:pPr>
              <a:lnSpc>
                <a:spcPct val="120000"/>
              </a:lnSpc>
            </a:pPr>
            <a:r>
              <a:rPr lang="en-US" b="1" dirty="0">
                <a:solidFill>
                  <a:srgbClr val="1B4F8F"/>
                </a:solidFill>
                <a:latin typeface="Calibri" pitchFamily="34" charset="0"/>
                <a:ea typeface="Calibri" pitchFamily="34" charset="-122"/>
                <a:cs typeface="Calibri" pitchFamily="34" charset="-120"/>
              </a:rPr>
              <a:t>F. Improve Low-Performing Departments</a:t>
            </a:r>
            <a:endParaRPr lang="en-US" dirty="0"/>
          </a:p>
        </p:txBody>
      </p:sp>
      <p:sp>
        <p:nvSpPr>
          <p:cNvPr id="55" name="Text 31">
            <a:extLst>
              <a:ext uri="{FF2B5EF4-FFF2-40B4-BE49-F238E27FC236}">
                <a16:creationId xmlns:a16="http://schemas.microsoft.com/office/drawing/2014/main" id="{4C04DE69-861A-E3BB-CB11-0E04709E013B}"/>
              </a:ext>
            </a:extLst>
          </p:cNvPr>
          <p:cNvSpPr/>
          <p:nvPr/>
        </p:nvSpPr>
        <p:spPr>
          <a:xfrm>
            <a:off x="8648700" y="6464300"/>
            <a:ext cx="6794500" cy="1168400"/>
          </a:xfrm>
          <a:prstGeom prst="rect">
            <a:avLst/>
          </a:prstGeom>
          <a:noFill/>
          <a:ln/>
        </p:spPr>
        <p:txBody>
          <a:bodyPr wrap="square" lIns="0" tIns="0" rIns="0" bIns="0" rtlCol="0" anchor="t"/>
          <a:lstStyle/>
          <a:p>
            <a:pPr algn="just">
              <a:lnSpc>
                <a:spcPct val="140000"/>
              </a:lnSpc>
            </a:pPr>
            <a:r>
              <a:rPr lang="en-US" sz="1400" b="1" dirty="0">
                <a:solidFill>
                  <a:srgbClr val="2D3748"/>
                </a:solidFill>
                <a:latin typeface="Calibri" pitchFamily="34" charset="0"/>
                <a:ea typeface="Calibri" pitchFamily="34" charset="-122"/>
                <a:cs typeface="Calibri" pitchFamily="34" charset="-120"/>
              </a:rPr>
              <a:t>Observation:</a:t>
            </a:r>
            <a:r>
              <a:rPr lang="en-US" sz="1400" dirty="0">
                <a:solidFill>
                  <a:srgbClr val="2D3748"/>
                </a:solidFill>
                <a:latin typeface="Calibri" pitchFamily="34" charset="0"/>
                <a:ea typeface="Calibri" pitchFamily="34" charset="-122"/>
                <a:cs typeface="Calibri" pitchFamily="34" charset="-120"/>
              </a:rPr>
              <a:t> Bulk, Pets, Alcohol, Other have fewer products and fewer customers.</a:t>
            </a:r>
            <a:endParaRPr lang="en-US" sz="1400" dirty="0"/>
          </a:p>
          <a:p>
            <a:pPr algn="just">
              <a:lnSpc>
                <a:spcPct val="140000"/>
              </a:lnSpc>
              <a:spcBef>
                <a:spcPts val="300"/>
              </a:spcBef>
            </a:pPr>
            <a:r>
              <a:rPr lang="en-US" sz="1400" b="1" dirty="0">
                <a:solidFill>
                  <a:srgbClr val="2D3748"/>
                </a:solidFill>
                <a:latin typeface="Calibri" pitchFamily="34" charset="0"/>
                <a:ea typeface="Calibri" pitchFamily="34" charset="-122"/>
                <a:cs typeface="Calibri" pitchFamily="34" charset="-120"/>
              </a:rPr>
              <a:t>Action:</a:t>
            </a:r>
            <a:r>
              <a:rPr lang="en-US" sz="1400" dirty="0">
                <a:solidFill>
                  <a:srgbClr val="2D3748"/>
                </a:solidFill>
                <a:latin typeface="Calibri" pitchFamily="34" charset="0"/>
                <a:ea typeface="Calibri" pitchFamily="34" charset="-122"/>
                <a:cs typeface="Calibri" pitchFamily="34" charset="-120"/>
              </a:rPr>
              <a:t> Review product assortment. Remove underperformers. Test new products.</a:t>
            </a:r>
            <a:endParaRPr lang="en-US" sz="1400" dirty="0"/>
          </a:p>
          <a:p>
            <a:pPr algn="just">
              <a:lnSpc>
                <a:spcPct val="140000"/>
              </a:lnSpc>
              <a:spcBef>
                <a:spcPts val="300"/>
              </a:spcBef>
            </a:pPr>
            <a:r>
              <a:rPr lang="en-US" sz="1400" b="1" dirty="0">
                <a:solidFill>
                  <a:srgbClr val="2D3748"/>
                </a:solidFill>
                <a:latin typeface="Calibri" pitchFamily="34" charset="0"/>
                <a:ea typeface="Calibri" pitchFamily="34" charset="-122"/>
                <a:cs typeface="Calibri" pitchFamily="34" charset="-120"/>
              </a:rPr>
              <a:t>Benefit:</a:t>
            </a:r>
            <a:r>
              <a:rPr lang="en-US" sz="1400" dirty="0">
                <a:solidFill>
                  <a:srgbClr val="2D3748"/>
                </a:solidFill>
                <a:latin typeface="Calibri" pitchFamily="34" charset="0"/>
                <a:ea typeface="Calibri" pitchFamily="34" charset="-122"/>
                <a:cs typeface="Calibri" pitchFamily="34" charset="-120"/>
              </a:rPr>
              <a:t> Better inventory utilization, lower holding costs, improved performance.</a:t>
            </a:r>
            <a:endParaRPr lang="en-US" sz="1400" dirty="0"/>
          </a:p>
        </p:txBody>
      </p:sp>
      <p:sp>
        <p:nvSpPr>
          <p:cNvPr id="57" name="Shape 12">
            <a:extLst>
              <a:ext uri="{FF2B5EF4-FFF2-40B4-BE49-F238E27FC236}">
                <a16:creationId xmlns:a16="http://schemas.microsoft.com/office/drawing/2014/main" id="{228F866E-FF21-1592-79B8-527EB1F41C43}"/>
              </a:ext>
            </a:extLst>
          </p:cNvPr>
          <p:cNvSpPr/>
          <p:nvPr/>
        </p:nvSpPr>
        <p:spPr>
          <a:xfrm>
            <a:off x="812800" y="3746500"/>
            <a:ext cx="7175500" cy="1752600"/>
          </a:xfrm>
          <a:prstGeom prst="rect">
            <a:avLst/>
          </a:prstGeom>
          <a:solidFill>
            <a:srgbClr val="EDF2F7"/>
          </a:solidFill>
          <a:ln/>
        </p:spPr>
        <p:txBody>
          <a:bodyPr/>
          <a:lstStyle/>
          <a:p>
            <a:endParaRPr lang="en-IN"/>
          </a:p>
        </p:txBody>
      </p:sp>
      <p:sp>
        <p:nvSpPr>
          <p:cNvPr id="59" name="Shape 13">
            <a:extLst>
              <a:ext uri="{FF2B5EF4-FFF2-40B4-BE49-F238E27FC236}">
                <a16:creationId xmlns:a16="http://schemas.microsoft.com/office/drawing/2014/main" id="{1442D18F-F099-9732-1B0D-CCA13480DF99}"/>
              </a:ext>
            </a:extLst>
          </p:cNvPr>
          <p:cNvSpPr/>
          <p:nvPr/>
        </p:nvSpPr>
        <p:spPr>
          <a:xfrm>
            <a:off x="812800" y="3746500"/>
            <a:ext cx="50800" cy="1752600"/>
          </a:xfrm>
          <a:prstGeom prst="rect">
            <a:avLst/>
          </a:prstGeom>
          <a:solidFill>
            <a:srgbClr val="1B4F8F"/>
          </a:solidFill>
          <a:ln/>
        </p:spPr>
        <p:txBody>
          <a:bodyPr/>
          <a:lstStyle/>
          <a:p>
            <a:endParaRPr lang="en-IN"/>
          </a:p>
        </p:txBody>
      </p:sp>
      <p:sp>
        <p:nvSpPr>
          <p:cNvPr id="63" name="Text 15">
            <a:extLst>
              <a:ext uri="{FF2B5EF4-FFF2-40B4-BE49-F238E27FC236}">
                <a16:creationId xmlns:a16="http://schemas.microsoft.com/office/drawing/2014/main" id="{02D874AF-E501-920A-5EC9-ECA6042EA2DA}"/>
              </a:ext>
            </a:extLst>
          </p:cNvPr>
          <p:cNvSpPr/>
          <p:nvPr/>
        </p:nvSpPr>
        <p:spPr>
          <a:xfrm>
            <a:off x="1092200" y="3879850"/>
            <a:ext cx="6350000" cy="317500"/>
          </a:xfrm>
          <a:prstGeom prst="rect">
            <a:avLst/>
          </a:prstGeom>
          <a:noFill/>
          <a:ln/>
        </p:spPr>
        <p:txBody>
          <a:bodyPr wrap="none" lIns="0" tIns="0" rIns="0" bIns="0" rtlCol="0" anchor="ctr"/>
          <a:lstStyle/>
          <a:p>
            <a:pPr>
              <a:lnSpc>
                <a:spcPct val="120000"/>
              </a:lnSpc>
            </a:pPr>
            <a:r>
              <a:rPr lang="en-US" b="1" dirty="0">
                <a:solidFill>
                  <a:srgbClr val="1B4F8F"/>
                </a:solidFill>
                <a:latin typeface="Calibri" pitchFamily="34" charset="0"/>
                <a:ea typeface="Calibri" pitchFamily="34" charset="-122"/>
                <a:cs typeface="Calibri" pitchFamily="34" charset="-120"/>
              </a:rPr>
              <a:t>C. Optimize Staffing During Peak Hours</a:t>
            </a:r>
            <a:endParaRPr lang="en-US" dirty="0"/>
          </a:p>
        </p:txBody>
      </p:sp>
      <p:sp>
        <p:nvSpPr>
          <p:cNvPr id="65" name="Text 16">
            <a:extLst>
              <a:ext uri="{FF2B5EF4-FFF2-40B4-BE49-F238E27FC236}">
                <a16:creationId xmlns:a16="http://schemas.microsoft.com/office/drawing/2014/main" id="{F43D449C-875F-4E0F-6CCA-0C8F2329DB3B}"/>
              </a:ext>
            </a:extLst>
          </p:cNvPr>
          <p:cNvSpPr/>
          <p:nvPr/>
        </p:nvSpPr>
        <p:spPr>
          <a:xfrm>
            <a:off x="1092200" y="4330700"/>
            <a:ext cx="6794500" cy="1168400"/>
          </a:xfrm>
          <a:prstGeom prst="rect">
            <a:avLst/>
          </a:prstGeom>
          <a:noFill/>
          <a:ln/>
        </p:spPr>
        <p:txBody>
          <a:bodyPr wrap="square" lIns="0" tIns="0" rIns="0" bIns="0" rtlCol="0" anchor="t"/>
          <a:lstStyle/>
          <a:p>
            <a:pPr algn="just">
              <a:lnSpc>
                <a:spcPct val="140000"/>
              </a:lnSpc>
            </a:pPr>
            <a:r>
              <a:rPr lang="en-US" sz="1400" b="1" dirty="0">
                <a:solidFill>
                  <a:srgbClr val="2D3748"/>
                </a:solidFill>
                <a:latin typeface="Calibri" pitchFamily="34" charset="0"/>
                <a:ea typeface="Calibri" pitchFamily="34" charset="-122"/>
                <a:cs typeface="Calibri" pitchFamily="34" charset="-120"/>
              </a:rPr>
              <a:t>Observation:</a:t>
            </a:r>
            <a:r>
              <a:rPr lang="en-US" sz="1400" dirty="0">
                <a:solidFill>
                  <a:srgbClr val="2D3748"/>
                </a:solidFill>
                <a:latin typeface="Calibri" pitchFamily="34" charset="0"/>
                <a:ea typeface="Calibri" pitchFamily="34" charset="-122"/>
                <a:cs typeface="Calibri" pitchFamily="34" charset="-120"/>
              </a:rPr>
              <a:t> Most orders occur between 10 AM and 3 PM (peak 88,228 at 10 AM).</a:t>
            </a:r>
            <a:endParaRPr lang="en-US" sz="1400" dirty="0"/>
          </a:p>
          <a:p>
            <a:pPr algn="just">
              <a:lnSpc>
                <a:spcPct val="140000"/>
              </a:lnSpc>
              <a:spcBef>
                <a:spcPts val="300"/>
              </a:spcBef>
            </a:pPr>
            <a:r>
              <a:rPr lang="en-US" sz="1400" b="1" dirty="0">
                <a:solidFill>
                  <a:srgbClr val="2D3748"/>
                </a:solidFill>
                <a:latin typeface="Calibri" pitchFamily="34" charset="0"/>
                <a:ea typeface="Calibri" pitchFamily="34" charset="-122"/>
                <a:cs typeface="Calibri" pitchFamily="34" charset="-120"/>
              </a:rPr>
              <a:t>Action:</a:t>
            </a:r>
            <a:r>
              <a:rPr lang="en-US" sz="1400" dirty="0">
                <a:solidFill>
                  <a:srgbClr val="2D3748"/>
                </a:solidFill>
                <a:latin typeface="Calibri" pitchFamily="34" charset="0"/>
                <a:ea typeface="Calibri" pitchFamily="34" charset="-122"/>
                <a:cs typeface="Calibri" pitchFamily="34" charset="-120"/>
              </a:rPr>
              <a:t> Increase staffing during peak. Schedule replenishment before peak.</a:t>
            </a:r>
            <a:endParaRPr lang="en-US" sz="1400" dirty="0"/>
          </a:p>
          <a:p>
            <a:pPr algn="just">
              <a:lnSpc>
                <a:spcPct val="140000"/>
              </a:lnSpc>
              <a:spcBef>
                <a:spcPts val="300"/>
              </a:spcBef>
            </a:pPr>
            <a:r>
              <a:rPr lang="en-US" sz="1400" b="1" dirty="0">
                <a:solidFill>
                  <a:srgbClr val="2D3748"/>
                </a:solidFill>
                <a:latin typeface="Calibri" pitchFamily="34" charset="0"/>
                <a:ea typeface="Calibri" pitchFamily="34" charset="-122"/>
                <a:cs typeface="Calibri" pitchFamily="34" charset="-120"/>
              </a:rPr>
              <a:t>Benefit:</a:t>
            </a:r>
            <a:r>
              <a:rPr lang="en-US" sz="1400" dirty="0">
                <a:solidFill>
                  <a:srgbClr val="2D3748"/>
                </a:solidFill>
                <a:latin typeface="Calibri" pitchFamily="34" charset="0"/>
                <a:ea typeface="Calibri" pitchFamily="34" charset="-122"/>
                <a:cs typeface="Calibri" pitchFamily="34" charset="-120"/>
              </a:rPr>
              <a:t> Faster service, reduced waiting time, better efficiency.</a:t>
            </a:r>
            <a:endParaRPr lang="en-US" sz="1400" dirty="0"/>
          </a:p>
        </p:txBody>
      </p:sp>
      <p:sp>
        <p:nvSpPr>
          <p:cNvPr id="67" name="Shape 17">
            <a:extLst>
              <a:ext uri="{FF2B5EF4-FFF2-40B4-BE49-F238E27FC236}">
                <a16:creationId xmlns:a16="http://schemas.microsoft.com/office/drawing/2014/main" id="{7BA364A2-FDCD-9FDF-BF3E-0BD8CA586BCB}"/>
              </a:ext>
            </a:extLst>
          </p:cNvPr>
          <p:cNvSpPr/>
          <p:nvPr/>
        </p:nvSpPr>
        <p:spPr>
          <a:xfrm>
            <a:off x="8369300" y="3746500"/>
            <a:ext cx="7073900" cy="1752600"/>
          </a:xfrm>
          <a:prstGeom prst="rect">
            <a:avLst/>
          </a:prstGeom>
          <a:solidFill>
            <a:srgbClr val="EDF2F7"/>
          </a:solidFill>
          <a:ln/>
        </p:spPr>
        <p:txBody>
          <a:bodyPr/>
          <a:lstStyle/>
          <a:p>
            <a:endParaRPr lang="en-IN"/>
          </a:p>
        </p:txBody>
      </p:sp>
      <p:sp>
        <p:nvSpPr>
          <p:cNvPr id="69" name="Shape 18">
            <a:extLst>
              <a:ext uri="{FF2B5EF4-FFF2-40B4-BE49-F238E27FC236}">
                <a16:creationId xmlns:a16="http://schemas.microsoft.com/office/drawing/2014/main" id="{CB9CE0C6-4ADB-5A76-AB45-7A95BEAA5B04}"/>
              </a:ext>
            </a:extLst>
          </p:cNvPr>
          <p:cNvSpPr/>
          <p:nvPr/>
        </p:nvSpPr>
        <p:spPr>
          <a:xfrm>
            <a:off x="8369300" y="3746500"/>
            <a:ext cx="50800" cy="1752600"/>
          </a:xfrm>
          <a:prstGeom prst="rect">
            <a:avLst/>
          </a:prstGeom>
          <a:solidFill>
            <a:srgbClr val="1B4F8F"/>
          </a:solidFill>
          <a:ln/>
        </p:spPr>
        <p:txBody>
          <a:bodyPr/>
          <a:lstStyle/>
          <a:p>
            <a:endParaRPr lang="en-IN"/>
          </a:p>
        </p:txBody>
      </p:sp>
      <p:sp>
        <p:nvSpPr>
          <p:cNvPr id="73" name="Text 20">
            <a:extLst>
              <a:ext uri="{FF2B5EF4-FFF2-40B4-BE49-F238E27FC236}">
                <a16:creationId xmlns:a16="http://schemas.microsoft.com/office/drawing/2014/main" id="{C9376447-68B7-EF61-FAFF-25034472BC3B}"/>
              </a:ext>
            </a:extLst>
          </p:cNvPr>
          <p:cNvSpPr/>
          <p:nvPr/>
        </p:nvSpPr>
        <p:spPr>
          <a:xfrm>
            <a:off x="8648700" y="3874465"/>
            <a:ext cx="6350000" cy="317500"/>
          </a:xfrm>
          <a:prstGeom prst="rect">
            <a:avLst/>
          </a:prstGeom>
          <a:noFill/>
          <a:ln/>
        </p:spPr>
        <p:txBody>
          <a:bodyPr wrap="none" lIns="0" tIns="0" rIns="0" bIns="0" rtlCol="0" anchor="ctr"/>
          <a:lstStyle/>
          <a:p>
            <a:pPr>
              <a:lnSpc>
                <a:spcPct val="120000"/>
              </a:lnSpc>
            </a:pPr>
            <a:r>
              <a:rPr lang="en-US" b="1" dirty="0">
                <a:solidFill>
                  <a:srgbClr val="1B4F8F"/>
                </a:solidFill>
                <a:latin typeface="Calibri" pitchFamily="34" charset="0"/>
                <a:ea typeface="Calibri" pitchFamily="34" charset="-122"/>
                <a:cs typeface="Calibri" pitchFamily="34" charset="-120"/>
              </a:rPr>
              <a:t>D. Increase Weekend Readiness</a:t>
            </a:r>
            <a:endParaRPr lang="en-US" dirty="0"/>
          </a:p>
        </p:txBody>
      </p:sp>
      <p:sp>
        <p:nvSpPr>
          <p:cNvPr id="75" name="Text 21">
            <a:extLst>
              <a:ext uri="{FF2B5EF4-FFF2-40B4-BE49-F238E27FC236}">
                <a16:creationId xmlns:a16="http://schemas.microsoft.com/office/drawing/2014/main" id="{83E48D04-E2BE-8B84-DD75-E886AEEF6AC7}"/>
              </a:ext>
            </a:extLst>
          </p:cNvPr>
          <p:cNvSpPr/>
          <p:nvPr/>
        </p:nvSpPr>
        <p:spPr>
          <a:xfrm>
            <a:off x="8648700" y="4330700"/>
            <a:ext cx="6794500" cy="1168400"/>
          </a:xfrm>
          <a:prstGeom prst="rect">
            <a:avLst/>
          </a:prstGeom>
          <a:noFill/>
          <a:ln/>
        </p:spPr>
        <p:txBody>
          <a:bodyPr wrap="square" lIns="0" tIns="0" rIns="0" bIns="0" rtlCol="0" anchor="t"/>
          <a:lstStyle/>
          <a:p>
            <a:pPr algn="just">
              <a:lnSpc>
                <a:spcPct val="140000"/>
              </a:lnSpc>
            </a:pPr>
            <a:r>
              <a:rPr lang="en-US" sz="1400" b="1" dirty="0">
                <a:solidFill>
                  <a:srgbClr val="2D3748"/>
                </a:solidFill>
                <a:latin typeface="Calibri" pitchFamily="34" charset="0"/>
                <a:ea typeface="Calibri" pitchFamily="34" charset="-122"/>
                <a:cs typeface="Calibri" pitchFamily="34" charset="-120"/>
              </a:rPr>
              <a:t>Observation:</a:t>
            </a:r>
            <a:r>
              <a:rPr lang="en-US" sz="1400" dirty="0">
                <a:solidFill>
                  <a:srgbClr val="2D3748"/>
                </a:solidFill>
                <a:latin typeface="Calibri" pitchFamily="34" charset="0"/>
                <a:ea typeface="Calibri" pitchFamily="34" charset="-122"/>
                <a:cs typeface="Calibri" pitchFamily="34" charset="-120"/>
              </a:rPr>
              <a:t> Order volume highest on Day 0 and Day 1 (Sun-Mon: 363,964 orders).</a:t>
            </a:r>
            <a:endParaRPr lang="en-US" sz="1400" dirty="0"/>
          </a:p>
          <a:p>
            <a:pPr algn="just">
              <a:lnSpc>
                <a:spcPct val="140000"/>
              </a:lnSpc>
              <a:spcBef>
                <a:spcPts val="300"/>
              </a:spcBef>
            </a:pPr>
            <a:r>
              <a:rPr lang="en-US" sz="1400" b="1" dirty="0">
                <a:solidFill>
                  <a:srgbClr val="2D3748"/>
                </a:solidFill>
                <a:latin typeface="Calibri" pitchFamily="34" charset="0"/>
                <a:ea typeface="Calibri" pitchFamily="34" charset="-122"/>
                <a:cs typeface="Calibri" pitchFamily="34" charset="-120"/>
              </a:rPr>
              <a:t>Action:</a:t>
            </a:r>
            <a:r>
              <a:rPr lang="en-US" sz="1400" dirty="0">
                <a:solidFill>
                  <a:srgbClr val="2D3748"/>
                </a:solidFill>
                <a:latin typeface="Calibri" pitchFamily="34" charset="0"/>
                <a:ea typeface="Calibri" pitchFamily="34" charset="-122"/>
                <a:cs typeface="Calibri" pitchFamily="34" charset="-120"/>
              </a:rPr>
              <a:t> Increase inventory before weekends. Schedule additional staff.</a:t>
            </a:r>
            <a:endParaRPr lang="en-US" sz="1400" dirty="0"/>
          </a:p>
          <a:p>
            <a:pPr algn="just">
              <a:lnSpc>
                <a:spcPct val="140000"/>
              </a:lnSpc>
              <a:spcBef>
                <a:spcPts val="300"/>
              </a:spcBef>
            </a:pPr>
            <a:r>
              <a:rPr lang="en-US" sz="1400" b="1" dirty="0">
                <a:solidFill>
                  <a:srgbClr val="2D3748"/>
                </a:solidFill>
                <a:latin typeface="Calibri" pitchFamily="34" charset="0"/>
                <a:ea typeface="Calibri" pitchFamily="34" charset="-122"/>
                <a:cs typeface="Calibri" pitchFamily="34" charset="-120"/>
              </a:rPr>
              <a:t>Benefit:</a:t>
            </a:r>
            <a:r>
              <a:rPr lang="en-US" sz="1400" dirty="0">
                <a:solidFill>
                  <a:srgbClr val="2D3748"/>
                </a:solidFill>
                <a:latin typeface="Calibri" pitchFamily="34" charset="0"/>
                <a:ea typeface="Calibri" pitchFamily="34" charset="-122"/>
                <a:cs typeface="Calibri" pitchFamily="34" charset="-120"/>
              </a:rPr>
              <a:t> Better customer experience, increased sales, reduced shortages.</a:t>
            </a:r>
            <a:endParaRPr lang="en-US" sz="1400" dirty="0"/>
          </a:p>
        </p:txBody>
      </p:sp>
      <p:sp>
        <p:nvSpPr>
          <p:cNvPr id="77" name="Shape 2">
            <a:extLst>
              <a:ext uri="{FF2B5EF4-FFF2-40B4-BE49-F238E27FC236}">
                <a16:creationId xmlns:a16="http://schemas.microsoft.com/office/drawing/2014/main" id="{7FDB5BCB-9487-7731-6C2C-9988A5005DEB}"/>
              </a:ext>
            </a:extLst>
          </p:cNvPr>
          <p:cNvSpPr/>
          <p:nvPr/>
        </p:nvSpPr>
        <p:spPr>
          <a:xfrm>
            <a:off x="812800" y="1612900"/>
            <a:ext cx="7175500" cy="1752600"/>
          </a:xfrm>
          <a:prstGeom prst="rect">
            <a:avLst/>
          </a:prstGeom>
          <a:solidFill>
            <a:srgbClr val="EDF2F7"/>
          </a:solidFill>
          <a:ln/>
        </p:spPr>
        <p:txBody>
          <a:bodyPr/>
          <a:lstStyle/>
          <a:p>
            <a:endParaRPr lang="en-IN"/>
          </a:p>
        </p:txBody>
      </p:sp>
      <p:sp>
        <p:nvSpPr>
          <p:cNvPr id="79" name="Shape 3">
            <a:extLst>
              <a:ext uri="{FF2B5EF4-FFF2-40B4-BE49-F238E27FC236}">
                <a16:creationId xmlns:a16="http://schemas.microsoft.com/office/drawing/2014/main" id="{7937739F-819A-16CD-D089-6F2CBDF2B9BD}"/>
              </a:ext>
            </a:extLst>
          </p:cNvPr>
          <p:cNvSpPr/>
          <p:nvPr/>
        </p:nvSpPr>
        <p:spPr>
          <a:xfrm>
            <a:off x="812800" y="1612900"/>
            <a:ext cx="50800" cy="1752600"/>
          </a:xfrm>
          <a:prstGeom prst="rect">
            <a:avLst/>
          </a:prstGeom>
          <a:solidFill>
            <a:srgbClr val="1B4F8F"/>
          </a:solidFill>
          <a:ln/>
        </p:spPr>
        <p:txBody>
          <a:bodyPr/>
          <a:lstStyle/>
          <a:p>
            <a:endParaRPr lang="en-IN"/>
          </a:p>
        </p:txBody>
      </p:sp>
      <p:sp>
        <p:nvSpPr>
          <p:cNvPr id="81" name="Text 4">
            <a:extLst>
              <a:ext uri="{FF2B5EF4-FFF2-40B4-BE49-F238E27FC236}">
                <a16:creationId xmlns:a16="http://schemas.microsoft.com/office/drawing/2014/main" id="{7CF48269-40ED-9AB8-0FA7-78AD6C84F7F9}"/>
              </a:ext>
            </a:extLst>
          </p:cNvPr>
          <p:cNvSpPr/>
          <p:nvPr/>
        </p:nvSpPr>
        <p:spPr>
          <a:xfrm>
            <a:off x="1092200" y="1762246"/>
            <a:ext cx="6769100" cy="355600"/>
          </a:xfrm>
          <a:prstGeom prst="rect">
            <a:avLst/>
          </a:prstGeom>
          <a:noFill/>
          <a:ln/>
        </p:spPr>
        <p:txBody>
          <a:bodyPr wrap="none" lIns="0" tIns="0" rIns="0" bIns="0" rtlCol="0" anchor="ctr"/>
          <a:lstStyle/>
          <a:p>
            <a:pPr>
              <a:lnSpc>
                <a:spcPct val="120000"/>
              </a:lnSpc>
            </a:pPr>
            <a:r>
              <a:rPr lang="en-US" b="1" dirty="0">
                <a:solidFill>
                  <a:srgbClr val="1B4F8F"/>
                </a:solidFill>
                <a:latin typeface="Calibri" pitchFamily="34" charset="0"/>
                <a:ea typeface="Calibri" pitchFamily="34" charset="-122"/>
                <a:cs typeface="Calibri" pitchFamily="34" charset="-120"/>
              </a:rPr>
              <a:t>A. Prioritize Inventory for High-Demand Products</a:t>
            </a:r>
            <a:endParaRPr lang="en-US" dirty="0"/>
          </a:p>
        </p:txBody>
      </p:sp>
      <p:sp>
        <p:nvSpPr>
          <p:cNvPr id="85" name="Text 6">
            <a:extLst>
              <a:ext uri="{FF2B5EF4-FFF2-40B4-BE49-F238E27FC236}">
                <a16:creationId xmlns:a16="http://schemas.microsoft.com/office/drawing/2014/main" id="{BDC456C9-9642-D343-5D3C-3C3C6176C8D3}"/>
              </a:ext>
            </a:extLst>
          </p:cNvPr>
          <p:cNvSpPr/>
          <p:nvPr/>
        </p:nvSpPr>
        <p:spPr>
          <a:xfrm>
            <a:off x="1092200" y="2197100"/>
            <a:ext cx="6794500" cy="1168400"/>
          </a:xfrm>
          <a:prstGeom prst="rect">
            <a:avLst/>
          </a:prstGeom>
          <a:noFill/>
          <a:ln/>
        </p:spPr>
        <p:txBody>
          <a:bodyPr wrap="square" lIns="0" tIns="0" rIns="0" bIns="0" rtlCol="0" anchor="t"/>
          <a:lstStyle/>
          <a:p>
            <a:pPr algn="just">
              <a:lnSpc>
                <a:spcPct val="140000"/>
              </a:lnSpc>
            </a:pPr>
            <a:r>
              <a:rPr lang="en-US" sz="1400" b="1" dirty="0">
                <a:solidFill>
                  <a:srgbClr val="2D3748"/>
                </a:solidFill>
                <a:latin typeface="Calibri" pitchFamily="34" charset="0"/>
                <a:ea typeface="Calibri" pitchFamily="34" charset="-122"/>
                <a:cs typeface="Calibri" pitchFamily="34" charset="-120"/>
              </a:rPr>
              <a:t>Observation:</a:t>
            </a:r>
            <a:r>
              <a:rPr lang="en-US" sz="1400" dirty="0">
                <a:solidFill>
                  <a:srgbClr val="2D3748"/>
                </a:solidFill>
                <a:latin typeface="Calibri" pitchFamily="34" charset="0"/>
                <a:ea typeface="Calibri" pitchFamily="34" charset="-122"/>
                <a:cs typeface="Calibri" pitchFamily="34" charset="-120"/>
              </a:rPr>
              <a:t> Banana, Organic Bananas, Strawberries, Spinach, Milk top order/reorder lists.</a:t>
            </a:r>
            <a:endParaRPr lang="en-US" sz="1400" dirty="0"/>
          </a:p>
          <a:p>
            <a:pPr algn="just">
              <a:lnSpc>
                <a:spcPct val="140000"/>
              </a:lnSpc>
              <a:spcBef>
                <a:spcPts val="300"/>
              </a:spcBef>
            </a:pPr>
            <a:r>
              <a:rPr lang="en-US" sz="1400" b="1" dirty="0">
                <a:solidFill>
                  <a:srgbClr val="2D3748"/>
                </a:solidFill>
                <a:latin typeface="Calibri" pitchFamily="34" charset="0"/>
                <a:ea typeface="Calibri" pitchFamily="34" charset="-122"/>
                <a:cs typeface="Calibri" pitchFamily="34" charset="-120"/>
              </a:rPr>
              <a:t>Action:</a:t>
            </a:r>
            <a:r>
              <a:rPr lang="en-US" sz="1400" dirty="0">
                <a:solidFill>
                  <a:srgbClr val="2D3748"/>
                </a:solidFill>
                <a:latin typeface="Calibri" pitchFamily="34" charset="0"/>
                <a:ea typeface="Calibri" pitchFamily="34" charset="-122"/>
                <a:cs typeface="Calibri" pitchFamily="34" charset="-120"/>
              </a:rPr>
              <a:t> Maintain higher safety stock. Use demand forecasting. Monitor daily.</a:t>
            </a:r>
            <a:endParaRPr lang="en-US" sz="1400" dirty="0"/>
          </a:p>
          <a:p>
            <a:pPr algn="just">
              <a:lnSpc>
                <a:spcPct val="140000"/>
              </a:lnSpc>
              <a:spcBef>
                <a:spcPts val="300"/>
              </a:spcBef>
            </a:pPr>
            <a:r>
              <a:rPr lang="en-US" sz="1400" b="1" dirty="0">
                <a:solidFill>
                  <a:srgbClr val="2D3748"/>
                </a:solidFill>
                <a:latin typeface="Calibri" pitchFamily="34" charset="0"/>
                <a:ea typeface="Calibri" pitchFamily="34" charset="-122"/>
                <a:cs typeface="Calibri" pitchFamily="34" charset="-120"/>
              </a:rPr>
              <a:t>Benefit:</a:t>
            </a:r>
            <a:r>
              <a:rPr lang="en-US" sz="1400" dirty="0">
                <a:solidFill>
                  <a:srgbClr val="2D3748"/>
                </a:solidFill>
                <a:latin typeface="Calibri" pitchFamily="34" charset="0"/>
                <a:ea typeface="Calibri" pitchFamily="34" charset="-122"/>
                <a:cs typeface="Calibri" pitchFamily="34" charset="-120"/>
              </a:rPr>
              <a:t> Higher availability, increased satisfaction, reduced lost sales.</a:t>
            </a:r>
            <a:endParaRPr lang="en-US" sz="1400" dirty="0"/>
          </a:p>
        </p:txBody>
      </p:sp>
      <p:sp>
        <p:nvSpPr>
          <p:cNvPr id="87" name="Shape 7">
            <a:extLst>
              <a:ext uri="{FF2B5EF4-FFF2-40B4-BE49-F238E27FC236}">
                <a16:creationId xmlns:a16="http://schemas.microsoft.com/office/drawing/2014/main" id="{C6EDE52E-C7D6-8F6A-BB8F-0250501C751D}"/>
              </a:ext>
            </a:extLst>
          </p:cNvPr>
          <p:cNvSpPr/>
          <p:nvPr/>
        </p:nvSpPr>
        <p:spPr>
          <a:xfrm>
            <a:off x="8369300" y="1612900"/>
            <a:ext cx="7124700" cy="1752600"/>
          </a:xfrm>
          <a:prstGeom prst="rect">
            <a:avLst/>
          </a:prstGeom>
          <a:solidFill>
            <a:srgbClr val="EDF2F7"/>
          </a:solidFill>
          <a:ln/>
        </p:spPr>
        <p:txBody>
          <a:bodyPr/>
          <a:lstStyle/>
          <a:p>
            <a:endParaRPr lang="en-IN"/>
          </a:p>
        </p:txBody>
      </p:sp>
      <p:sp>
        <p:nvSpPr>
          <p:cNvPr id="89" name="Shape 8">
            <a:extLst>
              <a:ext uri="{FF2B5EF4-FFF2-40B4-BE49-F238E27FC236}">
                <a16:creationId xmlns:a16="http://schemas.microsoft.com/office/drawing/2014/main" id="{0DD4E18E-5FA6-D379-5B3A-BE8FCDA37851}"/>
              </a:ext>
            </a:extLst>
          </p:cNvPr>
          <p:cNvSpPr/>
          <p:nvPr/>
        </p:nvSpPr>
        <p:spPr>
          <a:xfrm>
            <a:off x="8369300" y="1612900"/>
            <a:ext cx="50800" cy="1752600"/>
          </a:xfrm>
          <a:prstGeom prst="rect">
            <a:avLst/>
          </a:prstGeom>
          <a:solidFill>
            <a:srgbClr val="1B4F8F"/>
          </a:solidFill>
          <a:ln/>
        </p:spPr>
        <p:txBody>
          <a:bodyPr/>
          <a:lstStyle/>
          <a:p>
            <a:endParaRPr lang="en-IN"/>
          </a:p>
        </p:txBody>
      </p:sp>
      <p:sp>
        <p:nvSpPr>
          <p:cNvPr id="93" name="Text 10">
            <a:extLst>
              <a:ext uri="{FF2B5EF4-FFF2-40B4-BE49-F238E27FC236}">
                <a16:creationId xmlns:a16="http://schemas.microsoft.com/office/drawing/2014/main" id="{3F9FA672-F4FD-5FFB-A192-FCCDBF214F8C}"/>
              </a:ext>
            </a:extLst>
          </p:cNvPr>
          <p:cNvSpPr/>
          <p:nvPr/>
        </p:nvSpPr>
        <p:spPr>
          <a:xfrm>
            <a:off x="8648700" y="1757021"/>
            <a:ext cx="6350000" cy="317500"/>
          </a:xfrm>
          <a:prstGeom prst="rect">
            <a:avLst/>
          </a:prstGeom>
          <a:noFill/>
          <a:ln/>
        </p:spPr>
        <p:txBody>
          <a:bodyPr wrap="none" lIns="0" tIns="0" rIns="0" bIns="0" rtlCol="0" anchor="ctr"/>
          <a:lstStyle/>
          <a:p>
            <a:pPr>
              <a:lnSpc>
                <a:spcPct val="120000"/>
              </a:lnSpc>
            </a:pPr>
            <a:r>
              <a:rPr lang="en-US" b="1" dirty="0">
                <a:solidFill>
                  <a:srgbClr val="1B4F8F"/>
                </a:solidFill>
                <a:latin typeface="Calibri" pitchFamily="34" charset="0"/>
                <a:ea typeface="Calibri" pitchFamily="34" charset="-122"/>
                <a:cs typeface="Calibri" pitchFamily="34" charset="-120"/>
              </a:rPr>
              <a:t>B. Strengthen Organic Product Portfolio</a:t>
            </a:r>
            <a:endParaRPr lang="en-US" dirty="0"/>
          </a:p>
        </p:txBody>
      </p:sp>
      <p:sp>
        <p:nvSpPr>
          <p:cNvPr id="95" name="Text 11">
            <a:extLst>
              <a:ext uri="{FF2B5EF4-FFF2-40B4-BE49-F238E27FC236}">
                <a16:creationId xmlns:a16="http://schemas.microsoft.com/office/drawing/2014/main" id="{3EE9AFE6-B302-F23E-3781-9EB77D5319CE}"/>
              </a:ext>
            </a:extLst>
          </p:cNvPr>
          <p:cNvSpPr/>
          <p:nvPr/>
        </p:nvSpPr>
        <p:spPr>
          <a:xfrm>
            <a:off x="8648700" y="2197100"/>
            <a:ext cx="6794500" cy="1168400"/>
          </a:xfrm>
          <a:prstGeom prst="rect">
            <a:avLst/>
          </a:prstGeom>
          <a:noFill/>
          <a:ln/>
        </p:spPr>
        <p:txBody>
          <a:bodyPr wrap="square" lIns="0" tIns="0" rIns="0" bIns="0" rtlCol="0" anchor="t"/>
          <a:lstStyle/>
          <a:p>
            <a:pPr algn="just">
              <a:lnSpc>
                <a:spcPct val="140000"/>
              </a:lnSpc>
            </a:pPr>
            <a:r>
              <a:rPr lang="en-US" sz="1400" b="1" dirty="0">
                <a:solidFill>
                  <a:srgbClr val="2D3748"/>
                </a:solidFill>
                <a:latin typeface="Calibri" pitchFamily="34" charset="0"/>
                <a:ea typeface="Calibri" pitchFamily="34" charset="-122"/>
                <a:cs typeface="Calibri" pitchFamily="34" charset="-120"/>
              </a:rPr>
              <a:t>Observation:</a:t>
            </a:r>
            <a:r>
              <a:rPr lang="en-US" sz="1400" dirty="0">
                <a:solidFill>
                  <a:srgbClr val="2D3748"/>
                </a:solidFill>
                <a:latin typeface="Calibri" pitchFamily="34" charset="0"/>
                <a:ea typeface="Calibri" pitchFamily="34" charset="-122"/>
                <a:cs typeface="Calibri" pitchFamily="34" charset="-120"/>
              </a:rPr>
              <a:t> Organic dairy and produce have exceptionally high reorder rates (85%+).</a:t>
            </a:r>
            <a:endParaRPr lang="en-US" sz="1400" dirty="0"/>
          </a:p>
          <a:p>
            <a:pPr algn="just">
              <a:lnSpc>
                <a:spcPct val="140000"/>
              </a:lnSpc>
              <a:spcBef>
                <a:spcPts val="300"/>
              </a:spcBef>
            </a:pPr>
            <a:r>
              <a:rPr lang="en-US" sz="1400" b="1" dirty="0">
                <a:solidFill>
                  <a:srgbClr val="2D3748"/>
                </a:solidFill>
                <a:latin typeface="Calibri" pitchFamily="34" charset="0"/>
                <a:ea typeface="Calibri" pitchFamily="34" charset="-122"/>
                <a:cs typeface="Calibri" pitchFamily="34" charset="-120"/>
              </a:rPr>
              <a:t>Action:</a:t>
            </a:r>
            <a:r>
              <a:rPr lang="en-US" sz="1400" dirty="0">
                <a:solidFill>
                  <a:srgbClr val="2D3748"/>
                </a:solidFill>
                <a:latin typeface="Calibri" pitchFamily="34" charset="0"/>
                <a:ea typeface="Calibri" pitchFamily="34" charset="-122"/>
                <a:cs typeface="Calibri" pitchFamily="34" charset="-120"/>
              </a:rPr>
              <a:t> Expand organic offerings. Promote organic bundles. Feature in campaigns.</a:t>
            </a:r>
            <a:endParaRPr lang="en-US" sz="1400" dirty="0"/>
          </a:p>
          <a:p>
            <a:pPr algn="just">
              <a:lnSpc>
                <a:spcPct val="140000"/>
              </a:lnSpc>
              <a:spcBef>
                <a:spcPts val="300"/>
              </a:spcBef>
            </a:pPr>
            <a:r>
              <a:rPr lang="en-US" sz="1400" b="1" dirty="0">
                <a:solidFill>
                  <a:srgbClr val="2D3748"/>
                </a:solidFill>
                <a:latin typeface="Calibri" pitchFamily="34" charset="0"/>
                <a:ea typeface="Calibri" pitchFamily="34" charset="-122"/>
                <a:cs typeface="Calibri" pitchFamily="34" charset="-120"/>
              </a:rPr>
              <a:t>Benefit:</a:t>
            </a:r>
            <a:r>
              <a:rPr lang="en-US" sz="1400" dirty="0">
                <a:solidFill>
                  <a:srgbClr val="2D3748"/>
                </a:solidFill>
                <a:latin typeface="Calibri" pitchFamily="34" charset="0"/>
                <a:ea typeface="Calibri" pitchFamily="34" charset="-122"/>
                <a:cs typeface="Calibri" pitchFamily="34" charset="-120"/>
              </a:rPr>
              <a:t> Improved retention, higher repeat purchases, increased revenue.</a:t>
            </a:r>
            <a:endParaRPr lang="en-US" sz="1400" dirty="0"/>
          </a:p>
        </p:txBody>
      </p:sp>
    </p:spTree>
  </p:cSld>
  <p:clrMapOvr>
    <a:masterClrMapping/>
  </p:clrMapOvr>
  <p:transition>
    <p:fade/>
  </p:transition>
</p:sld>
</file>

<file path=ppt/slides/slide52.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62000" y="444500"/>
            <a:ext cx="11430000" cy="444500"/>
          </a:xfrm>
          <a:prstGeom prst="rect">
            <a:avLst/>
          </a:prstGeom>
          <a:noFill/>
          <a:ln/>
        </p:spPr>
        <p:txBody>
          <a:bodyPr wrap="none" lIns="0" tIns="0" rIns="0" bIns="0" rtlCol="0" anchor="ctr"/>
          <a:lstStyle/>
          <a:p>
            <a:pPr algn="l">
              <a:lnSpc>
                <a:spcPct val="130000"/>
              </a:lnSpc>
            </a:pPr>
            <a:r>
              <a:rPr lang="en-US" sz="2400" b="1" dirty="0">
                <a:solidFill>
                  <a:srgbClr val="2D3748"/>
                </a:solidFill>
                <a:latin typeface="Calibri" pitchFamily="34" charset="0"/>
                <a:ea typeface="Calibri" pitchFamily="34" charset="-122"/>
                <a:cs typeface="Calibri" pitchFamily="34" charset="-120"/>
              </a:rPr>
              <a:t>Recommendations</a:t>
            </a:r>
            <a:endParaRPr lang="en-US" sz="2400" dirty="0"/>
          </a:p>
        </p:txBody>
      </p:sp>
      <p:sp>
        <p:nvSpPr>
          <p:cNvPr id="3" name="Shape 1"/>
          <p:cNvSpPr/>
          <p:nvPr/>
        </p:nvSpPr>
        <p:spPr>
          <a:xfrm>
            <a:off x="762000" y="952500"/>
            <a:ext cx="14732000" cy="25400"/>
          </a:xfrm>
          <a:prstGeom prst="rect">
            <a:avLst/>
          </a:prstGeom>
          <a:solidFill>
            <a:srgbClr val="1B4F8F"/>
          </a:solidFill>
          <a:ln/>
        </p:spPr>
        <p:txBody>
          <a:bodyPr/>
          <a:lstStyle/>
          <a:p>
            <a:endParaRPr lang="en-IN"/>
          </a:p>
        </p:txBody>
      </p:sp>
      <p:sp>
        <p:nvSpPr>
          <p:cNvPr id="4" name="Shape 2"/>
          <p:cNvSpPr/>
          <p:nvPr/>
        </p:nvSpPr>
        <p:spPr>
          <a:xfrm>
            <a:off x="812800" y="1612900"/>
            <a:ext cx="7175500" cy="1752600"/>
          </a:xfrm>
          <a:prstGeom prst="rect">
            <a:avLst/>
          </a:prstGeom>
          <a:solidFill>
            <a:srgbClr val="EDF2F7"/>
          </a:solidFill>
          <a:ln/>
        </p:spPr>
        <p:txBody>
          <a:bodyPr/>
          <a:lstStyle/>
          <a:p>
            <a:endParaRPr lang="en-IN"/>
          </a:p>
        </p:txBody>
      </p:sp>
      <p:sp>
        <p:nvSpPr>
          <p:cNvPr id="5" name="Shape 3"/>
          <p:cNvSpPr/>
          <p:nvPr/>
        </p:nvSpPr>
        <p:spPr>
          <a:xfrm>
            <a:off x="812800" y="1612900"/>
            <a:ext cx="50800" cy="1752600"/>
          </a:xfrm>
          <a:prstGeom prst="rect">
            <a:avLst/>
          </a:prstGeom>
          <a:solidFill>
            <a:srgbClr val="1B4F8F"/>
          </a:solidFill>
          <a:ln/>
        </p:spPr>
        <p:txBody>
          <a:bodyPr/>
          <a:lstStyle/>
          <a:p>
            <a:endParaRPr lang="en-IN"/>
          </a:p>
        </p:txBody>
      </p:sp>
      <p:sp>
        <p:nvSpPr>
          <p:cNvPr id="8" name="Text 6"/>
          <p:cNvSpPr/>
          <p:nvPr/>
        </p:nvSpPr>
        <p:spPr>
          <a:xfrm>
            <a:off x="1092201" y="2093732"/>
            <a:ext cx="6794500" cy="1168400"/>
          </a:xfrm>
          <a:prstGeom prst="rect">
            <a:avLst/>
          </a:prstGeom>
          <a:noFill/>
          <a:ln/>
        </p:spPr>
        <p:txBody>
          <a:bodyPr wrap="square" lIns="0" tIns="0" rIns="0" bIns="0" rtlCol="0" anchor="t"/>
          <a:lstStyle/>
          <a:p>
            <a:pPr algn="just">
              <a:lnSpc>
                <a:spcPct val="135000"/>
              </a:lnSpc>
            </a:pPr>
            <a:r>
              <a:rPr lang="en-US" sz="1400" b="1" dirty="0">
                <a:solidFill>
                  <a:srgbClr val="2D3748"/>
                </a:solidFill>
                <a:latin typeface="Calibri" pitchFamily="34" charset="0"/>
                <a:ea typeface="Calibri" pitchFamily="34" charset="-122"/>
                <a:cs typeface="Calibri" pitchFamily="34" charset="-120"/>
              </a:rPr>
              <a:t>Observation:</a:t>
            </a:r>
            <a:r>
              <a:rPr lang="en-US" sz="1400" dirty="0">
                <a:solidFill>
                  <a:srgbClr val="2D3748"/>
                </a:solidFill>
                <a:latin typeface="Calibri" pitchFamily="34" charset="0"/>
                <a:ea typeface="Calibri" pitchFamily="34" charset="-122"/>
                <a:cs typeface="Calibri" pitchFamily="34" charset="-120"/>
              </a:rPr>
              <a:t> Customers purchase avg 10.5 products per order.</a:t>
            </a:r>
            <a:endParaRPr lang="en-US" sz="1400" dirty="0"/>
          </a:p>
          <a:p>
            <a:pPr algn="just">
              <a:lnSpc>
                <a:spcPct val="135000"/>
              </a:lnSpc>
              <a:spcBef>
                <a:spcPts val="300"/>
              </a:spcBef>
            </a:pPr>
            <a:r>
              <a:rPr lang="en-US" sz="1400" b="1" dirty="0">
                <a:solidFill>
                  <a:srgbClr val="2D3748"/>
                </a:solidFill>
                <a:latin typeface="Calibri" pitchFamily="34" charset="0"/>
                <a:ea typeface="Calibri" pitchFamily="34" charset="-122"/>
                <a:cs typeface="Calibri" pitchFamily="34" charset="-120"/>
              </a:rPr>
              <a:t>Action:</a:t>
            </a:r>
            <a:r>
              <a:rPr lang="en-US" sz="1400" dirty="0">
                <a:solidFill>
                  <a:srgbClr val="2D3748"/>
                </a:solidFill>
                <a:latin typeface="Calibri" pitchFamily="34" charset="0"/>
                <a:ea typeface="Calibri" pitchFamily="34" charset="-122"/>
                <a:cs typeface="Calibri" pitchFamily="34" charset="-120"/>
              </a:rPr>
              <a:t> "Frequently Bought Together" recommendations. "Buy More Save More" promotions. Meal kits and bundles.</a:t>
            </a:r>
            <a:endParaRPr lang="en-US" sz="1400" dirty="0"/>
          </a:p>
          <a:p>
            <a:pPr algn="just">
              <a:lnSpc>
                <a:spcPct val="135000"/>
              </a:lnSpc>
              <a:spcBef>
                <a:spcPts val="300"/>
              </a:spcBef>
            </a:pPr>
            <a:r>
              <a:rPr lang="en-US" sz="1400" b="1" dirty="0">
                <a:solidFill>
                  <a:srgbClr val="2D3748"/>
                </a:solidFill>
                <a:latin typeface="Calibri" pitchFamily="34" charset="0"/>
                <a:ea typeface="Calibri" pitchFamily="34" charset="-122"/>
                <a:cs typeface="Calibri" pitchFamily="34" charset="-120"/>
              </a:rPr>
              <a:t>Benefit:</a:t>
            </a:r>
            <a:r>
              <a:rPr lang="en-US" sz="1400" dirty="0">
                <a:solidFill>
                  <a:srgbClr val="2D3748"/>
                </a:solidFill>
                <a:latin typeface="Calibri" pitchFamily="34" charset="0"/>
                <a:ea typeface="Calibri" pitchFamily="34" charset="-122"/>
                <a:cs typeface="Calibri" pitchFamily="34" charset="-120"/>
              </a:rPr>
              <a:t> Higher average order value, increased revenue per customer.</a:t>
            </a:r>
            <a:endParaRPr lang="en-US" sz="1400" dirty="0"/>
          </a:p>
        </p:txBody>
      </p:sp>
      <p:sp>
        <p:nvSpPr>
          <p:cNvPr id="9" name="Shape 7"/>
          <p:cNvSpPr/>
          <p:nvPr/>
        </p:nvSpPr>
        <p:spPr>
          <a:xfrm>
            <a:off x="8369300" y="1612900"/>
            <a:ext cx="7124700" cy="1752600"/>
          </a:xfrm>
          <a:prstGeom prst="rect">
            <a:avLst/>
          </a:prstGeom>
          <a:solidFill>
            <a:srgbClr val="EDF2F7"/>
          </a:solidFill>
          <a:ln/>
        </p:spPr>
        <p:txBody>
          <a:bodyPr/>
          <a:lstStyle/>
          <a:p>
            <a:endParaRPr lang="en-IN"/>
          </a:p>
        </p:txBody>
      </p:sp>
      <p:sp>
        <p:nvSpPr>
          <p:cNvPr id="10" name="Shape 8"/>
          <p:cNvSpPr/>
          <p:nvPr/>
        </p:nvSpPr>
        <p:spPr>
          <a:xfrm>
            <a:off x="8369300" y="1612900"/>
            <a:ext cx="50800" cy="1752600"/>
          </a:xfrm>
          <a:prstGeom prst="rect">
            <a:avLst/>
          </a:prstGeom>
          <a:solidFill>
            <a:srgbClr val="1B4F8F"/>
          </a:solidFill>
          <a:ln/>
        </p:spPr>
        <p:txBody>
          <a:bodyPr/>
          <a:lstStyle/>
          <a:p>
            <a:endParaRPr lang="en-IN"/>
          </a:p>
        </p:txBody>
      </p:sp>
      <p:sp>
        <p:nvSpPr>
          <p:cNvPr id="13" name="Text 11"/>
          <p:cNvSpPr/>
          <p:nvPr/>
        </p:nvSpPr>
        <p:spPr>
          <a:xfrm>
            <a:off x="8648701" y="2093732"/>
            <a:ext cx="6794500" cy="1168400"/>
          </a:xfrm>
          <a:prstGeom prst="rect">
            <a:avLst/>
          </a:prstGeom>
          <a:noFill/>
          <a:ln/>
        </p:spPr>
        <p:txBody>
          <a:bodyPr wrap="square" lIns="0" tIns="0" rIns="0" bIns="0" rtlCol="0" anchor="t"/>
          <a:lstStyle/>
          <a:p>
            <a:pPr algn="just">
              <a:lnSpc>
                <a:spcPct val="135000"/>
              </a:lnSpc>
            </a:pPr>
            <a:r>
              <a:rPr lang="en-US" sz="1400" b="1" dirty="0">
                <a:solidFill>
                  <a:srgbClr val="2D3748"/>
                </a:solidFill>
                <a:latin typeface="Calibri" pitchFamily="34" charset="0"/>
                <a:ea typeface="Calibri" pitchFamily="34" charset="-122"/>
                <a:cs typeface="Calibri" pitchFamily="34" charset="-120"/>
              </a:rPr>
              <a:t>Observation:</a:t>
            </a:r>
            <a:r>
              <a:rPr lang="en-US" sz="1400" dirty="0">
                <a:solidFill>
                  <a:srgbClr val="2D3748"/>
                </a:solidFill>
                <a:latin typeface="Calibri" pitchFamily="34" charset="0"/>
                <a:ea typeface="Calibri" pitchFamily="34" charset="-122"/>
                <a:cs typeface="Calibri" pitchFamily="34" charset="-120"/>
              </a:rPr>
              <a:t> Many products have high reorder rates indicating strong repeat behaviour.</a:t>
            </a:r>
            <a:endParaRPr lang="en-US" sz="1400" dirty="0"/>
          </a:p>
          <a:p>
            <a:pPr algn="just">
              <a:lnSpc>
                <a:spcPct val="135000"/>
              </a:lnSpc>
              <a:spcBef>
                <a:spcPts val="300"/>
              </a:spcBef>
            </a:pPr>
            <a:r>
              <a:rPr lang="en-US" sz="1400" b="1" dirty="0">
                <a:solidFill>
                  <a:srgbClr val="2D3748"/>
                </a:solidFill>
                <a:latin typeface="Calibri" pitchFamily="34" charset="0"/>
                <a:ea typeface="Calibri" pitchFamily="34" charset="-122"/>
                <a:cs typeface="Calibri" pitchFamily="34" charset="-120"/>
              </a:rPr>
              <a:t>Action:</a:t>
            </a:r>
            <a:r>
              <a:rPr lang="en-US" sz="1400" dirty="0">
                <a:solidFill>
                  <a:srgbClr val="2D3748"/>
                </a:solidFill>
                <a:latin typeface="Calibri" pitchFamily="34" charset="0"/>
                <a:ea typeface="Calibri" pitchFamily="34" charset="-122"/>
                <a:cs typeface="Calibri" pitchFamily="34" charset="-120"/>
              </a:rPr>
              <a:t> Personalized loyalty rewards. Repeat-purchase discounts. Reorder reminders.</a:t>
            </a:r>
            <a:endParaRPr lang="en-US" sz="1400" dirty="0"/>
          </a:p>
          <a:p>
            <a:pPr algn="just">
              <a:lnSpc>
                <a:spcPct val="135000"/>
              </a:lnSpc>
              <a:spcBef>
                <a:spcPts val="300"/>
              </a:spcBef>
            </a:pPr>
            <a:r>
              <a:rPr lang="en-US" sz="1400" b="1" dirty="0">
                <a:solidFill>
                  <a:srgbClr val="2D3748"/>
                </a:solidFill>
                <a:latin typeface="Calibri" pitchFamily="34" charset="0"/>
                <a:ea typeface="Calibri" pitchFamily="34" charset="-122"/>
                <a:cs typeface="Calibri" pitchFamily="34" charset="-120"/>
              </a:rPr>
              <a:t>Benefit:</a:t>
            </a:r>
            <a:r>
              <a:rPr lang="en-US" sz="1400" dirty="0">
                <a:solidFill>
                  <a:srgbClr val="2D3748"/>
                </a:solidFill>
                <a:latin typeface="Calibri" pitchFamily="34" charset="0"/>
                <a:ea typeface="Calibri" pitchFamily="34" charset="-122"/>
                <a:cs typeface="Calibri" pitchFamily="34" charset="-120"/>
              </a:rPr>
              <a:t> Higher retention, increased lifetime value, more recurring sales.</a:t>
            </a:r>
            <a:endParaRPr lang="en-US" sz="1400" dirty="0"/>
          </a:p>
        </p:txBody>
      </p:sp>
      <p:sp>
        <p:nvSpPr>
          <p:cNvPr id="14" name="Shape 12"/>
          <p:cNvSpPr/>
          <p:nvPr/>
        </p:nvSpPr>
        <p:spPr>
          <a:xfrm>
            <a:off x="812800" y="3746500"/>
            <a:ext cx="7175500" cy="1752600"/>
          </a:xfrm>
          <a:prstGeom prst="rect">
            <a:avLst/>
          </a:prstGeom>
          <a:solidFill>
            <a:srgbClr val="EDF2F7"/>
          </a:solidFill>
          <a:ln/>
        </p:spPr>
        <p:txBody>
          <a:bodyPr/>
          <a:lstStyle/>
          <a:p>
            <a:endParaRPr lang="en-IN"/>
          </a:p>
        </p:txBody>
      </p:sp>
      <p:sp>
        <p:nvSpPr>
          <p:cNvPr id="15" name="Shape 13"/>
          <p:cNvSpPr/>
          <p:nvPr/>
        </p:nvSpPr>
        <p:spPr>
          <a:xfrm>
            <a:off x="812800" y="3746500"/>
            <a:ext cx="50800" cy="1752600"/>
          </a:xfrm>
          <a:prstGeom prst="rect">
            <a:avLst/>
          </a:prstGeom>
          <a:solidFill>
            <a:srgbClr val="1B4F8F"/>
          </a:solidFill>
          <a:ln/>
        </p:spPr>
        <p:txBody>
          <a:bodyPr/>
          <a:lstStyle/>
          <a:p>
            <a:endParaRPr lang="en-IN"/>
          </a:p>
        </p:txBody>
      </p:sp>
      <p:sp>
        <p:nvSpPr>
          <p:cNvPr id="18" name="Text 16"/>
          <p:cNvSpPr/>
          <p:nvPr/>
        </p:nvSpPr>
        <p:spPr>
          <a:xfrm>
            <a:off x="1092201" y="4227332"/>
            <a:ext cx="6794500" cy="1168400"/>
          </a:xfrm>
          <a:prstGeom prst="rect">
            <a:avLst/>
          </a:prstGeom>
          <a:noFill/>
          <a:ln/>
        </p:spPr>
        <p:txBody>
          <a:bodyPr wrap="square" lIns="0" tIns="0" rIns="0" bIns="0" rtlCol="0" anchor="t"/>
          <a:lstStyle/>
          <a:p>
            <a:pPr algn="just">
              <a:lnSpc>
                <a:spcPct val="135000"/>
              </a:lnSpc>
            </a:pPr>
            <a:r>
              <a:rPr lang="en-US" sz="1400" b="1" dirty="0">
                <a:solidFill>
                  <a:srgbClr val="2D3748"/>
                </a:solidFill>
                <a:latin typeface="Calibri" pitchFamily="34" charset="0"/>
                <a:ea typeface="Calibri" pitchFamily="34" charset="-122"/>
                <a:cs typeface="Calibri" pitchFamily="34" charset="-120"/>
              </a:rPr>
              <a:t>Observation:</a:t>
            </a:r>
            <a:r>
              <a:rPr lang="en-US" sz="1400" dirty="0">
                <a:solidFill>
                  <a:srgbClr val="2D3748"/>
                </a:solidFill>
                <a:latin typeface="Calibri" pitchFamily="34" charset="0"/>
                <a:ea typeface="Calibri" pitchFamily="34" charset="-122"/>
                <a:cs typeface="Calibri" pitchFamily="34" charset="-120"/>
              </a:rPr>
              <a:t> Personal Care, Snacks, Pantry contain the largest number of products.</a:t>
            </a:r>
            <a:endParaRPr lang="en-US" sz="1400" dirty="0"/>
          </a:p>
          <a:p>
            <a:pPr algn="just">
              <a:lnSpc>
                <a:spcPct val="135000"/>
              </a:lnSpc>
              <a:spcBef>
                <a:spcPts val="300"/>
              </a:spcBef>
            </a:pPr>
            <a:r>
              <a:rPr lang="en-US" sz="1400" b="1" dirty="0">
                <a:solidFill>
                  <a:srgbClr val="2D3748"/>
                </a:solidFill>
                <a:latin typeface="Calibri" pitchFamily="34" charset="0"/>
                <a:ea typeface="Calibri" pitchFamily="34" charset="-122"/>
                <a:cs typeface="Calibri" pitchFamily="34" charset="-120"/>
              </a:rPr>
              <a:t>Action:</a:t>
            </a:r>
            <a:r>
              <a:rPr lang="en-US" sz="1400" dirty="0">
                <a:solidFill>
                  <a:srgbClr val="2D3748"/>
                </a:solidFill>
                <a:latin typeface="Calibri" pitchFamily="34" charset="0"/>
                <a:ea typeface="Calibri" pitchFamily="34" charset="-122"/>
                <a:cs typeface="Calibri" pitchFamily="34" charset="-120"/>
              </a:rPr>
              <a:t> Allocate shelf space based on product demand, not just product count. Regularly review category performance.</a:t>
            </a:r>
            <a:endParaRPr lang="en-US" sz="1400" dirty="0"/>
          </a:p>
          <a:p>
            <a:pPr algn="just">
              <a:lnSpc>
                <a:spcPct val="135000"/>
              </a:lnSpc>
              <a:spcBef>
                <a:spcPts val="300"/>
              </a:spcBef>
            </a:pPr>
            <a:r>
              <a:rPr lang="en-US" sz="1400" b="1" dirty="0">
                <a:solidFill>
                  <a:srgbClr val="2D3748"/>
                </a:solidFill>
                <a:latin typeface="Calibri" pitchFamily="34" charset="0"/>
                <a:ea typeface="Calibri" pitchFamily="34" charset="-122"/>
                <a:cs typeface="Calibri" pitchFamily="34" charset="-120"/>
              </a:rPr>
              <a:t>Benefit:</a:t>
            </a:r>
            <a:r>
              <a:rPr lang="en-US" sz="1400" dirty="0">
                <a:solidFill>
                  <a:srgbClr val="2D3748"/>
                </a:solidFill>
                <a:latin typeface="Calibri" pitchFamily="34" charset="0"/>
                <a:ea typeface="Calibri" pitchFamily="34" charset="-122"/>
                <a:cs typeface="Calibri" pitchFamily="34" charset="-120"/>
              </a:rPr>
              <a:t> Better visibility, improved shopping experience, increased sales.</a:t>
            </a:r>
            <a:endParaRPr lang="en-US" sz="1400" dirty="0"/>
          </a:p>
        </p:txBody>
      </p:sp>
      <p:sp>
        <p:nvSpPr>
          <p:cNvPr id="19" name="Shape 17"/>
          <p:cNvSpPr/>
          <p:nvPr/>
        </p:nvSpPr>
        <p:spPr>
          <a:xfrm>
            <a:off x="8369300" y="3746500"/>
            <a:ext cx="7124700" cy="1752600"/>
          </a:xfrm>
          <a:prstGeom prst="rect">
            <a:avLst/>
          </a:prstGeom>
          <a:solidFill>
            <a:srgbClr val="EDF2F7"/>
          </a:solidFill>
          <a:ln/>
        </p:spPr>
        <p:txBody>
          <a:bodyPr/>
          <a:lstStyle/>
          <a:p>
            <a:endParaRPr lang="en-IN"/>
          </a:p>
        </p:txBody>
      </p:sp>
      <p:sp>
        <p:nvSpPr>
          <p:cNvPr id="20" name="Shape 18"/>
          <p:cNvSpPr/>
          <p:nvPr/>
        </p:nvSpPr>
        <p:spPr>
          <a:xfrm>
            <a:off x="8369300" y="3746500"/>
            <a:ext cx="50800" cy="1752600"/>
          </a:xfrm>
          <a:prstGeom prst="rect">
            <a:avLst/>
          </a:prstGeom>
          <a:solidFill>
            <a:srgbClr val="1B4F8F"/>
          </a:solidFill>
          <a:ln/>
        </p:spPr>
        <p:txBody>
          <a:bodyPr/>
          <a:lstStyle/>
          <a:p>
            <a:endParaRPr lang="en-IN"/>
          </a:p>
        </p:txBody>
      </p:sp>
      <p:sp>
        <p:nvSpPr>
          <p:cNvPr id="23" name="Text 21"/>
          <p:cNvSpPr/>
          <p:nvPr/>
        </p:nvSpPr>
        <p:spPr>
          <a:xfrm>
            <a:off x="8648701" y="4227332"/>
            <a:ext cx="6794500" cy="1168400"/>
          </a:xfrm>
          <a:prstGeom prst="rect">
            <a:avLst/>
          </a:prstGeom>
          <a:noFill/>
          <a:ln/>
        </p:spPr>
        <p:txBody>
          <a:bodyPr wrap="square" lIns="0" tIns="0" rIns="0" bIns="0" rtlCol="0" anchor="t"/>
          <a:lstStyle/>
          <a:p>
            <a:pPr algn="just">
              <a:lnSpc>
                <a:spcPct val="135000"/>
              </a:lnSpc>
            </a:pPr>
            <a:r>
              <a:rPr lang="en-US" sz="1400" b="1" dirty="0">
                <a:solidFill>
                  <a:srgbClr val="2D3748"/>
                </a:solidFill>
                <a:latin typeface="Calibri" pitchFamily="34" charset="0"/>
                <a:ea typeface="Calibri" pitchFamily="34" charset="-122"/>
                <a:cs typeface="Calibri" pitchFamily="34" charset="-120"/>
              </a:rPr>
              <a:t>Observation:</a:t>
            </a:r>
            <a:r>
              <a:rPr lang="en-US" sz="1400" dirty="0">
                <a:solidFill>
                  <a:srgbClr val="2D3748"/>
                </a:solidFill>
                <a:latin typeface="Calibri" pitchFamily="34" charset="0"/>
                <a:ea typeface="Calibri" pitchFamily="34" charset="-122"/>
                <a:cs typeface="Calibri" pitchFamily="34" charset="-120"/>
              </a:rPr>
              <a:t> Customers exhibit consistent purchasing cycles and predictable behaviour.</a:t>
            </a:r>
            <a:endParaRPr lang="en-US" sz="1400" dirty="0"/>
          </a:p>
          <a:p>
            <a:pPr algn="just">
              <a:lnSpc>
                <a:spcPct val="135000"/>
              </a:lnSpc>
              <a:spcBef>
                <a:spcPts val="300"/>
              </a:spcBef>
            </a:pPr>
            <a:r>
              <a:rPr lang="en-US" sz="1400" b="1" dirty="0">
                <a:solidFill>
                  <a:srgbClr val="2D3748"/>
                </a:solidFill>
                <a:latin typeface="Calibri" pitchFamily="34" charset="0"/>
                <a:ea typeface="Calibri" pitchFamily="34" charset="-122"/>
                <a:cs typeface="Calibri" pitchFamily="34" charset="-120"/>
              </a:rPr>
              <a:t>Action:</a:t>
            </a:r>
            <a:r>
              <a:rPr lang="en-US" sz="1400" dirty="0">
                <a:solidFill>
                  <a:srgbClr val="2D3748"/>
                </a:solidFill>
                <a:latin typeface="Calibri" pitchFamily="34" charset="0"/>
                <a:ea typeface="Calibri" pitchFamily="34" charset="-122"/>
                <a:cs typeface="Calibri" pitchFamily="34" charset="-120"/>
              </a:rPr>
              <a:t> Schedule campaigns before peak periods. Personalize offers. Recommend complementary products.</a:t>
            </a:r>
            <a:endParaRPr lang="en-US" sz="1400" dirty="0"/>
          </a:p>
          <a:p>
            <a:pPr algn="just">
              <a:lnSpc>
                <a:spcPct val="135000"/>
              </a:lnSpc>
              <a:spcBef>
                <a:spcPts val="300"/>
              </a:spcBef>
            </a:pPr>
            <a:r>
              <a:rPr lang="en-US" sz="1400" b="1" dirty="0">
                <a:solidFill>
                  <a:srgbClr val="2D3748"/>
                </a:solidFill>
                <a:latin typeface="Calibri" pitchFamily="34" charset="0"/>
                <a:ea typeface="Calibri" pitchFamily="34" charset="-122"/>
                <a:cs typeface="Calibri" pitchFamily="34" charset="-120"/>
              </a:rPr>
              <a:t>Benefit:</a:t>
            </a:r>
            <a:r>
              <a:rPr lang="en-US" sz="1400" dirty="0">
                <a:solidFill>
                  <a:srgbClr val="2D3748"/>
                </a:solidFill>
                <a:latin typeface="Calibri" pitchFamily="34" charset="0"/>
                <a:ea typeface="Calibri" pitchFamily="34" charset="-122"/>
                <a:cs typeface="Calibri" pitchFamily="34" charset="-120"/>
              </a:rPr>
              <a:t> Higher conversion rates, increased repeat purchases, better engagement.</a:t>
            </a:r>
            <a:endParaRPr lang="en-US" sz="1400" dirty="0"/>
          </a:p>
        </p:txBody>
      </p:sp>
      <p:sp>
        <p:nvSpPr>
          <p:cNvPr id="24" name="Shape 22"/>
          <p:cNvSpPr/>
          <p:nvPr/>
        </p:nvSpPr>
        <p:spPr>
          <a:xfrm>
            <a:off x="812800" y="5880100"/>
            <a:ext cx="7175500" cy="1752600"/>
          </a:xfrm>
          <a:prstGeom prst="rect">
            <a:avLst/>
          </a:prstGeom>
          <a:solidFill>
            <a:srgbClr val="EDF2F7"/>
          </a:solidFill>
          <a:ln/>
        </p:spPr>
        <p:txBody>
          <a:bodyPr/>
          <a:lstStyle/>
          <a:p>
            <a:endParaRPr lang="en-IN"/>
          </a:p>
        </p:txBody>
      </p:sp>
      <p:sp>
        <p:nvSpPr>
          <p:cNvPr id="25" name="Shape 23"/>
          <p:cNvSpPr/>
          <p:nvPr/>
        </p:nvSpPr>
        <p:spPr>
          <a:xfrm>
            <a:off x="812800" y="5880100"/>
            <a:ext cx="50800" cy="1752600"/>
          </a:xfrm>
          <a:prstGeom prst="rect">
            <a:avLst/>
          </a:prstGeom>
          <a:solidFill>
            <a:srgbClr val="1B4F8F"/>
          </a:solidFill>
          <a:ln/>
        </p:spPr>
        <p:txBody>
          <a:bodyPr/>
          <a:lstStyle/>
          <a:p>
            <a:endParaRPr lang="en-IN"/>
          </a:p>
        </p:txBody>
      </p:sp>
      <p:sp>
        <p:nvSpPr>
          <p:cNvPr id="28" name="Text 26"/>
          <p:cNvSpPr/>
          <p:nvPr/>
        </p:nvSpPr>
        <p:spPr>
          <a:xfrm>
            <a:off x="1092201" y="6360932"/>
            <a:ext cx="6794500" cy="1168400"/>
          </a:xfrm>
          <a:prstGeom prst="rect">
            <a:avLst/>
          </a:prstGeom>
          <a:noFill/>
          <a:ln/>
        </p:spPr>
        <p:txBody>
          <a:bodyPr wrap="square" lIns="0" tIns="0" rIns="0" bIns="0" rtlCol="0" anchor="t"/>
          <a:lstStyle/>
          <a:p>
            <a:pPr algn="just">
              <a:lnSpc>
                <a:spcPct val="135000"/>
              </a:lnSpc>
            </a:pPr>
            <a:r>
              <a:rPr lang="en-US" sz="1400" b="1" dirty="0">
                <a:solidFill>
                  <a:srgbClr val="2D3748"/>
                </a:solidFill>
                <a:latin typeface="Calibri" pitchFamily="34" charset="0"/>
                <a:ea typeface="Calibri" pitchFamily="34" charset="-122"/>
                <a:cs typeface="Calibri" pitchFamily="34" charset="-120"/>
              </a:rPr>
              <a:t>Observation:</a:t>
            </a:r>
            <a:r>
              <a:rPr lang="en-US" sz="1400" dirty="0">
                <a:solidFill>
                  <a:srgbClr val="2D3748"/>
                </a:solidFill>
                <a:latin typeface="Calibri" pitchFamily="34" charset="0"/>
                <a:ea typeface="Calibri" pitchFamily="34" charset="-122"/>
                <a:cs typeface="Calibri" pitchFamily="34" charset="-120"/>
              </a:rPr>
              <a:t> Each department has a distinct top-performing product (e.g., Banana, Organic Milk).</a:t>
            </a:r>
            <a:endParaRPr lang="en-US" sz="1400" dirty="0"/>
          </a:p>
          <a:p>
            <a:pPr algn="just">
              <a:lnSpc>
                <a:spcPct val="135000"/>
              </a:lnSpc>
              <a:spcBef>
                <a:spcPts val="300"/>
              </a:spcBef>
            </a:pPr>
            <a:r>
              <a:rPr lang="en-US" sz="1400" b="1" dirty="0">
                <a:solidFill>
                  <a:srgbClr val="2D3748"/>
                </a:solidFill>
                <a:latin typeface="Calibri" pitchFamily="34" charset="0"/>
                <a:ea typeface="Calibri" pitchFamily="34" charset="-122"/>
                <a:cs typeface="Calibri" pitchFamily="34" charset="-120"/>
              </a:rPr>
              <a:t>Action:</a:t>
            </a:r>
            <a:r>
              <a:rPr lang="en-US" sz="1400" dirty="0">
                <a:solidFill>
                  <a:srgbClr val="2D3748"/>
                </a:solidFill>
                <a:latin typeface="Calibri" pitchFamily="34" charset="0"/>
                <a:ea typeface="Calibri" pitchFamily="34" charset="-122"/>
                <a:cs typeface="Calibri" pitchFamily="34" charset="-120"/>
              </a:rPr>
              <a:t> Design promotions around each department's hero product. Use as traffic drivers.</a:t>
            </a:r>
            <a:endParaRPr lang="en-US" sz="1400" dirty="0"/>
          </a:p>
          <a:p>
            <a:pPr algn="just">
              <a:lnSpc>
                <a:spcPct val="135000"/>
              </a:lnSpc>
              <a:spcBef>
                <a:spcPts val="300"/>
              </a:spcBef>
            </a:pPr>
            <a:r>
              <a:rPr lang="en-US" sz="1400" b="1" dirty="0">
                <a:solidFill>
                  <a:srgbClr val="2D3748"/>
                </a:solidFill>
                <a:latin typeface="Calibri" pitchFamily="34" charset="0"/>
                <a:ea typeface="Calibri" pitchFamily="34" charset="-122"/>
                <a:cs typeface="Calibri" pitchFamily="34" charset="-120"/>
              </a:rPr>
              <a:t>Benefit:</a:t>
            </a:r>
            <a:r>
              <a:rPr lang="en-US" sz="1400" dirty="0">
                <a:solidFill>
                  <a:srgbClr val="2D3748"/>
                </a:solidFill>
                <a:latin typeface="Calibri" pitchFamily="34" charset="0"/>
                <a:ea typeface="Calibri" pitchFamily="34" charset="-122"/>
                <a:cs typeface="Calibri" pitchFamily="34" charset="-120"/>
              </a:rPr>
              <a:t> Increased department-level sales, higher cross-selling opportunities.</a:t>
            </a:r>
            <a:endParaRPr lang="en-US" sz="1400" dirty="0"/>
          </a:p>
        </p:txBody>
      </p:sp>
      <p:sp>
        <p:nvSpPr>
          <p:cNvPr id="29" name="Shape 27"/>
          <p:cNvSpPr/>
          <p:nvPr/>
        </p:nvSpPr>
        <p:spPr>
          <a:xfrm>
            <a:off x="8369300" y="5880100"/>
            <a:ext cx="7124700" cy="1752600"/>
          </a:xfrm>
          <a:prstGeom prst="rect">
            <a:avLst/>
          </a:prstGeom>
          <a:solidFill>
            <a:srgbClr val="EDF2F7"/>
          </a:solidFill>
          <a:ln/>
        </p:spPr>
        <p:txBody>
          <a:bodyPr/>
          <a:lstStyle/>
          <a:p>
            <a:endParaRPr lang="en-IN"/>
          </a:p>
        </p:txBody>
      </p:sp>
      <p:sp>
        <p:nvSpPr>
          <p:cNvPr id="30" name="Shape 28"/>
          <p:cNvSpPr/>
          <p:nvPr/>
        </p:nvSpPr>
        <p:spPr>
          <a:xfrm>
            <a:off x="8369300" y="5880100"/>
            <a:ext cx="50800" cy="1752600"/>
          </a:xfrm>
          <a:prstGeom prst="rect">
            <a:avLst/>
          </a:prstGeom>
          <a:solidFill>
            <a:srgbClr val="1B4F8F"/>
          </a:solidFill>
          <a:ln/>
        </p:spPr>
        <p:txBody>
          <a:bodyPr/>
          <a:lstStyle/>
          <a:p>
            <a:endParaRPr lang="en-IN"/>
          </a:p>
        </p:txBody>
      </p:sp>
      <p:sp>
        <p:nvSpPr>
          <p:cNvPr id="33" name="Text 31"/>
          <p:cNvSpPr/>
          <p:nvPr/>
        </p:nvSpPr>
        <p:spPr>
          <a:xfrm>
            <a:off x="8648701" y="6360932"/>
            <a:ext cx="6794500" cy="1168400"/>
          </a:xfrm>
          <a:prstGeom prst="rect">
            <a:avLst/>
          </a:prstGeom>
          <a:noFill/>
          <a:ln/>
        </p:spPr>
        <p:txBody>
          <a:bodyPr wrap="square" lIns="0" tIns="0" rIns="0" bIns="0" rtlCol="0" anchor="t"/>
          <a:lstStyle/>
          <a:p>
            <a:pPr algn="just">
              <a:lnSpc>
                <a:spcPct val="135000"/>
              </a:lnSpc>
            </a:pPr>
            <a:r>
              <a:rPr lang="en-US" sz="1400" b="1" dirty="0">
                <a:solidFill>
                  <a:srgbClr val="2D3748"/>
                </a:solidFill>
                <a:latin typeface="Calibri" pitchFamily="34" charset="0"/>
                <a:ea typeface="Calibri" pitchFamily="34" charset="-122"/>
                <a:cs typeface="Calibri" pitchFamily="34" charset="-120"/>
              </a:rPr>
              <a:t>Observation:</a:t>
            </a:r>
            <a:r>
              <a:rPr lang="en-US" sz="1400" dirty="0">
                <a:solidFill>
                  <a:srgbClr val="2D3748"/>
                </a:solidFill>
                <a:latin typeface="Calibri" pitchFamily="34" charset="0"/>
                <a:ea typeface="Calibri" pitchFamily="34" charset="-122"/>
                <a:cs typeface="Calibri" pitchFamily="34" charset="-120"/>
              </a:rPr>
              <a:t> Products with very few purchases can show misleadingly high reorder rates.</a:t>
            </a:r>
            <a:endParaRPr lang="en-US" sz="1400" dirty="0"/>
          </a:p>
          <a:p>
            <a:pPr algn="just">
              <a:lnSpc>
                <a:spcPct val="135000"/>
              </a:lnSpc>
              <a:spcBef>
                <a:spcPts val="300"/>
              </a:spcBef>
            </a:pPr>
            <a:r>
              <a:rPr lang="en-US" sz="1400" b="1" dirty="0">
                <a:solidFill>
                  <a:srgbClr val="2D3748"/>
                </a:solidFill>
                <a:latin typeface="Calibri" pitchFamily="34" charset="0"/>
                <a:ea typeface="Calibri" pitchFamily="34" charset="-122"/>
                <a:cs typeface="Calibri" pitchFamily="34" charset="-120"/>
              </a:rPr>
              <a:t>Action:</a:t>
            </a:r>
            <a:r>
              <a:rPr lang="en-US" sz="1400" dirty="0">
                <a:solidFill>
                  <a:srgbClr val="2D3748"/>
                </a:solidFill>
                <a:latin typeface="Calibri" pitchFamily="34" charset="0"/>
                <a:ea typeface="Calibri" pitchFamily="34" charset="-122"/>
                <a:cs typeface="Calibri" pitchFamily="34" charset="-120"/>
              </a:rPr>
              <a:t> Apply minimum order threshold (e.g., 100) before evaluating loyalty. Combine rate with volume.</a:t>
            </a:r>
            <a:endParaRPr lang="en-US" sz="1400" dirty="0"/>
          </a:p>
          <a:p>
            <a:pPr algn="just">
              <a:lnSpc>
                <a:spcPct val="135000"/>
              </a:lnSpc>
              <a:spcBef>
                <a:spcPts val="300"/>
              </a:spcBef>
            </a:pPr>
            <a:r>
              <a:rPr lang="en-US" sz="1400" b="1" dirty="0">
                <a:solidFill>
                  <a:srgbClr val="2D3748"/>
                </a:solidFill>
                <a:latin typeface="Calibri" pitchFamily="34" charset="0"/>
                <a:ea typeface="Calibri" pitchFamily="34" charset="-122"/>
                <a:cs typeface="Calibri" pitchFamily="34" charset="-120"/>
              </a:rPr>
              <a:t>Benefit:</a:t>
            </a:r>
            <a:r>
              <a:rPr lang="en-US" sz="1400" dirty="0">
                <a:solidFill>
                  <a:srgbClr val="2D3748"/>
                </a:solidFill>
                <a:latin typeface="Calibri" pitchFamily="34" charset="0"/>
                <a:ea typeface="Calibri" pitchFamily="34" charset="-122"/>
                <a:cs typeface="Calibri" pitchFamily="34" charset="-120"/>
              </a:rPr>
              <a:t> More reliable decision-making, reduced risk from weak patterns.</a:t>
            </a:r>
            <a:endParaRPr lang="en-US" sz="1400" dirty="0"/>
          </a:p>
        </p:txBody>
      </p:sp>
      <p:sp>
        <p:nvSpPr>
          <p:cNvPr id="34" name="Shape 32"/>
          <p:cNvSpPr/>
          <p:nvPr/>
        </p:nvSpPr>
        <p:spPr>
          <a:xfrm>
            <a:off x="762000" y="8763000"/>
            <a:ext cx="14732000" cy="25400"/>
          </a:xfrm>
          <a:prstGeom prst="rect">
            <a:avLst/>
          </a:prstGeom>
          <a:solidFill>
            <a:srgbClr val="1B4F8F"/>
          </a:solidFill>
          <a:ln/>
        </p:spPr>
        <p:txBody>
          <a:bodyPr/>
          <a:lstStyle/>
          <a:p>
            <a:endParaRPr lang="en-IN"/>
          </a:p>
        </p:txBody>
      </p:sp>
      <p:sp>
        <p:nvSpPr>
          <p:cNvPr id="35" name="Text 33"/>
          <p:cNvSpPr/>
          <p:nvPr/>
        </p:nvSpPr>
        <p:spPr>
          <a:xfrm>
            <a:off x="14478000" y="8826500"/>
            <a:ext cx="1016000" cy="254000"/>
          </a:xfrm>
          <a:prstGeom prst="rect">
            <a:avLst/>
          </a:prstGeom>
          <a:noFill/>
          <a:ln/>
        </p:spPr>
        <p:txBody>
          <a:bodyPr wrap="none" lIns="0" tIns="0" rIns="0" bIns="0" rtlCol="0" anchor="ctr"/>
          <a:lstStyle/>
          <a:p>
            <a:pPr algn="r">
              <a:lnSpc>
                <a:spcPct val="120000"/>
              </a:lnSpc>
            </a:pPr>
            <a:r>
              <a:rPr lang="en-US" sz="1200" dirty="0">
                <a:solidFill>
                  <a:srgbClr val="718096"/>
                </a:solidFill>
                <a:latin typeface="Calibri" pitchFamily="34" charset="0"/>
                <a:ea typeface="Calibri" pitchFamily="34" charset="-122"/>
                <a:cs typeface="Calibri" pitchFamily="34" charset="-120"/>
              </a:rPr>
              <a:t>47 / 55</a:t>
            </a:r>
            <a:endParaRPr lang="en-US" sz="1200" dirty="0"/>
          </a:p>
        </p:txBody>
      </p:sp>
      <p:sp>
        <p:nvSpPr>
          <p:cNvPr id="37" name="Text 25">
            <a:extLst>
              <a:ext uri="{FF2B5EF4-FFF2-40B4-BE49-F238E27FC236}">
                <a16:creationId xmlns:a16="http://schemas.microsoft.com/office/drawing/2014/main" id="{5A1FA87B-151D-FFB9-1C12-227B0E7DB808}"/>
              </a:ext>
            </a:extLst>
          </p:cNvPr>
          <p:cNvSpPr/>
          <p:nvPr/>
        </p:nvSpPr>
        <p:spPr>
          <a:xfrm>
            <a:off x="1092200" y="6013450"/>
            <a:ext cx="6350000" cy="317500"/>
          </a:xfrm>
          <a:prstGeom prst="rect">
            <a:avLst/>
          </a:prstGeom>
          <a:noFill/>
          <a:ln/>
        </p:spPr>
        <p:txBody>
          <a:bodyPr wrap="none" lIns="0" tIns="0" rIns="0" bIns="0" rtlCol="0" anchor="ctr"/>
          <a:lstStyle/>
          <a:p>
            <a:pPr>
              <a:lnSpc>
                <a:spcPct val="120000"/>
              </a:lnSpc>
            </a:pPr>
            <a:r>
              <a:rPr lang="en-US" b="1" dirty="0">
                <a:solidFill>
                  <a:srgbClr val="1B4F8F"/>
                </a:solidFill>
                <a:latin typeface="Calibri" pitchFamily="34" charset="0"/>
                <a:ea typeface="Calibri" pitchFamily="34" charset="-122"/>
                <a:cs typeface="Calibri" pitchFamily="34" charset="-120"/>
              </a:rPr>
              <a:t>K. Develop Department-Specific Marketing</a:t>
            </a:r>
            <a:endParaRPr lang="en-US" dirty="0"/>
          </a:p>
        </p:txBody>
      </p:sp>
      <p:sp>
        <p:nvSpPr>
          <p:cNvPr id="39" name="Text 30">
            <a:extLst>
              <a:ext uri="{FF2B5EF4-FFF2-40B4-BE49-F238E27FC236}">
                <a16:creationId xmlns:a16="http://schemas.microsoft.com/office/drawing/2014/main" id="{6EBB122B-D748-BFD7-8B55-DA16C7087BD8}"/>
              </a:ext>
            </a:extLst>
          </p:cNvPr>
          <p:cNvSpPr/>
          <p:nvPr/>
        </p:nvSpPr>
        <p:spPr>
          <a:xfrm>
            <a:off x="8648700" y="6008065"/>
            <a:ext cx="6350000" cy="317500"/>
          </a:xfrm>
          <a:prstGeom prst="rect">
            <a:avLst/>
          </a:prstGeom>
          <a:noFill/>
          <a:ln/>
        </p:spPr>
        <p:txBody>
          <a:bodyPr wrap="none" lIns="0" tIns="0" rIns="0" bIns="0" rtlCol="0" anchor="ctr"/>
          <a:lstStyle/>
          <a:p>
            <a:pPr>
              <a:lnSpc>
                <a:spcPct val="120000"/>
              </a:lnSpc>
            </a:pPr>
            <a:r>
              <a:rPr lang="en-US" b="1" dirty="0">
                <a:solidFill>
                  <a:srgbClr val="1B4F8F"/>
                </a:solidFill>
                <a:latin typeface="Calibri" pitchFamily="34" charset="0"/>
                <a:ea typeface="Calibri" pitchFamily="34" charset="-122"/>
                <a:cs typeface="Calibri" pitchFamily="34" charset="-120"/>
              </a:rPr>
              <a:t>L. Base Decisions on Reliable Metrics</a:t>
            </a:r>
            <a:endParaRPr lang="en-US" dirty="0"/>
          </a:p>
        </p:txBody>
      </p:sp>
      <p:sp>
        <p:nvSpPr>
          <p:cNvPr id="41" name="Text 15">
            <a:extLst>
              <a:ext uri="{FF2B5EF4-FFF2-40B4-BE49-F238E27FC236}">
                <a16:creationId xmlns:a16="http://schemas.microsoft.com/office/drawing/2014/main" id="{35B2E41F-4942-4E00-2D59-7DCA8D954721}"/>
              </a:ext>
            </a:extLst>
          </p:cNvPr>
          <p:cNvSpPr/>
          <p:nvPr/>
        </p:nvSpPr>
        <p:spPr>
          <a:xfrm>
            <a:off x="1092200" y="3879850"/>
            <a:ext cx="6350000" cy="317500"/>
          </a:xfrm>
          <a:prstGeom prst="rect">
            <a:avLst/>
          </a:prstGeom>
          <a:noFill/>
          <a:ln/>
        </p:spPr>
        <p:txBody>
          <a:bodyPr wrap="none" lIns="0" tIns="0" rIns="0" bIns="0" rtlCol="0" anchor="ctr"/>
          <a:lstStyle/>
          <a:p>
            <a:pPr>
              <a:lnSpc>
                <a:spcPct val="120000"/>
              </a:lnSpc>
            </a:pPr>
            <a:r>
              <a:rPr lang="en-US" b="1" dirty="0">
                <a:solidFill>
                  <a:srgbClr val="1B4F8F"/>
                </a:solidFill>
                <a:latin typeface="Calibri" pitchFamily="34" charset="0"/>
                <a:ea typeface="Calibri" pitchFamily="34" charset="-122"/>
                <a:cs typeface="Calibri" pitchFamily="34" charset="-120"/>
              </a:rPr>
              <a:t>I. Improve Shelf Space Allocation</a:t>
            </a:r>
            <a:endParaRPr lang="en-US" dirty="0"/>
          </a:p>
        </p:txBody>
      </p:sp>
      <p:sp>
        <p:nvSpPr>
          <p:cNvPr id="43" name="Text 20">
            <a:extLst>
              <a:ext uri="{FF2B5EF4-FFF2-40B4-BE49-F238E27FC236}">
                <a16:creationId xmlns:a16="http://schemas.microsoft.com/office/drawing/2014/main" id="{788AD90E-5D5E-CFBC-6139-790E42BA74F2}"/>
              </a:ext>
            </a:extLst>
          </p:cNvPr>
          <p:cNvSpPr/>
          <p:nvPr/>
        </p:nvSpPr>
        <p:spPr>
          <a:xfrm>
            <a:off x="8648700" y="3874465"/>
            <a:ext cx="6350000" cy="317500"/>
          </a:xfrm>
          <a:prstGeom prst="rect">
            <a:avLst/>
          </a:prstGeom>
          <a:noFill/>
          <a:ln/>
        </p:spPr>
        <p:txBody>
          <a:bodyPr wrap="none" lIns="0" tIns="0" rIns="0" bIns="0" rtlCol="0" anchor="ctr"/>
          <a:lstStyle/>
          <a:p>
            <a:pPr>
              <a:lnSpc>
                <a:spcPct val="120000"/>
              </a:lnSpc>
            </a:pPr>
            <a:r>
              <a:rPr lang="en-US" b="1" dirty="0">
                <a:solidFill>
                  <a:srgbClr val="1B4F8F"/>
                </a:solidFill>
                <a:latin typeface="Calibri" pitchFamily="34" charset="0"/>
                <a:ea typeface="Calibri" pitchFamily="34" charset="-122"/>
                <a:cs typeface="Calibri" pitchFamily="34" charset="-120"/>
              </a:rPr>
              <a:t>J. Use Purchase Patterns for Marketing</a:t>
            </a:r>
            <a:endParaRPr lang="en-US" dirty="0"/>
          </a:p>
        </p:txBody>
      </p:sp>
      <p:sp>
        <p:nvSpPr>
          <p:cNvPr id="45" name="Text 4">
            <a:extLst>
              <a:ext uri="{FF2B5EF4-FFF2-40B4-BE49-F238E27FC236}">
                <a16:creationId xmlns:a16="http://schemas.microsoft.com/office/drawing/2014/main" id="{7E72501A-13B5-FA50-8C1F-6F8AFAD6950D}"/>
              </a:ext>
            </a:extLst>
          </p:cNvPr>
          <p:cNvSpPr/>
          <p:nvPr/>
        </p:nvSpPr>
        <p:spPr>
          <a:xfrm>
            <a:off x="1092200" y="1762246"/>
            <a:ext cx="6769100" cy="355600"/>
          </a:xfrm>
          <a:prstGeom prst="rect">
            <a:avLst/>
          </a:prstGeom>
          <a:noFill/>
          <a:ln/>
        </p:spPr>
        <p:txBody>
          <a:bodyPr wrap="none" lIns="0" tIns="0" rIns="0" bIns="0" rtlCol="0" anchor="ctr"/>
          <a:lstStyle/>
          <a:p>
            <a:pPr>
              <a:lnSpc>
                <a:spcPct val="120000"/>
              </a:lnSpc>
            </a:pPr>
            <a:r>
              <a:rPr lang="en-US" b="1" dirty="0">
                <a:solidFill>
                  <a:srgbClr val="1B4F8F"/>
                </a:solidFill>
                <a:latin typeface="Calibri" pitchFamily="34" charset="0"/>
                <a:ea typeface="Calibri" pitchFamily="34" charset="-122"/>
                <a:cs typeface="Calibri" pitchFamily="34" charset="-120"/>
              </a:rPr>
              <a:t>G. Increase Average Basket Size</a:t>
            </a:r>
            <a:endParaRPr lang="en-US" dirty="0"/>
          </a:p>
        </p:txBody>
      </p:sp>
      <p:sp>
        <p:nvSpPr>
          <p:cNvPr id="47" name="Text 10">
            <a:extLst>
              <a:ext uri="{FF2B5EF4-FFF2-40B4-BE49-F238E27FC236}">
                <a16:creationId xmlns:a16="http://schemas.microsoft.com/office/drawing/2014/main" id="{E3BA76F6-3969-C50C-EEE4-40BCA510F7B5}"/>
              </a:ext>
            </a:extLst>
          </p:cNvPr>
          <p:cNvSpPr/>
          <p:nvPr/>
        </p:nvSpPr>
        <p:spPr>
          <a:xfrm>
            <a:off x="8648700" y="1757021"/>
            <a:ext cx="6350000" cy="317500"/>
          </a:xfrm>
          <a:prstGeom prst="rect">
            <a:avLst/>
          </a:prstGeom>
          <a:noFill/>
          <a:ln/>
        </p:spPr>
        <p:txBody>
          <a:bodyPr wrap="none" lIns="0" tIns="0" rIns="0" bIns="0" rtlCol="0" anchor="ctr"/>
          <a:lstStyle/>
          <a:p>
            <a:pPr>
              <a:lnSpc>
                <a:spcPct val="120000"/>
              </a:lnSpc>
            </a:pPr>
            <a:r>
              <a:rPr lang="en-US" b="1" dirty="0">
                <a:solidFill>
                  <a:srgbClr val="1B4F8F"/>
                </a:solidFill>
                <a:latin typeface="Calibri" pitchFamily="34" charset="0"/>
                <a:ea typeface="Calibri" pitchFamily="34" charset="-122"/>
                <a:cs typeface="Calibri" pitchFamily="34" charset="-120"/>
              </a:rPr>
              <a:t>H. Build Customer Loyalty Programs</a:t>
            </a:r>
            <a:endParaRPr lang="en-US" dirty="0"/>
          </a:p>
        </p:txBody>
      </p:sp>
    </p:spTree>
  </p:cSld>
  <p:clrMapOvr>
    <a:masterClrMapping/>
  </p:clrMapOvr>
  <p:transition>
    <p:fade/>
  </p:transition>
</p:sld>
</file>

<file path=ppt/slides/slide53.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62000" y="444500"/>
            <a:ext cx="11430000" cy="444500"/>
          </a:xfrm>
          <a:prstGeom prst="rect">
            <a:avLst/>
          </a:prstGeom>
          <a:noFill/>
          <a:ln/>
        </p:spPr>
        <p:txBody>
          <a:bodyPr wrap="none" lIns="0" tIns="0" rIns="0" bIns="0" rtlCol="0" anchor="ctr"/>
          <a:lstStyle/>
          <a:p>
            <a:pPr algn="l">
              <a:lnSpc>
                <a:spcPct val="130000"/>
              </a:lnSpc>
            </a:pPr>
            <a:r>
              <a:rPr lang="en-US" sz="2400" b="1" dirty="0">
                <a:solidFill>
                  <a:srgbClr val="2D3748"/>
                </a:solidFill>
                <a:latin typeface="Calibri" pitchFamily="34" charset="0"/>
                <a:ea typeface="Calibri" pitchFamily="34" charset="-122"/>
                <a:cs typeface="Calibri" pitchFamily="34" charset="-120"/>
              </a:rPr>
              <a:t>Expected Business Impact Summary</a:t>
            </a:r>
            <a:endParaRPr lang="en-US" sz="2400" dirty="0"/>
          </a:p>
        </p:txBody>
      </p:sp>
      <p:sp>
        <p:nvSpPr>
          <p:cNvPr id="3" name="Shape 1"/>
          <p:cNvSpPr/>
          <p:nvPr/>
        </p:nvSpPr>
        <p:spPr>
          <a:xfrm>
            <a:off x="762000" y="952500"/>
            <a:ext cx="14732000" cy="25400"/>
          </a:xfrm>
          <a:prstGeom prst="rect">
            <a:avLst/>
          </a:prstGeom>
          <a:solidFill>
            <a:srgbClr val="1B4F8F"/>
          </a:solidFill>
          <a:ln/>
        </p:spPr>
        <p:txBody>
          <a:bodyPr/>
          <a:lstStyle/>
          <a:p>
            <a:endParaRPr lang="en-IN"/>
          </a:p>
        </p:txBody>
      </p:sp>
      <p:sp>
        <p:nvSpPr>
          <p:cNvPr id="4" name="Text 2"/>
          <p:cNvSpPr/>
          <p:nvPr/>
        </p:nvSpPr>
        <p:spPr>
          <a:xfrm>
            <a:off x="768350" y="1173062"/>
            <a:ext cx="14732000" cy="571500"/>
          </a:xfrm>
          <a:prstGeom prst="rect">
            <a:avLst/>
          </a:prstGeom>
          <a:noFill/>
          <a:ln/>
        </p:spPr>
        <p:txBody>
          <a:bodyPr wrap="square" lIns="0" tIns="0" rIns="0" bIns="0" rtlCol="0" anchor="t"/>
          <a:lstStyle/>
          <a:p>
            <a:pPr algn="l">
              <a:lnSpc>
                <a:spcPct val="150000"/>
              </a:lnSpc>
            </a:pPr>
            <a:r>
              <a:rPr lang="en-US" sz="1500" dirty="0">
                <a:solidFill>
                  <a:srgbClr val="2D3748"/>
                </a:solidFill>
                <a:latin typeface="Calibri" pitchFamily="34" charset="0"/>
                <a:ea typeface="Calibri" pitchFamily="34" charset="-122"/>
                <a:cs typeface="Calibri" pitchFamily="34" charset="-120"/>
              </a:rPr>
              <a:t>The 12 recommendations are expected to deliver measurable impact across six key business dimensions:</a:t>
            </a:r>
            <a:endParaRPr lang="en-US" sz="1500" dirty="0"/>
          </a:p>
        </p:txBody>
      </p:sp>
      <p:sp>
        <p:nvSpPr>
          <p:cNvPr id="5" name="Shape 3"/>
          <p:cNvSpPr/>
          <p:nvPr/>
        </p:nvSpPr>
        <p:spPr>
          <a:xfrm>
            <a:off x="768350" y="2005810"/>
            <a:ext cx="4699000" cy="1968500"/>
          </a:xfrm>
          <a:prstGeom prst="rect">
            <a:avLst/>
          </a:prstGeom>
          <a:solidFill>
            <a:srgbClr val="EDF2F7"/>
          </a:solidFill>
          <a:ln/>
        </p:spPr>
        <p:txBody>
          <a:bodyPr/>
          <a:lstStyle/>
          <a:p>
            <a:endParaRPr lang="en-IN"/>
          </a:p>
        </p:txBody>
      </p:sp>
      <p:sp>
        <p:nvSpPr>
          <p:cNvPr id="6" name="Shape 4"/>
          <p:cNvSpPr/>
          <p:nvPr/>
        </p:nvSpPr>
        <p:spPr>
          <a:xfrm>
            <a:off x="768350" y="2005810"/>
            <a:ext cx="4699000" cy="50800"/>
          </a:xfrm>
          <a:prstGeom prst="rect">
            <a:avLst/>
          </a:prstGeom>
          <a:solidFill>
            <a:srgbClr val="1B4F8F"/>
          </a:solidFill>
          <a:ln/>
        </p:spPr>
        <p:txBody>
          <a:bodyPr/>
          <a:lstStyle/>
          <a:p>
            <a:endParaRPr lang="en-IN"/>
          </a:p>
        </p:txBody>
      </p:sp>
      <p:sp>
        <p:nvSpPr>
          <p:cNvPr id="7" name="Shape 5"/>
          <p:cNvSpPr/>
          <p:nvPr/>
        </p:nvSpPr>
        <p:spPr>
          <a:xfrm>
            <a:off x="996950" y="2221710"/>
            <a:ext cx="355600" cy="355600"/>
          </a:xfrm>
          <a:custGeom>
            <a:avLst/>
            <a:gdLst/>
            <a:ahLst/>
            <a:cxnLst/>
            <a:rect l="l" t="t" r="r" b="b"/>
            <a:pathLst>
              <a:path w="355600" h="355600">
                <a:moveTo>
                  <a:pt x="231084" y="146199"/>
                </a:moveTo>
                <a:cubicBezTo>
                  <a:pt x="237863" y="143907"/>
                  <a:pt x="244975" y="147935"/>
                  <a:pt x="248031" y="155783"/>
                </a:cubicBezTo>
                <a:lnTo>
                  <a:pt x="258366" y="181898"/>
                </a:lnTo>
                <a:cubicBezTo>
                  <a:pt x="264089" y="182870"/>
                  <a:pt x="269700" y="184815"/>
                  <a:pt x="274979" y="187523"/>
                </a:cubicBezTo>
                <a:lnTo>
                  <a:pt x="294426" y="171341"/>
                </a:lnTo>
                <a:cubicBezTo>
                  <a:pt x="300260" y="166479"/>
                  <a:pt x="307983" y="167451"/>
                  <a:pt x="312928" y="173633"/>
                </a:cubicBezTo>
                <a:lnTo>
                  <a:pt x="323596" y="186968"/>
                </a:lnTo>
                <a:cubicBezTo>
                  <a:pt x="328541" y="193149"/>
                  <a:pt x="329319" y="202873"/>
                  <a:pt x="325430" y="210096"/>
                </a:cubicBezTo>
                <a:lnTo>
                  <a:pt x="312483" y="234335"/>
                </a:lnTo>
                <a:cubicBezTo>
                  <a:pt x="313539" y="237599"/>
                  <a:pt x="314484" y="241002"/>
                  <a:pt x="315262" y="244544"/>
                </a:cubicBezTo>
                <a:cubicBezTo>
                  <a:pt x="316039" y="248087"/>
                  <a:pt x="316540" y="251559"/>
                  <a:pt x="316928" y="255101"/>
                </a:cubicBezTo>
                <a:lnTo>
                  <a:pt x="337876" y="268020"/>
                </a:lnTo>
                <a:cubicBezTo>
                  <a:pt x="344154" y="271909"/>
                  <a:pt x="347377" y="280799"/>
                  <a:pt x="345543" y="289203"/>
                </a:cubicBezTo>
                <a:lnTo>
                  <a:pt x="341654" y="307400"/>
                </a:lnTo>
                <a:cubicBezTo>
                  <a:pt x="339820" y="315803"/>
                  <a:pt x="333542" y="321499"/>
                  <a:pt x="326541" y="320943"/>
                </a:cubicBezTo>
                <a:lnTo>
                  <a:pt x="303205" y="319068"/>
                </a:lnTo>
                <a:cubicBezTo>
                  <a:pt x="299704" y="324693"/>
                  <a:pt x="295648" y="329902"/>
                  <a:pt x="291036" y="334347"/>
                </a:cubicBezTo>
                <a:lnTo>
                  <a:pt x="292537" y="363448"/>
                </a:lnTo>
                <a:cubicBezTo>
                  <a:pt x="292981" y="372199"/>
                  <a:pt x="288425" y="380117"/>
                  <a:pt x="281702" y="382339"/>
                </a:cubicBezTo>
                <a:lnTo>
                  <a:pt x="267145" y="387201"/>
                </a:lnTo>
                <a:cubicBezTo>
                  <a:pt x="260366" y="389493"/>
                  <a:pt x="253309" y="385465"/>
                  <a:pt x="250198" y="377617"/>
                </a:cubicBezTo>
                <a:lnTo>
                  <a:pt x="239863" y="351502"/>
                </a:lnTo>
                <a:cubicBezTo>
                  <a:pt x="234140" y="350530"/>
                  <a:pt x="228529" y="348585"/>
                  <a:pt x="223250" y="345877"/>
                </a:cubicBezTo>
                <a:lnTo>
                  <a:pt x="203803" y="362059"/>
                </a:lnTo>
                <a:cubicBezTo>
                  <a:pt x="197969" y="366921"/>
                  <a:pt x="190246" y="365949"/>
                  <a:pt x="185301" y="359767"/>
                </a:cubicBezTo>
                <a:lnTo>
                  <a:pt x="174633" y="346432"/>
                </a:lnTo>
                <a:cubicBezTo>
                  <a:pt x="169688" y="340251"/>
                  <a:pt x="168910" y="330597"/>
                  <a:pt x="172799" y="323304"/>
                </a:cubicBezTo>
                <a:lnTo>
                  <a:pt x="185745" y="298996"/>
                </a:lnTo>
                <a:cubicBezTo>
                  <a:pt x="184690" y="295731"/>
                  <a:pt x="183745" y="292328"/>
                  <a:pt x="182967" y="288786"/>
                </a:cubicBezTo>
                <a:cubicBezTo>
                  <a:pt x="182189" y="285244"/>
                  <a:pt x="181689" y="281702"/>
                  <a:pt x="181300" y="278229"/>
                </a:cubicBezTo>
                <a:lnTo>
                  <a:pt x="160353" y="265311"/>
                </a:lnTo>
                <a:cubicBezTo>
                  <a:pt x="154075" y="261422"/>
                  <a:pt x="150908" y="252532"/>
                  <a:pt x="152686" y="244128"/>
                </a:cubicBezTo>
                <a:lnTo>
                  <a:pt x="156575" y="225931"/>
                </a:lnTo>
                <a:cubicBezTo>
                  <a:pt x="158409" y="217527"/>
                  <a:pt x="164687" y="211832"/>
                  <a:pt x="171688" y="212388"/>
                </a:cubicBezTo>
                <a:lnTo>
                  <a:pt x="194969" y="214263"/>
                </a:lnTo>
                <a:cubicBezTo>
                  <a:pt x="198469" y="208637"/>
                  <a:pt x="202525" y="203428"/>
                  <a:pt x="207137" y="198983"/>
                </a:cubicBezTo>
                <a:lnTo>
                  <a:pt x="205637" y="169952"/>
                </a:lnTo>
                <a:cubicBezTo>
                  <a:pt x="205192" y="161201"/>
                  <a:pt x="209748" y="153283"/>
                  <a:pt x="216471" y="151061"/>
                </a:cubicBezTo>
                <a:lnTo>
                  <a:pt x="231029" y="146199"/>
                </a:lnTo>
                <a:close/>
                <a:moveTo>
                  <a:pt x="249142" y="236141"/>
                </a:moveTo>
                <a:cubicBezTo>
                  <a:pt x="235649" y="236160"/>
                  <a:pt x="224707" y="249869"/>
                  <a:pt x="224723" y="266735"/>
                </a:cubicBezTo>
                <a:cubicBezTo>
                  <a:pt x="224738" y="283601"/>
                  <a:pt x="235705" y="297279"/>
                  <a:pt x="249198" y="297259"/>
                </a:cubicBezTo>
                <a:cubicBezTo>
                  <a:pt x="262691" y="297240"/>
                  <a:pt x="273633" y="283531"/>
                  <a:pt x="273618" y="266665"/>
                </a:cubicBezTo>
                <a:cubicBezTo>
                  <a:pt x="273602" y="249799"/>
                  <a:pt x="262635" y="236121"/>
                  <a:pt x="249142" y="236141"/>
                </a:cubicBezTo>
                <a:close/>
                <a:moveTo>
                  <a:pt x="124960" y="-31601"/>
                </a:moveTo>
                <a:lnTo>
                  <a:pt x="139517" y="-26739"/>
                </a:lnTo>
                <a:cubicBezTo>
                  <a:pt x="146241" y="-24448"/>
                  <a:pt x="150797" y="-16530"/>
                  <a:pt x="150352" y="-7848"/>
                </a:cubicBezTo>
                <a:lnTo>
                  <a:pt x="148852" y="21183"/>
                </a:lnTo>
                <a:cubicBezTo>
                  <a:pt x="153464" y="25628"/>
                  <a:pt x="157520" y="30768"/>
                  <a:pt x="161020" y="36463"/>
                </a:cubicBezTo>
                <a:lnTo>
                  <a:pt x="184356" y="34588"/>
                </a:lnTo>
                <a:cubicBezTo>
                  <a:pt x="191302" y="34032"/>
                  <a:pt x="197636" y="39727"/>
                  <a:pt x="199469" y="48131"/>
                </a:cubicBezTo>
                <a:lnTo>
                  <a:pt x="203359" y="66328"/>
                </a:lnTo>
                <a:cubicBezTo>
                  <a:pt x="205137" y="74732"/>
                  <a:pt x="201970" y="83622"/>
                  <a:pt x="195691" y="87511"/>
                </a:cubicBezTo>
                <a:lnTo>
                  <a:pt x="174744" y="100429"/>
                </a:lnTo>
                <a:cubicBezTo>
                  <a:pt x="174355" y="103971"/>
                  <a:pt x="173800" y="107513"/>
                  <a:pt x="173077" y="110986"/>
                </a:cubicBezTo>
                <a:cubicBezTo>
                  <a:pt x="172355" y="114459"/>
                  <a:pt x="171355" y="117931"/>
                  <a:pt x="170299" y="121196"/>
                </a:cubicBezTo>
                <a:lnTo>
                  <a:pt x="183245" y="145504"/>
                </a:lnTo>
                <a:cubicBezTo>
                  <a:pt x="187135" y="152797"/>
                  <a:pt x="186357" y="162451"/>
                  <a:pt x="181412" y="168632"/>
                </a:cubicBezTo>
                <a:lnTo>
                  <a:pt x="170744" y="181967"/>
                </a:lnTo>
                <a:cubicBezTo>
                  <a:pt x="165799" y="188149"/>
                  <a:pt x="158075" y="189121"/>
                  <a:pt x="152241" y="184259"/>
                </a:cubicBezTo>
                <a:lnTo>
                  <a:pt x="132794" y="168077"/>
                </a:lnTo>
                <a:cubicBezTo>
                  <a:pt x="127516" y="170785"/>
                  <a:pt x="121904" y="172730"/>
                  <a:pt x="116181" y="173702"/>
                </a:cubicBezTo>
                <a:lnTo>
                  <a:pt x="105847" y="199817"/>
                </a:lnTo>
                <a:cubicBezTo>
                  <a:pt x="102735" y="207665"/>
                  <a:pt x="95623" y="211624"/>
                  <a:pt x="88900" y="209401"/>
                </a:cubicBezTo>
                <a:lnTo>
                  <a:pt x="74343" y="204539"/>
                </a:lnTo>
                <a:cubicBezTo>
                  <a:pt x="67564" y="202248"/>
                  <a:pt x="63063" y="194330"/>
                  <a:pt x="63508" y="185648"/>
                </a:cubicBezTo>
                <a:lnTo>
                  <a:pt x="65008" y="156547"/>
                </a:lnTo>
                <a:cubicBezTo>
                  <a:pt x="60396" y="152102"/>
                  <a:pt x="56340" y="146963"/>
                  <a:pt x="52840" y="141268"/>
                </a:cubicBezTo>
                <a:lnTo>
                  <a:pt x="29504" y="143143"/>
                </a:lnTo>
                <a:cubicBezTo>
                  <a:pt x="22558" y="143699"/>
                  <a:pt x="16224" y="138003"/>
                  <a:pt x="14391" y="129600"/>
                </a:cubicBezTo>
                <a:lnTo>
                  <a:pt x="10501" y="111403"/>
                </a:lnTo>
                <a:cubicBezTo>
                  <a:pt x="8723" y="102999"/>
                  <a:pt x="11890" y="94109"/>
                  <a:pt x="18169" y="90220"/>
                </a:cubicBezTo>
                <a:lnTo>
                  <a:pt x="39116" y="77301"/>
                </a:lnTo>
                <a:cubicBezTo>
                  <a:pt x="39505" y="73759"/>
                  <a:pt x="40061" y="70287"/>
                  <a:pt x="40783" y="66744"/>
                </a:cubicBezTo>
                <a:cubicBezTo>
                  <a:pt x="41561" y="63202"/>
                  <a:pt x="42450" y="59799"/>
                  <a:pt x="43561" y="56535"/>
                </a:cubicBezTo>
                <a:lnTo>
                  <a:pt x="30615" y="32296"/>
                </a:lnTo>
                <a:cubicBezTo>
                  <a:pt x="26726" y="25003"/>
                  <a:pt x="27503" y="15349"/>
                  <a:pt x="32448" y="9168"/>
                </a:cubicBezTo>
                <a:lnTo>
                  <a:pt x="43116" y="-4167"/>
                </a:lnTo>
                <a:cubicBezTo>
                  <a:pt x="48062" y="-10349"/>
                  <a:pt x="55785" y="-11321"/>
                  <a:pt x="61619" y="-6459"/>
                </a:cubicBezTo>
                <a:lnTo>
                  <a:pt x="81066" y="9723"/>
                </a:lnTo>
                <a:cubicBezTo>
                  <a:pt x="86344" y="7015"/>
                  <a:pt x="91956" y="5070"/>
                  <a:pt x="97679" y="4098"/>
                </a:cubicBezTo>
                <a:lnTo>
                  <a:pt x="108013" y="-22017"/>
                </a:lnTo>
                <a:cubicBezTo>
                  <a:pt x="111125" y="-29865"/>
                  <a:pt x="118181" y="-33824"/>
                  <a:pt x="124960" y="-31601"/>
                </a:cubicBezTo>
                <a:close/>
                <a:moveTo>
                  <a:pt x="106902" y="58341"/>
                </a:moveTo>
                <a:cubicBezTo>
                  <a:pt x="93409" y="58341"/>
                  <a:pt x="82455" y="72034"/>
                  <a:pt x="82455" y="88900"/>
                </a:cubicBezTo>
                <a:cubicBezTo>
                  <a:pt x="82455" y="105766"/>
                  <a:pt x="93409" y="119459"/>
                  <a:pt x="106902" y="119459"/>
                </a:cubicBezTo>
                <a:cubicBezTo>
                  <a:pt x="120395" y="119459"/>
                  <a:pt x="131350" y="105766"/>
                  <a:pt x="131350" y="88900"/>
                </a:cubicBezTo>
                <a:cubicBezTo>
                  <a:pt x="131350" y="72034"/>
                  <a:pt x="120395" y="58341"/>
                  <a:pt x="106902" y="58341"/>
                </a:cubicBezTo>
                <a:close/>
              </a:path>
            </a:pathLst>
          </a:custGeom>
          <a:solidFill>
            <a:srgbClr val="1B4F8F"/>
          </a:solidFill>
          <a:ln/>
        </p:spPr>
        <p:txBody>
          <a:bodyPr/>
          <a:lstStyle/>
          <a:p>
            <a:endParaRPr lang="en-IN"/>
          </a:p>
        </p:txBody>
      </p:sp>
      <p:sp>
        <p:nvSpPr>
          <p:cNvPr id="8" name="Text 6"/>
          <p:cNvSpPr/>
          <p:nvPr/>
        </p:nvSpPr>
        <p:spPr>
          <a:xfrm>
            <a:off x="1454150" y="2221710"/>
            <a:ext cx="3810000" cy="355600"/>
          </a:xfrm>
          <a:prstGeom prst="rect">
            <a:avLst/>
          </a:prstGeom>
          <a:noFill/>
          <a:ln/>
        </p:spPr>
        <p:txBody>
          <a:bodyPr wrap="none" lIns="0" tIns="0" rIns="0" bIns="0" rtlCol="0" anchor="ctr"/>
          <a:lstStyle/>
          <a:p>
            <a:pPr algn="l">
              <a:lnSpc>
                <a:spcPct val="120000"/>
              </a:lnSpc>
            </a:pPr>
            <a:r>
              <a:rPr lang="en-US" sz="1600" b="1" dirty="0">
                <a:solidFill>
                  <a:srgbClr val="1B4F8F"/>
                </a:solidFill>
                <a:latin typeface="Calibri" pitchFamily="34" charset="0"/>
                <a:ea typeface="Calibri" pitchFamily="34" charset="-122"/>
                <a:cs typeface="Calibri" pitchFamily="34" charset="-120"/>
              </a:rPr>
              <a:t>Operational Efficiency</a:t>
            </a:r>
            <a:endParaRPr lang="en-US" sz="1600" dirty="0"/>
          </a:p>
        </p:txBody>
      </p:sp>
      <p:sp>
        <p:nvSpPr>
          <p:cNvPr id="9" name="Text 7"/>
          <p:cNvSpPr/>
          <p:nvPr/>
        </p:nvSpPr>
        <p:spPr>
          <a:xfrm>
            <a:off x="1168400" y="2642096"/>
            <a:ext cx="4254500" cy="1244600"/>
          </a:xfrm>
          <a:prstGeom prst="rect">
            <a:avLst/>
          </a:prstGeom>
          <a:noFill/>
          <a:ln/>
        </p:spPr>
        <p:txBody>
          <a:bodyPr wrap="square" lIns="0" tIns="0" rIns="0" bIns="0" rtlCol="0" anchor="t"/>
          <a:lstStyle/>
          <a:p>
            <a:pPr marL="285750" indent="-285750" algn="l">
              <a:lnSpc>
                <a:spcPct val="150000"/>
              </a:lnSpc>
              <a:buFont typeface="Wingdings" panose="05000000000000000000" pitchFamily="2" charset="2"/>
              <a:buChar char="Ø"/>
            </a:pPr>
            <a:r>
              <a:rPr lang="en-US" sz="1400" dirty="0">
                <a:solidFill>
                  <a:srgbClr val="2D3748"/>
                </a:solidFill>
                <a:latin typeface="Calibri" pitchFamily="34" charset="0"/>
                <a:ea typeface="Calibri" pitchFamily="34" charset="-122"/>
                <a:cs typeface="Calibri" pitchFamily="34" charset="-120"/>
              </a:rPr>
              <a:t>Faster service during peak hours</a:t>
            </a:r>
            <a:endParaRPr lang="en-US" sz="1400" dirty="0"/>
          </a:p>
          <a:p>
            <a:pPr marL="285750" indent="-285750" algn="l">
              <a:lnSpc>
                <a:spcPct val="150000"/>
              </a:lnSpc>
              <a:buFont typeface="Wingdings" panose="05000000000000000000" pitchFamily="2" charset="2"/>
              <a:buChar char="Ø"/>
            </a:pPr>
            <a:r>
              <a:rPr lang="en-US" sz="1400" dirty="0">
                <a:solidFill>
                  <a:srgbClr val="2D3748"/>
                </a:solidFill>
                <a:latin typeface="Calibri" pitchFamily="34" charset="0"/>
                <a:ea typeface="Calibri" pitchFamily="34" charset="-122"/>
                <a:cs typeface="Calibri" pitchFamily="34" charset="-120"/>
              </a:rPr>
              <a:t>Reduced customer waiting time</a:t>
            </a:r>
            <a:endParaRPr lang="en-US" sz="1400" dirty="0"/>
          </a:p>
          <a:p>
            <a:pPr marL="285750" indent="-285750" algn="l">
              <a:lnSpc>
                <a:spcPct val="150000"/>
              </a:lnSpc>
              <a:buFont typeface="Wingdings" panose="05000000000000000000" pitchFamily="2" charset="2"/>
              <a:buChar char="Ø"/>
            </a:pPr>
            <a:r>
              <a:rPr lang="en-US" sz="1400" dirty="0">
                <a:solidFill>
                  <a:srgbClr val="2D3748"/>
                </a:solidFill>
                <a:latin typeface="Calibri" pitchFamily="34" charset="0"/>
                <a:ea typeface="Calibri" pitchFamily="34" charset="-122"/>
                <a:cs typeface="Calibri" pitchFamily="34" charset="-120"/>
              </a:rPr>
              <a:t>Better resource allocation</a:t>
            </a:r>
            <a:endParaRPr lang="en-US" sz="1400" dirty="0"/>
          </a:p>
          <a:p>
            <a:pPr marL="285750" indent="-285750" algn="l">
              <a:lnSpc>
                <a:spcPct val="150000"/>
              </a:lnSpc>
              <a:buFont typeface="Wingdings" panose="05000000000000000000" pitchFamily="2" charset="2"/>
              <a:buChar char="Ø"/>
            </a:pPr>
            <a:r>
              <a:rPr lang="en-US" sz="1400" dirty="0">
                <a:solidFill>
                  <a:srgbClr val="2D3748"/>
                </a:solidFill>
                <a:latin typeface="Calibri" pitchFamily="34" charset="0"/>
                <a:ea typeface="Calibri" pitchFamily="34" charset="-122"/>
                <a:cs typeface="Calibri" pitchFamily="34" charset="-120"/>
              </a:rPr>
              <a:t>Optimized staffing schedules</a:t>
            </a:r>
            <a:endParaRPr lang="en-US" sz="1400" dirty="0"/>
          </a:p>
        </p:txBody>
      </p:sp>
      <p:sp>
        <p:nvSpPr>
          <p:cNvPr id="10" name="Shape 8"/>
          <p:cNvSpPr/>
          <p:nvPr/>
        </p:nvSpPr>
        <p:spPr>
          <a:xfrm>
            <a:off x="5784850" y="2005810"/>
            <a:ext cx="4699000" cy="1968500"/>
          </a:xfrm>
          <a:prstGeom prst="rect">
            <a:avLst/>
          </a:prstGeom>
          <a:solidFill>
            <a:srgbClr val="EDF2F7"/>
          </a:solidFill>
          <a:ln/>
        </p:spPr>
        <p:txBody>
          <a:bodyPr/>
          <a:lstStyle/>
          <a:p>
            <a:endParaRPr lang="en-IN"/>
          </a:p>
        </p:txBody>
      </p:sp>
      <p:sp>
        <p:nvSpPr>
          <p:cNvPr id="11" name="Shape 9"/>
          <p:cNvSpPr/>
          <p:nvPr/>
        </p:nvSpPr>
        <p:spPr>
          <a:xfrm>
            <a:off x="5784850" y="2005810"/>
            <a:ext cx="4699000" cy="50800"/>
          </a:xfrm>
          <a:prstGeom prst="rect">
            <a:avLst/>
          </a:prstGeom>
          <a:solidFill>
            <a:srgbClr val="1B4F8F"/>
          </a:solidFill>
          <a:ln/>
        </p:spPr>
        <p:txBody>
          <a:bodyPr/>
          <a:lstStyle/>
          <a:p>
            <a:endParaRPr lang="en-IN"/>
          </a:p>
        </p:txBody>
      </p:sp>
      <p:sp>
        <p:nvSpPr>
          <p:cNvPr id="12" name="Shape 10"/>
          <p:cNvSpPr/>
          <p:nvPr/>
        </p:nvSpPr>
        <p:spPr>
          <a:xfrm>
            <a:off x="6013450" y="2221710"/>
            <a:ext cx="355600" cy="355600"/>
          </a:xfrm>
          <a:custGeom>
            <a:avLst/>
            <a:gdLst/>
            <a:ahLst/>
            <a:cxnLst/>
            <a:rect l="l" t="t" r="r" b="b"/>
            <a:pathLst>
              <a:path w="355600" h="355600">
                <a:moveTo>
                  <a:pt x="44450" y="44450"/>
                </a:moveTo>
                <a:cubicBezTo>
                  <a:pt x="44450" y="32157"/>
                  <a:pt x="34518" y="22225"/>
                  <a:pt x="22225" y="22225"/>
                </a:cubicBezTo>
                <a:cubicBezTo>
                  <a:pt x="9932" y="22225"/>
                  <a:pt x="0" y="32157"/>
                  <a:pt x="0" y="44450"/>
                </a:cubicBezTo>
                <a:lnTo>
                  <a:pt x="0" y="277813"/>
                </a:lnTo>
                <a:cubicBezTo>
                  <a:pt x="0" y="308511"/>
                  <a:pt x="24864" y="333375"/>
                  <a:pt x="55563" y="333375"/>
                </a:cubicBezTo>
                <a:lnTo>
                  <a:pt x="333375" y="333375"/>
                </a:lnTo>
                <a:cubicBezTo>
                  <a:pt x="345668" y="333375"/>
                  <a:pt x="355600" y="323443"/>
                  <a:pt x="355600" y="311150"/>
                </a:cubicBezTo>
                <a:cubicBezTo>
                  <a:pt x="355600" y="298857"/>
                  <a:pt x="345668" y="288925"/>
                  <a:pt x="333375" y="288925"/>
                </a:cubicBezTo>
                <a:lnTo>
                  <a:pt x="55563" y="288925"/>
                </a:lnTo>
                <a:cubicBezTo>
                  <a:pt x="49451" y="288925"/>
                  <a:pt x="44450" y="283924"/>
                  <a:pt x="44450" y="277813"/>
                </a:cubicBezTo>
                <a:lnTo>
                  <a:pt x="44450" y="44450"/>
                </a:lnTo>
                <a:close/>
                <a:moveTo>
                  <a:pt x="326846" y="104596"/>
                </a:moveTo>
                <a:cubicBezTo>
                  <a:pt x="335528" y="95915"/>
                  <a:pt x="335528" y="81816"/>
                  <a:pt x="326846" y="73134"/>
                </a:cubicBezTo>
                <a:cubicBezTo>
                  <a:pt x="318165" y="64453"/>
                  <a:pt x="304066" y="64453"/>
                  <a:pt x="295384" y="73134"/>
                </a:cubicBezTo>
                <a:lnTo>
                  <a:pt x="222250" y="146338"/>
                </a:lnTo>
                <a:lnTo>
                  <a:pt x="182384" y="106541"/>
                </a:lnTo>
                <a:cubicBezTo>
                  <a:pt x="173702" y="97859"/>
                  <a:pt x="159603" y="97859"/>
                  <a:pt x="150922" y="106541"/>
                </a:cubicBezTo>
                <a:lnTo>
                  <a:pt x="84247" y="173216"/>
                </a:lnTo>
                <a:cubicBezTo>
                  <a:pt x="75565" y="181898"/>
                  <a:pt x="75565" y="195997"/>
                  <a:pt x="84247" y="204678"/>
                </a:cubicBezTo>
                <a:cubicBezTo>
                  <a:pt x="92928" y="213360"/>
                  <a:pt x="107027" y="213360"/>
                  <a:pt x="115709" y="204678"/>
                </a:cubicBezTo>
                <a:lnTo>
                  <a:pt x="166688" y="153700"/>
                </a:lnTo>
                <a:lnTo>
                  <a:pt x="206554" y="193566"/>
                </a:lnTo>
                <a:cubicBezTo>
                  <a:pt x="215235" y="202248"/>
                  <a:pt x="229334" y="202248"/>
                  <a:pt x="238016" y="193566"/>
                </a:cubicBezTo>
                <a:lnTo>
                  <a:pt x="326916" y="104666"/>
                </a:lnTo>
                <a:close/>
              </a:path>
            </a:pathLst>
          </a:custGeom>
          <a:solidFill>
            <a:srgbClr val="1B4F8F"/>
          </a:solidFill>
          <a:ln/>
        </p:spPr>
        <p:txBody>
          <a:bodyPr/>
          <a:lstStyle/>
          <a:p>
            <a:endParaRPr lang="en-IN"/>
          </a:p>
        </p:txBody>
      </p:sp>
      <p:sp>
        <p:nvSpPr>
          <p:cNvPr id="13" name="Text 11"/>
          <p:cNvSpPr/>
          <p:nvPr/>
        </p:nvSpPr>
        <p:spPr>
          <a:xfrm>
            <a:off x="6470650" y="2221710"/>
            <a:ext cx="3810000" cy="355600"/>
          </a:xfrm>
          <a:prstGeom prst="rect">
            <a:avLst/>
          </a:prstGeom>
          <a:noFill/>
          <a:ln/>
        </p:spPr>
        <p:txBody>
          <a:bodyPr wrap="none" lIns="0" tIns="0" rIns="0" bIns="0" rtlCol="0" anchor="ctr"/>
          <a:lstStyle/>
          <a:p>
            <a:pPr algn="l">
              <a:lnSpc>
                <a:spcPct val="120000"/>
              </a:lnSpc>
            </a:pPr>
            <a:r>
              <a:rPr lang="en-US" sz="1600" b="1" dirty="0">
                <a:solidFill>
                  <a:srgbClr val="1B4F8F"/>
                </a:solidFill>
                <a:latin typeface="Calibri" pitchFamily="34" charset="0"/>
                <a:ea typeface="Calibri" pitchFamily="34" charset="-122"/>
                <a:cs typeface="Calibri" pitchFamily="34" charset="-120"/>
              </a:rPr>
              <a:t>Revenue Growth</a:t>
            </a:r>
            <a:endParaRPr lang="en-US" sz="1600" dirty="0"/>
          </a:p>
        </p:txBody>
      </p:sp>
      <p:sp>
        <p:nvSpPr>
          <p:cNvPr id="14" name="Text 12"/>
          <p:cNvSpPr/>
          <p:nvPr/>
        </p:nvSpPr>
        <p:spPr>
          <a:xfrm>
            <a:off x="6184900" y="2576265"/>
            <a:ext cx="4254500" cy="1244600"/>
          </a:xfrm>
          <a:prstGeom prst="rect">
            <a:avLst/>
          </a:prstGeom>
          <a:noFill/>
          <a:ln/>
        </p:spPr>
        <p:txBody>
          <a:bodyPr wrap="square" lIns="0" tIns="0" rIns="0" bIns="0" rtlCol="0" anchor="t"/>
          <a:lstStyle/>
          <a:p>
            <a:pPr marL="285750" indent="-285750" algn="l">
              <a:lnSpc>
                <a:spcPct val="150000"/>
              </a:lnSpc>
              <a:buFont typeface="Wingdings" panose="05000000000000000000" pitchFamily="2" charset="2"/>
              <a:buChar char="Ø"/>
            </a:pPr>
            <a:r>
              <a:rPr lang="en-US" sz="1400" dirty="0">
                <a:solidFill>
                  <a:srgbClr val="2D3748"/>
                </a:solidFill>
                <a:latin typeface="Calibri" pitchFamily="34" charset="0"/>
                <a:ea typeface="Calibri" pitchFamily="34" charset="-122"/>
                <a:cs typeface="Calibri" pitchFamily="34" charset="-120"/>
              </a:rPr>
              <a:t>Higher average order value</a:t>
            </a:r>
            <a:endParaRPr lang="en-US" sz="1400" dirty="0"/>
          </a:p>
          <a:p>
            <a:pPr marL="285750" indent="-285750" algn="l">
              <a:lnSpc>
                <a:spcPct val="150000"/>
              </a:lnSpc>
              <a:buFont typeface="Wingdings" panose="05000000000000000000" pitchFamily="2" charset="2"/>
              <a:buChar char="Ø"/>
            </a:pPr>
            <a:r>
              <a:rPr lang="en-US" sz="1400" dirty="0">
                <a:solidFill>
                  <a:srgbClr val="2D3748"/>
                </a:solidFill>
                <a:latin typeface="Calibri" pitchFamily="34" charset="0"/>
                <a:ea typeface="Calibri" pitchFamily="34" charset="-122"/>
                <a:cs typeface="Calibri" pitchFamily="34" charset="-120"/>
              </a:rPr>
              <a:t>Increased sales from promotions</a:t>
            </a:r>
            <a:endParaRPr lang="en-US" sz="1400" dirty="0"/>
          </a:p>
          <a:p>
            <a:pPr marL="285750" indent="-285750" algn="l">
              <a:lnSpc>
                <a:spcPct val="150000"/>
              </a:lnSpc>
              <a:buFont typeface="Wingdings" panose="05000000000000000000" pitchFamily="2" charset="2"/>
              <a:buChar char="Ø"/>
            </a:pPr>
            <a:r>
              <a:rPr lang="en-US" sz="1400" dirty="0">
                <a:solidFill>
                  <a:srgbClr val="2D3748"/>
                </a:solidFill>
                <a:latin typeface="Calibri" pitchFamily="34" charset="0"/>
                <a:ea typeface="Calibri" pitchFamily="34" charset="-122"/>
                <a:cs typeface="Calibri" pitchFamily="34" charset="-120"/>
              </a:rPr>
              <a:t>More cross-selling opportunities</a:t>
            </a:r>
            <a:endParaRPr lang="en-US" sz="1400" dirty="0"/>
          </a:p>
          <a:p>
            <a:pPr marL="285750" indent="-285750" algn="l">
              <a:lnSpc>
                <a:spcPct val="150000"/>
              </a:lnSpc>
              <a:buFont typeface="Wingdings" panose="05000000000000000000" pitchFamily="2" charset="2"/>
              <a:buChar char="Ø"/>
            </a:pPr>
            <a:r>
              <a:rPr lang="en-US" sz="1400" dirty="0">
                <a:solidFill>
                  <a:srgbClr val="2D3748"/>
                </a:solidFill>
                <a:latin typeface="Calibri" pitchFamily="34" charset="0"/>
                <a:ea typeface="Calibri" pitchFamily="34" charset="-122"/>
                <a:cs typeface="Calibri" pitchFamily="34" charset="-120"/>
              </a:rPr>
              <a:t>Better promotional ROI</a:t>
            </a:r>
            <a:endParaRPr lang="en-US" sz="1400" dirty="0"/>
          </a:p>
        </p:txBody>
      </p:sp>
      <p:sp>
        <p:nvSpPr>
          <p:cNvPr id="15" name="Shape 13"/>
          <p:cNvSpPr/>
          <p:nvPr/>
        </p:nvSpPr>
        <p:spPr>
          <a:xfrm>
            <a:off x="10801350" y="2005810"/>
            <a:ext cx="4699000" cy="1968500"/>
          </a:xfrm>
          <a:prstGeom prst="rect">
            <a:avLst/>
          </a:prstGeom>
          <a:solidFill>
            <a:srgbClr val="EDF2F7"/>
          </a:solidFill>
          <a:ln/>
        </p:spPr>
        <p:txBody>
          <a:bodyPr/>
          <a:lstStyle/>
          <a:p>
            <a:endParaRPr lang="en-IN"/>
          </a:p>
        </p:txBody>
      </p:sp>
      <p:sp>
        <p:nvSpPr>
          <p:cNvPr id="16" name="Shape 14"/>
          <p:cNvSpPr/>
          <p:nvPr/>
        </p:nvSpPr>
        <p:spPr>
          <a:xfrm>
            <a:off x="10801350" y="2005810"/>
            <a:ext cx="4699000" cy="50800"/>
          </a:xfrm>
          <a:prstGeom prst="rect">
            <a:avLst/>
          </a:prstGeom>
          <a:solidFill>
            <a:srgbClr val="1B4F8F"/>
          </a:solidFill>
          <a:ln/>
        </p:spPr>
        <p:txBody>
          <a:bodyPr/>
          <a:lstStyle/>
          <a:p>
            <a:endParaRPr lang="en-IN"/>
          </a:p>
        </p:txBody>
      </p:sp>
      <p:sp>
        <p:nvSpPr>
          <p:cNvPr id="17" name="Shape 15"/>
          <p:cNvSpPr/>
          <p:nvPr/>
        </p:nvSpPr>
        <p:spPr>
          <a:xfrm>
            <a:off x="11029950" y="2221710"/>
            <a:ext cx="355600" cy="355600"/>
          </a:xfrm>
          <a:custGeom>
            <a:avLst/>
            <a:gdLst/>
            <a:ahLst/>
            <a:cxnLst/>
            <a:rect l="l" t="t" r="r" b="b"/>
            <a:pathLst>
              <a:path w="355600" h="355600">
                <a:moveTo>
                  <a:pt x="177800" y="355600"/>
                </a:moveTo>
                <a:cubicBezTo>
                  <a:pt x="275930" y="355600"/>
                  <a:pt x="355600" y="275930"/>
                  <a:pt x="355600" y="177800"/>
                </a:cubicBezTo>
                <a:cubicBezTo>
                  <a:pt x="355600" y="79670"/>
                  <a:pt x="275930" y="0"/>
                  <a:pt x="177800" y="0"/>
                </a:cubicBezTo>
                <a:cubicBezTo>
                  <a:pt x="79670" y="0"/>
                  <a:pt x="0" y="79670"/>
                  <a:pt x="0" y="177800"/>
                </a:cubicBezTo>
                <a:cubicBezTo>
                  <a:pt x="0" y="275930"/>
                  <a:pt x="79670" y="355600"/>
                  <a:pt x="177800" y="355600"/>
                </a:cubicBezTo>
                <a:close/>
                <a:moveTo>
                  <a:pt x="114875" y="223570"/>
                </a:moveTo>
                <a:cubicBezTo>
                  <a:pt x="129044" y="243016"/>
                  <a:pt x="151963" y="255587"/>
                  <a:pt x="177800" y="255587"/>
                </a:cubicBezTo>
                <a:cubicBezTo>
                  <a:pt x="203637" y="255587"/>
                  <a:pt x="226556" y="243016"/>
                  <a:pt x="240725" y="223570"/>
                </a:cubicBezTo>
                <a:cubicBezTo>
                  <a:pt x="246142" y="216138"/>
                  <a:pt x="256560" y="214471"/>
                  <a:pt x="263991" y="219889"/>
                </a:cubicBezTo>
                <a:cubicBezTo>
                  <a:pt x="271423" y="225306"/>
                  <a:pt x="273090" y="235724"/>
                  <a:pt x="267672" y="243155"/>
                </a:cubicBezTo>
                <a:cubicBezTo>
                  <a:pt x="247461" y="270867"/>
                  <a:pt x="214749" y="288925"/>
                  <a:pt x="177800" y="288925"/>
                </a:cubicBezTo>
                <a:cubicBezTo>
                  <a:pt x="140851" y="288925"/>
                  <a:pt x="108139" y="270867"/>
                  <a:pt x="87928" y="243155"/>
                </a:cubicBezTo>
                <a:cubicBezTo>
                  <a:pt x="82510" y="235724"/>
                  <a:pt x="84177" y="225306"/>
                  <a:pt x="91609" y="219889"/>
                </a:cubicBezTo>
                <a:cubicBezTo>
                  <a:pt x="99040" y="214471"/>
                  <a:pt x="109458" y="216138"/>
                  <a:pt x="114875" y="223570"/>
                </a:cubicBezTo>
                <a:close/>
                <a:moveTo>
                  <a:pt x="100013" y="144463"/>
                </a:moveTo>
                <a:cubicBezTo>
                  <a:pt x="100013" y="132196"/>
                  <a:pt x="109971" y="122238"/>
                  <a:pt x="122238" y="122238"/>
                </a:cubicBezTo>
                <a:cubicBezTo>
                  <a:pt x="134504" y="122238"/>
                  <a:pt x="144463" y="132196"/>
                  <a:pt x="144463" y="144463"/>
                </a:cubicBezTo>
                <a:cubicBezTo>
                  <a:pt x="144463" y="156729"/>
                  <a:pt x="134504" y="166688"/>
                  <a:pt x="122238" y="166688"/>
                </a:cubicBezTo>
                <a:cubicBezTo>
                  <a:pt x="109971" y="166688"/>
                  <a:pt x="100013" y="156729"/>
                  <a:pt x="100013" y="144463"/>
                </a:cubicBezTo>
                <a:close/>
                <a:moveTo>
                  <a:pt x="233363" y="122238"/>
                </a:moveTo>
                <a:cubicBezTo>
                  <a:pt x="245629" y="122238"/>
                  <a:pt x="255587" y="132196"/>
                  <a:pt x="255587" y="144463"/>
                </a:cubicBezTo>
                <a:cubicBezTo>
                  <a:pt x="255587" y="156729"/>
                  <a:pt x="245629" y="166688"/>
                  <a:pt x="233363" y="166688"/>
                </a:cubicBezTo>
                <a:cubicBezTo>
                  <a:pt x="221096" y="166688"/>
                  <a:pt x="211138" y="156729"/>
                  <a:pt x="211138" y="144463"/>
                </a:cubicBezTo>
                <a:cubicBezTo>
                  <a:pt x="211138" y="132196"/>
                  <a:pt x="221096" y="122238"/>
                  <a:pt x="233363" y="122238"/>
                </a:cubicBezTo>
                <a:close/>
              </a:path>
            </a:pathLst>
          </a:custGeom>
          <a:solidFill>
            <a:srgbClr val="1B4F8F"/>
          </a:solidFill>
          <a:ln/>
        </p:spPr>
        <p:txBody>
          <a:bodyPr/>
          <a:lstStyle/>
          <a:p>
            <a:endParaRPr lang="en-IN"/>
          </a:p>
        </p:txBody>
      </p:sp>
      <p:sp>
        <p:nvSpPr>
          <p:cNvPr id="18" name="Text 16"/>
          <p:cNvSpPr/>
          <p:nvPr/>
        </p:nvSpPr>
        <p:spPr>
          <a:xfrm>
            <a:off x="11487150" y="2221710"/>
            <a:ext cx="3810000" cy="355600"/>
          </a:xfrm>
          <a:prstGeom prst="rect">
            <a:avLst/>
          </a:prstGeom>
          <a:noFill/>
          <a:ln/>
        </p:spPr>
        <p:txBody>
          <a:bodyPr wrap="none" lIns="0" tIns="0" rIns="0" bIns="0" rtlCol="0" anchor="ctr"/>
          <a:lstStyle/>
          <a:p>
            <a:pPr algn="l">
              <a:lnSpc>
                <a:spcPct val="120000"/>
              </a:lnSpc>
            </a:pPr>
            <a:r>
              <a:rPr lang="en-US" sz="1600" b="1" dirty="0">
                <a:solidFill>
                  <a:srgbClr val="1B4F8F"/>
                </a:solidFill>
                <a:latin typeface="Calibri" pitchFamily="34" charset="0"/>
                <a:ea typeface="Calibri" pitchFamily="34" charset="-122"/>
                <a:cs typeface="Calibri" pitchFamily="34" charset="-120"/>
              </a:rPr>
              <a:t>Customer Satisfaction</a:t>
            </a:r>
            <a:endParaRPr lang="en-US" sz="1600" dirty="0"/>
          </a:p>
        </p:txBody>
      </p:sp>
      <p:sp>
        <p:nvSpPr>
          <p:cNvPr id="19" name="Text 17"/>
          <p:cNvSpPr/>
          <p:nvPr/>
        </p:nvSpPr>
        <p:spPr>
          <a:xfrm>
            <a:off x="11233150" y="2577310"/>
            <a:ext cx="4254500" cy="1244600"/>
          </a:xfrm>
          <a:prstGeom prst="rect">
            <a:avLst/>
          </a:prstGeom>
          <a:noFill/>
          <a:ln/>
        </p:spPr>
        <p:txBody>
          <a:bodyPr wrap="square" lIns="0" tIns="0" rIns="0" bIns="0" rtlCol="0" anchor="t"/>
          <a:lstStyle/>
          <a:p>
            <a:pPr marL="285750" indent="-285750" algn="l">
              <a:lnSpc>
                <a:spcPct val="150000"/>
              </a:lnSpc>
              <a:buFont typeface="Wingdings" panose="05000000000000000000" pitchFamily="2" charset="2"/>
              <a:buChar char="Ø"/>
            </a:pPr>
            <a:r>
              <a:rPr lang="en-US" sz="1400" dirty="0">
                <a:solidFill>
                  <a:srgbClr val="2D3748"/>
                </a:solidFill>
                <a:latin typeface="Calibri" pitchFamily="34" charset="0"/>
                <a:ea typeface="Calibri" pitchFamily="34" charset="-122"/>
                <a:cs typeface="Calibri" pitchFamily="34" charset="-120"/>
              </a:rPr>
              <a:t>Higher product availability</a:t>
            </a:r>
            <a:endParaRPr lang="en-US" sz="1400" dirty="0"/>
          </a:p>
          <a:p>
            <a:pPr marL="285750" indent="-285750" algn="l">
              <a:lnSpc>
                <a:spcPct val="150000"/>
              </a:lnSpc>
              <a:buFont typeface="Wingdings" panose="05000000000000000000" pitchFamily="2" charset="2"/>
              <a:buChar char="Ø"/>
            </a:pPr>
            <a:r>
              <a:rPr lang="en-US" sz="1400" dirty="0">
                <a:solidFill>
                  <a:srgbClr val="2D3748"/>
                </a:solidFill>
                <a:latin typeface="Calibri" pitchFamily="34" charset="0"/>
                <a:ea typeface="Calibri" pitchFamily="34" charset="-122"/>
                <a:cs typeface="Calibri" pitchFamily="34" charset="-120"/>
              </a:rPr>
              <a:t>Better shopping experience</a:t>
            </a:r>
            <a:endParaRPr lang="en-US" sz="1400" dirty="0"/>
          </a:p>
          <a:p>
            <a:pPr marL="285750" indent="-285750" algn="l">
              <a:lnSpc>
                <a:spcPct val="150000"/>
              </a:lnSpc>
              <a:buFont typeface="Wingdings" panose="05000000000000000000" pitchFamily="2" charset="2"/>
              <a:buChar char="Ø"/>
            </a:pPr>
            <a:r>
              <a:rPr lang="en-US" sz="1400" dirty="0">
                <a:solidFill>
                  <a:srgbClr val="2D3748"/>
                </a:solidFill>
                <a:latin typeface="Calibri" pitchFamily="34" charset="0"/>
                <a:ea typeface="Calibri" pitchFamily="34" charset="-122"/>
                <a:cs typeface="Calibri" pitchFamily="34" charset="-120"/>
              </a:rPr>
              <a:t>Reduced stockouts</a:t>
            </a:r>
            <a:endParaRPr lang="en-US" sz="1400" dirty="0"/>
          </a:p>
          <a:p>
            <a:pPr marL="285750" indent="-285750" algn="l">
              <a:lnSpc>
                <a:spcPct val="150000"/>
              </a:lnSpc>
              <a:buFont typeface="Wingdings" panose="05000000000000000000" pitchFamily="2" charset="2"/>
              <a:buChar char="Ø"/>
            </a:pPr>
            <a:r>
              <a:rPr lang="en-US" sz="1400" dirty="0">
                <a:solidFill>
                  <a:srgbClr val="2D3748"/>
                </a:solidFill>
                <a:latin typeface="Calibri" pitchFamily="34" charset="0"/>
                <a:ea typeface="Calibri" pitchFamily="34" charset="-122"/>
                <a:cs typeface="Calibri" pitchFamily="34" charset="-120"/>
              </a:rPr>
              <a:t>Faster checkout process</a:t>
            </a:r>
            <a:endParaRPr lang="en-US" sz="1400" dirty="0"/>
          </a:p>
        </p:txBody>
      </p:sp>
      <p:sp>
        <p:nvSpPr>
          <p:cNvPr id="20" name="Shape 18"/>
          <p:cNvSpPr/>
          <p:nvPr/>
        </p:nvSpPr>
        <p:spPr>
          <a:xfrm>
            <a:off x="768350" y="4717012"/>
            <a:ext cx="4699000" cy="1968500"/>
          </a:xfrm>
          <a:prstGeom prst="rect">
            <a:avLst/>
          </a:prstGeom>
          <a:solidFill>
            <a:srgbClr val="EDF2F7"/>
          </a:solidFill>
          <a:ln/>
        </p:spPr>
        <p:txBody>
          <a:bodyPr/>
          <a:lstStyle/>
          <a:p>
            <a:endParaRPr lang="en-IN"/>
          </a:p>
        </p:txBody>
      </p:sp>
      <p:sp>
        <p:nvSpPr>
          <p:cNvPr id="21" name="Shape 19"/>
          <p:cNvSpPr/>
          <p:nvPr/>
        </p:nvSpPr>
        <p:spPr>
          <a:xfrm>
            <a:off x="768350" y="4717012"/>
            <a:ext cx="4699000" cy="50800"/>
          </a:xfrm>
          <a:prstGeom prst="rect">
            <a:avLst/>
          </a:prstGeom>
          <a:solidFill>
            <a:srgbClr val="1B4F8F"/>
          </a:solidFill>
          <a:ln/>
        </p:spPr>
        <p:txBody>
          <a:bodyPr/>
          <a:lstStyle/>
          <a:p>
            <a:endParaRPr lang="en-IN"/>
          </a:p>
        </p:txBody>
      </p:sp>
      <p:sp>
        <p:nvSpPr>
          <p:cNvPr id="22" name="Shape 20"/>
          <p:cNvSpPr/>
          <p:nvPr/>
        </p:nvSpPr>
        <p:spPr>
          <a:xfrm>
            <a:off x="996950" y="4932912"/>
            <a:ext cx="355600" cy="355600"/>
          </a:xfrm>
          <a:custGeom>
            <a:avLst/>
            <a:gdLst/>
            <a:ahLst/>
            <a:cxnLst/>
            <a:rect l="l" t="t" r="r" b="b"/>
            <a:pathLst>
              <a:path w="355600" h="355600">
                <a:moveTo>
                  <a:pt x="167382" y="60494"/>
                </a:moveTo>
                <a:lnTo>
                  <a:pt x="177800" y="74870"/>
                </a:lnTo>
                <a:lnTo>
                  <a:pt x="188218" y="60494"/>
                </a:lnTo>
                <a:cubicBezTo>
                  <a:pt x="205581" y="36463"/>
                  <a:pt x="233501" y="22225"/>
                  <a:pt x="263158" y="22225"/>
                </a:cubicBezTo>
                <a:cubicBezTo>
                  <a:pt x="314206" y="22225"/>
                  <a:pt x="355600" y="63619"/>
                  <a:pt x="355600" y="114667"/>
                </a:cubicBezTo>
                <a:lnTo>
                  <a:pt x="355600" y="116473"/>
                </a:lnTo>
                <a:cubicBezTo>
                  <a:pt x="355600" y="194399"/>
                  <a:pt x="258435" y="284897"/>
                  <a:pt x="207734" y="323582"/>
                </a:cubicBezTo>
                <a:cubicBezTo>
                  <a:pt x="199122" y="330111"/>
                  <a:pt x="188565" y="333375"/>
                  <a:pt x="177800" y="333375"/>
                </a:cubicBezTo>
                <a:cubicBezTo>
                  <a:pt x="167035" y="333375"/>
                  <a:pt x="156408" y="330180"/>
                  <a:pt x="147866" y="323582"/>
                </a:cubicBezTo>
                <a:cubicBezTo>
                  <a:pt x="97165" y="284897"/>
                  <a:pt x="0" y="194399"/>
                  <a:pt x="0" y="116473"/>
                </a:cubicBezTo>
                <a:lnTo>
                  <a:pt x="0" y="114667"/>
                </a:lnTo>
                <a:cubicBezTo>
                  <a:pt x="0" y="63619"/>
                  <a:pt x="41394" y="22225"/>
                  <a:pt x="92442" y="22225"/>
                </a:cubicBezTo>
                <a:cubicBezTo>
                  <a:pt x="122099" y="22225"/>
                  <a:pt x="150019" y="36463"/>
                  <a:pt x="167382" y="60494"/>
                </a:cubicBezTo>
                <a:close/>
              </a:path>
            </a:pathLst>
          </a:custGeom>
          <a:solidFill>
            <a:srgbClr val="1B4F8F"/>
          </a:solidFill>
          <a:ln/>
        </p:spPr>
        <p:txBody>
          <a:bodyPr/>
          <a:lstStyle/>
          <a:p>
            <a:endParaRPr lang="en-IN"/>
          </a:p>
        </p:txBody>
      </p:sp>
      <p:sp>
        <p:nvSpPr>
          <p:cNvPr id="23" name="Text 21"/>
          <p:cNvSpPr/>
          <p:nvPr/>
        </p:nvSpPr>
        <p:spPr>
          <a:xfrm>
            <a:off x="1454150" y="4932912"/>
            <a:ext cx="3810000" cy="355600"/>
          </a:xfrm>
          <a:prstGeom prst="rect">
            <a:avLst/>
          </a:prstGeom>
          <a:noFill/>
          <a:ln/>
        </p:spPr>
        <p:txBody>
          <a:bodyPr wrap="none" lIns="0" tIns="0" rIns="0" bIns="0" rtlCol="0" anchor="ctr"/>
          <a:lstStyle/>
          <a:p>
            <a:pPr algn="l">
              <a:lnSpc>
                <a:spcPct val="120000"/>
              </a:lnSpc>
            </a:pPr>
            <a:r>
              <a:rPr lang="en-US" sz="1600" b="1" dirty="0">
                <a:solidFill>
                  <a:srgbClr val="1B4F8F"/>
                </a:solidFill>
                <a:latin typeface="Calibri" pitchFamily="34" charset="0"/>
                <a:ea typeface="Calibri" pitchFamily="34" charset="-122"/>
                <a:cs typeface="Calibri" pitchFamily="34" charset="-120"/>
              </a:rPr>
              <a:t>Customer Retention</a:t>
            </a:r>
            <a:endParaRPr lang="en-US" sz="1600" dirty="0"/>
          </a:p>
        </p:txBody>
      </p:sp>
      <p:sp>
        <p:nvSpPr>
          <p:cNvPr id="24" name="Text 22"/>
          <p:cNvSpPr/>
          <p:nvPr/>
        </p:nvSpPr>
        <p:spPr>
          <a:xfrm>
            <a:off x="1174750" y="5308767"/>
            <a:ext cx="4254500" cy="1244600"/>
          </a:xfrm>
          <a:prstGeom prst="rect">
            <a:avLst/>
          </a:prstGeom>
          <a:noFill/>
          <a:ln/>
        </p:spPr>
        <p:txBody>
          <a:bodyPr wrap="square" lIns="0" tIns="0" rIns="0" bIns="0" rtlCol="0" anchor="t"/>
          <a:lstStyle/>
          <a:p>
            <a:pPr marL="285750" indent="-285750" algn="l">
              <a:lnSpc>
                <a:spcPct val="150000"/>
              </a:lnSpc>
              <a:buFont typeface="Wingdings" panose="05000000000000000000" pitchFamily="2" charset="2"/>
              <a:buChar char="Ø"/>
            </a:pPr>
            <a:r>
              <a:rPr lang="en-US" sz="1400" dirty="0">
                <a:solidFill>
                  <a:srgbClr val="2D3748"/>
                </a:solidFill>
                <a:latin typeface="Calibri" pitchFamily="34" charset="0"/>
                <a:ea typeface="Calibri" pitchFamily="34" charset="-122"/>
                <a:cs typeface="Calibri" pitchFamily="34" charset="-120"/>
              </a:rPr>
              <a:t>Higher retention rates</a:t>
            </a:r>
            <a:endParaRPr lang="en-US" sz="1400" dirty="0"/>
          </a:p>
          <a:p>
            <a:pPr marL="285750" indent="-285750" algn="l">
              <a:lnSpc>
                <a:spcPct val="150000"/>
              </a:lnSpc>
              <a:buFont typeface="Wingdings" panose="05000000000000000000" pitchFamily="2" charset="2"/>
              <a:buChar char="Ø"/>
            </a:pPr>
            <a:r>
              <a:rPr lang="en-US" sz="1400" dirty="0">
                <a:solidFill>
                  <a:srgbClr val="2D3748"/>
                </a:solidFill>
                <a:latin typeface="Calibri" pitchFamily="34" charset="0"/>
                <a:ea typeface="Calibri" pitchFamily="34" charset="-122"/>
                <a:cs typeface="Calibri" pitchFamily="34" charset="-120"/>
              </a:rPr>
              <a:t>Increased lifetime value</a:t>
            </a:r>
            <a:endParaRPr lang="en-US" sz="1400" dirty="0"/>
          </a:p>
          <a:p>
            <a:pPr marL="285750" indent="-285750" algn="l">
              <a:lnSpc>
                <a:spcPct val="150000"/>
              </a:lnSpc>
              <a:buFont typeface="Wingdings" panose="05000000000000000000" pitchFamily="2" charset="2"/>
              <a:buChar char="Ø"/>
            </a:pPr>
            <a:r>
              <a:rPr lang="en-US" sz="1400" dirty="0">
                <a:solidFill>
                  <a:srgbClr val="2D3748"/>
                </a:solidFill>
                <a:latin typeface="Calibri" pitchFamily="34" charset="0"/>
                <a:ea typeface="Calibri" pitchFamily="34" charset="-122"/>
                <a:cs typeface="Calibri" pitchFamily="34" charset="-120"/>
              </a:rPr>
              <a:t>More recurring sales</a:t>
            </a:r>
            <a:endParaRPr lang="en-US" sz="1400" dirty="0"/>
          </a:p>
          <a:p>
            <a:pPr marL="285750" indent="-285750" algn="l">
              <a:lnSpc>
                <a:spcPct val="150000"/>
              </a:lnSpc>
              <a:buFont typeface="Wingdings" panose="05000000000000000000" pitchFamily="2" charset="2"/>
              <a:buChar char="Ø"/>
            </a:pPr>
            <a:r>
              <a:rPr lang="en-US" sz="1400" dirty="0">
                <a:solidFill>
                  <a:srgbClr val="2D3748"/>
                </a:solidFill>
                <a:latin typeface="Calibri" pitchFamily="34" charset="0"/>
                <a:ea typeface="Calibri" pitchFamily="34" charset="-122"/>
                <a:cs typeface="Calibri" pitchFamily="34" charset="-120"/>
              </a:rPr>
              <a:t>Stronger brand loyalty</a:t>
            </a:r>
            <a:endParaRPr lang="en-US" sz="1400" dirty="0"/>
          </a:p>
        </p:txBody>
      </p:sp>
      <p:sp>
        <p:nvSpPr>
          <p:cNvPr id="25" name="Shape 23"/>
          <p:cNvSpPr/>
          <p:nvPr/>
        </p:nvSpPr>
        <p:spPr>
          <a:xfrm>
            <a:off x="5784850" y="4717012"/>
            <a:ext cx="4699000" cy="1968500"/>
          </a:xfrm>
          <a:prstGeom prst="rect">
            <a:avLst/>
          </a:prstGeom>
          <a:solidFill>
            <a:srgbClr val="EDF2F7"/>
          </a:solidFill>
          <a:ln/>
        </p:spPr>
        <p:txBody>
          <a:bodyPr/>
          <a:lstStyle/>
          <a:p>
            <a:endParaRPr lang="en-IN"/>
          </a:p>
        </p:txBody>
      </p:sp>
      <p:sp>
        <p:nvSpPr>
          <p:cNvPr id="26" name="Shape 24"/>
          <p:cNvSpPr/>
          <p:nvPr/>
        </p:nvSpPr>
        <p:spPr>
          <a:xfrm>
            <a:off x="5784850" y="4717012"/>
            <a:ext cx="4699000" cy="50800"/>
          </a:xfrm>
          <a:prstGeom prst="rect">
            <a:avLst/>
          </a:prstGeom>
          <a:solidFill>
            <a:srgbClr val="1B4F8F"/>
          </a:solidFill>
          <a:ln/>
        </p:spPr>
        <p:txBody>
          <a:bodyPr/>
          <a:lstStyle/>
          <a:p>
            <a:endParaRPr lang="en-IN"/>
          </a:p>
        </p:txBody>
      </p:sp>
      <p:sp>
        <p:nvSpPr>
          <p:cNvPr id="27" name="Shape 25"/>
          <p:cNvSpPr/>
          <p:nvPr/>
        </p:nvSpPr>
        <p:spPr>
          <a:xfrm>
            <a:off x="6013450" y="4932912"/>
            <a:ext cx="355600" cy="355600"/>
          </a:xfrm>
          <a:custGeom>
            <a:avLst/>
            <a:gdLst/>
            <a:ahLst/>
            <a:cxnLst/>
            <a:rect l="l" t="t" r="r" b="b"/>
            <a:pathLst>
              <a:path w="355600" h="355600">
                <a:moveTo>
                  <a:pt x="155575" y="0"/>
                </a:moveTo>
                <a:lnTo>
                  <a:pt x="155575" y="44450"/>
                </a:lnTo>
                <a:cubicBezTo>
                  <a:pt x="155575" y="50562"/>
                  <a:pt x="160576" y="55563"/>
                  <a:pt x="166688" y="55563"/>
                </a:cubicBezTo>
                <a:lnTo>
                  <a:pt x="188913" y="55563"/>
                </a:lnTo>
                <a:cubicBezTo>
                  <a:pt x="195024" y="55563"/>
                  <a:pt x="200025" y="50562"/>
                  <a:pt x="200025" y="44450"/>
                </a:cubicBezTo>
                <a:lnTo>
                  <a:pt x="200025" y="0"/>
                </a:lnTo>
                <a:lnTo>
                  <a:pt x="222250" y="0"/>
                </a:lnTo>
                <a:cubicBezTo>
                  <a:pt x="246767" y="0"/>
                  <a:pt x="266700" y="19933"/>
                  <a:pt x="266700" y="44450"/>
                </a:cubicBezTo>
                <a:lnTo>
                  <a:pt x="266700" y="133350"/>
                </a:lnTo>
                <a:cubicBezTo>
                  <a:pt x="266700" y="137170"/>
                  <a:pt x="266214" y="140920"/>
                  <a:pt x="265311" y="144463"/>
                </a:cubicBezTo>
                <a:lnTo>
                  <a:pt x="90289" y="144463"/>
                </a:lnTo>
                <a:cubicBezTo>
                  <a:pt x="89386" y="140920"/>
                  <a:pt x="88900" y="137170"/>
                  <a:pt x="88900" y="133350"/>
                </a:cubicBezTo>
                <a:lnTo>
                  <a:pt x="88900" y="44450"/>
                </a:lnTo>
                <a:cubicBezTo>
                  <a:pt x="88900" y="19933"/>
                  <a:pt x="108833" y="0"/>
                  <a:pt x="133350" y="0"/>
                </a:cubicBezTo>
                <a:lnTo>
                  <a:pt x="155575" y="0"/>
                </a:lnTo>
                <a:close/>
                <a:moveTo>
                  <a:pt x="222250" y="355600"/>
                </a:moveTo>
                <a:cubicBezTo>
                  <a:pt x="214471" y="355600"/>
                  <a:pt x="207109" y="353586"/>
                  <a:pt x="200720" y="350044"/>
                </a:cubicBezTo>
                <a:cubicBezTo>
                  <a:pt x="207318" y="338584"/>
                  <a:pt x="211138" y="325318"/>
                  <a:pt x="211138" y="311150"/>
                </a:cubicBezTo>
                <a:lnTo>
                  <a:pt x="211138" y="222250"/>
                </a:lnTo>
                <a:cubicBezTo>
                  <a:pt x="211138" y="208082"/>
                  <a:pt x="207318" y="194816"/>
                  <a:pt x="200720" y="183356"/>
                </a:cubicBezTo>
                <a:cubicBezTo>
                  <a:pt x="207109" y="179814"/>
                  <a:pt x="214402" y="177800"/>
                  <a:pt x="222250" y="177800"/>
                </a:cubicBezTo>
                <a:lnTo>
                  <a:pt x="244475" y="177800"/>
                </a:lnTo>
                <a:lnTo>
                  <a:pt x="244475" y="222250"/>
                </a:lnTo>
                <a:cubicBezTo>
                  <a:pt x="244475" y="228362"/>
                  <a:pt x="249476" y="233363"/>
                  <a:pt x="255587" y="233363"/>
                </a:cubicBezTo>
                <a:lnTo>
                  <a:pt x="277813" y="233363"/>
                </a:lnTo>
                <a:cubicBezTo>
                  <a:pt x="283924" y="233363"/>
                  <a:pt x="288925" y="228362"/>
                  <a:pt x="288925" y="222250"/>
                </a:cubicBezTo>
                <a:lnTo>
                  <a:pt x="288925" y="177800"/>
                </a:lnTo>
                <a:lnTo>
                  <a:pt x="311150" y="177800"/>
                </a:lnTo>
                <a:cubicBezTo>
                  <a:pt x="335667" y="177800"/>
                  <a:pt x="355600" y="197733"/>
                  <a:pt x="355600" y="222250"/>
                </a:cubicBezTo>
                <a:lnTo>
                  <a:pt x="355600" y="311150"/>
                </a:lnTo>
                <a:cubicBezTo>
                  <a:pt x="355600" y="335667"/>
                  <a:pt x="335667" y="355600"/>
                  <a:pt x="311150" y="355600"/>
                </a:cubicBezTo>
                <a:lnTo>
                  <a:pt x="222250" y="355600"/>
                </a:lnTo>
                <a:close/>
                <a:moveTo>
                  <a:pt x="0" y="222250"/>
                </a:moveTo>
                <a:cubicBezTo>
                  <a:pt x="0" y="197733"/>
                  <a:pt x="19933" y="177800"/>
                  <a:pt x="44450" y="177800"/>
                </a:cubicBezTo>
                <a:lnTo>
                  <a:pt x="66675" y="177800"/>
                </a:lnTo>
                <a:lnTo>
                  <a:pt x="66675" y="222250"/>
                </a:lnTo>
                <a:cubicBezTo>
                  <a:pt x="66675" y="228362"/>
                  <a:pt x="71676" y="233363"/>
                  <a:pt x="77788" y="233363"/>
                </a:cubicBezTo>
                <a:lnTo>
                  <a:pt x="100013" y="233363"/>
                </a:lnTo>
                <a:cubicBezTo>
                  <a:pt x="106124" y="233363"/>
                  <a:pt x="111125" y="228362"/>
                  <a:pt x="111125" y="222250"/>
                </a:cubicBezTo>
                <a:lnTo>
                  <a:pt x="111125" y="177800"/>
                </a:lnTo>
                <a:lnTo>
                  <a:pt x="133350" y="177800"/>
                </a:lnTo>
                <a:cubicBezTo>
                  <a:pt x="157867" y="177800"/>
                  <a:pt x="177800" y="197733"/>
                  <a:pt x="177800" y="222250"/>
                </a:cubicBezTo>
                <a:lnTo>
                  <a:pt x="177800" y="311150"/>
                </a:lnTo>
                <a:cubicBezTo>
                  <a:pt x="177800" y="335667"/>
                  <a:pt x="157867" y="355600"/>
                  <a:pt x="133350" y="355600"/>
                </a:cubicBezTo>
                <a:lnTo>
                  <a:pt x="44450" y="355600"/>
                </a:lnTo>
                <a:cubicBezTo>
                  <a:pt x="19933" y="355600"/>
                  <a:pt x="0" y="335667"/>
                  <a:pt x="0" y="311150"/>
                </a:cubicBezTo>
                <a:lnTo>
                  <a:pt x="0" y="222250"/>
                </a:lnTo>
                <a:close/>
              </a:path>
            </a:pathLst>
          </a:custGeom>
          <a:solidFill>
            <a:srgbClr val="1B4F8F"/>
          </a:solidFill>
          <a:ln/>
        </p:spPr>
        <p:txBody>
          <a:bodyPr/>
          <a:lstStyle/>
          <a:p>
            <a:endParaRPr lang="en-IN"/>
          </a:p>
        </p:txBody>
      </p:sp>
      <p:sp>
        <p:nvSpPr>
          <p:cNvPr id="28" name="Text 26"/>
          <p:cNvSpPr/>
          <p:nvPr/>
        </p:nvSpPr>
        <p:spPr>
          <a:xfrm>
            <a:off x="6470650" y="4932912"/>
            <a:ext cx="3810000" cy="355600"/>
          </a:xfrm>
          <a:prstGeom prst="rect">
            <a:avLst/>
          </a:prstGeom>
          <a:noFill/>
          <a:ln/>
        </p:spPr>
        <p:txBody>
          <a:bodyPr wrap="none" lIns="0" tIns="0" rIns="0" bIns="0" rtlCol="0" anchor="ctr"/>
          <a:lstStyle/>
          <a:p>
            <a:pPr algn="l">
              <a:lnSpc>
                <a:spcPct val="120000"/>
              </a:lnSpc>
            </a:pPr>
            <a:r>
              <a:rPr lang="en-US" sz="1600" b="1" dirty="0">
                <a:solidFill>
                  <a:srgbClr val="1B4F8F"/>
                </a:solidFill>
                <a:latin typeface="Calibri" pitchFamily="34" charset="0"/>
                <a:ea typeface="Calibri" pitchFamily="34" charset="-122"/>
                <a:cs typeface="Calibri" pitchFamily="34" charset="-120"/>
              </a:rPr>
              <a:t>Inventory Optimization</a:t>
            </a:r>
            <a:endParaRPr lang="en-US" sz="1600" dirty="0"/>
          </a:p>
        </p:txBody>
      </p:sp>
      <p:sp>
        <p:nvSpPr>
          <p:cNvPr id="29" name="Text 27"/>
          <p:cNvSpPr/>
          <p:nvPr/>
        </p:nvSpPr>
        <p:spPr>
          <a:xfrm>
            <a:off x="6197600" y="5308767"/>
            <a:ext cx="4254500" cy="1244600"/>
          </a:xfrm>
          <a:prstGeom prst="rect">
            <a:avLst/>
          </a:prstGeom>
          <a:noFill/>
          <a:ln/>
        </p:spPr>
        <p:txBody>
          <a:bodyPr wrap="square" lIns="0" tIns="0" rIns="0" bIns="0" rtlCol="0" anchor="t"/>
          <a:lstStyle/>
          <a:p>
            <a:pPr marL="285750" indent="-285750" algn="l">
              <a:lnSpc>
                <a:spcPct val="150000"/>
              </a:lnSpc>
              <a:buFont typeface="Wingdings" panose="05000000000000000000" pitchFamily="2" charset="2"/>
              <a:buChar char="Ø"/>
            </a:pPr>
            <a:r>
              <a:rPr lang="en-US" sz="1400" dirty="0">
                <a:solidFill>
                  <a:srgbClr val="2D3748"/>
                </a:solidFill>
                <a:latin typeface="Calibri" pitchFamily="34" charset="0"/>
                <a:ea typeface="Calibri" pitchFamily="34" charset="-122"/>
                <a:cs typeface="Calibri" pitchFamily="34" charset="-120"/>
              </a:rPr>
              <a:t>Better inventory utilization</a:t>
            </a:r>
            <a:endParaRPr lang="en-US" sz="1400" dirty="0"/>
          </a:p>
          <a:p>
            <a:pPr marL="285750" indent="-285750" algn="l">
              <a:lnSpc>
                <a:spcPct val="150000"/>
              </a:lnSpc>
              <a:buFont typeface="Wingdings" panose="05000000000000000000" pitchFamily="2" charset="2"/>
              <a:buChar char="Ø"/>
            </a:pPr>
            <a:r>
              <a:rPr lang="en-US" sz="1400" dirty="0">
                <a:solidFill>
                  <a:srgbClr val="2D3748"/>
                </a:solidFill>
                <a:latin typeface="Calibri" pitchFamily="34" charset="0"/>
                <a:ea typeface="Calibri" pitchFamily="34" charset="-122"/>
                <a:cs typeface="Calibri" pitchFamily="34" charset="-120"/>
              </a:rPr>
              <a:t>Lower holding costs</a:t>
            </a:r>
            <a:endParaRPr lang="en-US" sz="1400" dirty="0"/>
          </a:p>
          <a:p>
            <a:pPr marL="285750" indent="-285750" algn="l">
              <a:lnSpc>
                <a:spcPct val="150000"/>
              </a:lnSpc>
              <a:buFont typeface="Wingdings" panose="05000000000000000000" pitchFamily="2" charset="2"/>
              <a:buChar char="Ø"/>
            </a:pPr>
            <a:r>
              <a:rPr lang="en-US" sz="1400" dirty="0">
                <a:solidFill>
                  <a:srgbClr val="2D3748"/>
                </a:solidFill>
                <a:latin typeface="Calibri" pitchFamily="34" charset="0"/>
                <a:ea typeface="Calibri" pitchFamily="34" charset="-122"/>
                <a:cs typeface="Calibri" pitchFamily="34" charset="-120"/>
              </a:rPr>
              <a:t>Improved demand forecasting</a:t>
            </a:r>
            <a:endParaRPr lang="en-US" sz="1400" dirty="0"/>
          </a:p>
          <a:p>
            <a:pPr marL="285750" indent="-285750" algn="l">
              <a:lnSpc>
                <a:spcPct val="150000"/>
              </a:lnSpc>
              <a:buFont typeface="Wingdings" panose="05000000000000000000" pitchFamily="2" charset="2"/>
              <a:buChar char="Ø"/>
            </a:pPr>
            <a:r>
              <a:rPr lang="en-US" sz="1400" dirty="0">
                <a:solidFill>
                  <a:srgbClr val="2D3748"/>
                </a:solidFill>
                <a:latin typeface="Calibri" pitchFamily="34" charset="0"/>
                <a:ea typeface="Calibri" pitchFamily="34" charset="-122"/>
                <a:cs typeface="Calibri" pitchFamily="34" charset="-120"/>
              </a:rPr>
              <a:t>Reduced waste</a:t>
            </a:r>
            <a:endParaRPr lang="en-US" sz="1400" dirty="0"/>
          </a:p>
        </p:txBody>
      </p:sp>
      <p:sp>
        <p:nvSpPr>
          <p:cNvPr id="30" name="Shape 28"/>
          <p:cNvSpPr/>
          <p:nvPr/>
        </p:nvSpPr>
        <p:spPr>
          <a:xfrm>
            <a:off x="10801350" y="4717012"/>
            <a:ext cx="4699000" cy="1968500"/>
          </a:xfrm>
          <a:prstGeom prst="rect">
            <a:avLst/>
          </a:prstGeom>
          <a:solidFill>
            <a:srgbClr val="EDF2F7"/>
          </a:solidFill>
          <a:ln/>
        </p:spPr>
        <p:txBody>
          <a:bodyPr/>
          <a:lstStyle/>
          <a:p>
            <a:endParaRPr lang="en-IN"/>
          </a:p>
        </p:txBody>
      </p:sp>
      <p:sp>
        <p:nvSpPr>
          <p:cNvPr id="31" name="Shape 29"/>
          <p:cNvSpPr/>
          <p:nvPr/>
        </p:nvSpPr>
        <p:spPr>
          <a:xfrm>
            <a:off x="10801350" y="4717012"/>
            <a:ext cx="4699000" cy="50800"/>
          </a:xfrm>
          <a:prstGeom prst="rect">
            <a:avLst/>
          </a:prstGeom>
          <a:solidFill>
            <a:srgbClr val="1B4F8F"/>
          </a:solidFill>
          <a:ln/>
        </p:spPr>
        <p:txBody>
          <a:bodyPr/>
          <a:lstStyle/>
          <a:p>
            <a:endParaRPr lang="en-IN"/>
          </a:p>
        </p:txBody>
      </p:sp>
      <p:sp>
        <p:nvSpPr>
          <p:cNvPr id="32" name="Shape 30"/>
          <p:cNvSpPr/>
          <p:nvPr/>
        </p:nvSpPr>
        <p:spPr>
          <a:xfrm>
            <a:off x="11029950" y="4932912"/>
            <a:ext cx="355600" cy="355600"/>
          </a:xfrm>
          <a:custGeom>
            <a:avLst/>
            <a:gdLst/>
            <a:ahLst/>
            <a:cxnLst/>
            <a:rect l="l" t="t" r="r" b="b"/>
            <a:pathLst>
              <a:path w="355600" h="355600">
                <a:moveTo>
                  <a:pt x="311150" y="177800"/>
                </a:moveTo>
                <a:cubicBezTo>
                  <a:pt x="311150" y="104202"/>
                  <a:pt x="251398" y="44450"/>
                  <a:pt x="177800" y="44450"/>
                </a:cubicBezTo>
                <a:cubicBezTo>
                  <a:pt x="104202" y="44450"/>
                  <a:pt x="44450" y="104202"/>
                  <a:pt x="44450" y="177800"/>
                </a:cubicBezTo>
                <a:cubicBezTo>
                  <a:pt x="44450" y="251398"/>
                  <a:pt x="104202" y="311150"/>
                  <a:pt x="177800" y="311150"/>
                </a:cubicBezTo>
                <a:cubicBezTo>
                  <a:pt x="251398" y="311150"/>
                  <a:pt x="311150" y="251398"/>
                  <a:pt x="311150" y="177800"/>
                </a:cubicBezTo>
                <a:close/>
                <a:moveTo>
                  <a:pt x="0" y="177800"/>
                </a:moveTo>
                <a:cubicBezTo>
                  <a:pt x="0" y="79670"/>
                  <a:pt x="79670" y="0"/>
                  <a:pt x="177800" y="0"/>
                </a:cubicBezTo>
                <a:cubicBezTo>
                  <a:pt x="275930" y="0"/>
                  <a:pt x="355600" y="79670"/>
                  <a:pt x="355600" y="177800"/>
                </a:cubicBezTo>
                <a:cubicBezTo>
                  <a:pt x="355600" y="275930"/>
                  <a:pt x="275930" y="355600"/>
                  <a:pt x="177800" y="355600"/>
                </a:cubicBezTo>
                <a:cubicBezTo>
                  <a:pt x="79670" y="355600"/>
                  <a:pt x="0" y="275930"/>
                  <a:pt x="0" y="177800"/>
                </a:cubicBezTo>
                <a:close/>
                <a:moveTo>
                  <a:pt x="177800" y="233363"/>
                </a:moveTo>
                <a:cubicBezTo>
                  <a:pt x="208466" y="233363"/>
                  <a:pt x="233363" y="208466"/>
                  <a:pt x="233363" y="177800"/>
                </a:cubicBezTo>
                <a:cubicBezTo>
                  <a:pt x="233363" y="147134"/>
                  <a:pt x="208466" y="122238"/>
                  <a:pt x="177800" y="122238"/>
                </a:cubicBezTo>
                <a:cubicBezTo>
                  <a:pt x="147134" y="122238"/>
                  <a:pt x="122238" y="147134"/>
                  <a:pt x="122238" y="177800"/>
                </a:cubicBezTo>
                <a:cubicBezTo>
                  <a:pt x="122238" y="208466"/>
                  <a:pt x="147134" y="233363"/>
                  <a:pt x="177800" y="233363"/>
                </a:cubicBezTo>
                <a:close/>
                <a:moveTo>
                  <a:pt x="177800" y="77788"/>
                </a:moveTo>
                <a:cubicBezTo>
                  <a:pt x="232998" y="77788"/>
                  <a:pt x="277813" y="122602"/>
                  <a:pt x="277813" y="177800"/>
                </a:cubicBezTo>
                <a:cubicBezTo>
                  <a:pt x="277813" y="232998"/>
                  <a:pt x="232998" y="277813"/>
                  <a:pt x="177800" y="277813"/>
                </a:cubicBezTo>
                <a:cubicBezTo>
                  <a:pt x="122602" y="277813"/>
                  <a:pt x="77788" y="232998"/>
                  <a:pt x="77788" y="177800"/>
                </a:cubicBezTo>
                <a:cubicBezTo>
                  <a:pt x="77788" y="122602"/>
                  <a:pt x="122602" y="77788"/>
                  <a:pt x="177800" y="77788"/>
                </a:cubicBezTo>
                <a:close/>
                <a:moveTo>
                  <a:pt x="155575" y="177800"/>
                </a:moveTo>
                <a:cubicBezTo>
                  <a:pt x="155575" y="165534"/>
                  <a:pt x="165534" y="155575"/>
                  <a:pt x="177800" y="155575"/>
                </a:cubicBezTo>
                <a:cubicBezTo>
                  <a:pt x="190066" y="155575"/>
                  <a:pt x="200025" y="165534"/>
                  <a:pt x="200025" y="177800"/>
                </a:cubicBezTo>
                <a:cubicBezTo>
                  <a:pt x="200025" y="190066"/>
                  <a:pt x="190066" y="200025"/>
                  <a:pt x="177800" y="200025"/>
                </a:cubicBezTo>
                <a:cubicBezTo>
                  <a:pt x="165534" y="200025"/>
                  <a:pt x="155575" y="190066"/>
                  <a:pt x="155575" y="177800"/>
                </a:cubicBezTo>
                <a:close/>
              </a:path>
            </a:pathLst>
          </a:custGeom>
          <a:solidFill>
            <a:srgbClr val="1B4F8F"/>
          </a:solidFill>
          <a:ln/>
        </p:spPr>
        <p:txBody>
          <a:bodyPr/>
          <a:lstStyle/>
          <a:p>
            <a:endParaRPr lang="en-IN"/>
          </a:p>
        </p:txBody>
      </p:sp>
      <p:sp>
        <p:nvSpPr>
          <p:cNvPr id="33" name="Text 31"/>
          <p:cNvSpPr/>
          <p:nvPr/>
        </p:nvSpPr>
        <p:spPr>
          <a:xfrm>
            <a:off x="11487150" y="4932912"/>
            <a:ext cx="3810000" cy="355600"/>
          </a:xfrm>
          <a:prstGeom prst="rect">
            <a:avLst/>
          </a:prstGeom>
          <a:noFill/>
          <a:ln/>
        </p:spPr>
        <p:txBody>
          <a:bodyPr wrap="none" lIns="0" tIns="0" rIns="0" bIns="0" rtlCol="0" anchor="ctr"/>
          <a:lstStyle/>
          <a:p>
            <a:pPr algn="l">
              <a:lnSpc>
                <a:spcPct val="120000"/>
              </a:lnSpc>
            </a:pPr>
            <a:r>
              <a:rPr lang="en-US" sz="1600" b="1" dirty="0">
                <a:solidFill>
                  <a:srgbClr val="1B4F8F"/>
                </a:solidFill>
                <a:latin typeface="Calibri" pitchFamily="34" charset="0"/>
                <a:ea typeface="Calibri" pitchFamily="34" charset="-122"/>
                <a:cs typeface="Calibri" pitchFamily="34" charset="-120"/>
              </a:rPr>
              <a:t>Decision Quality</a:t>
            </a:r>
            <a:endParaRPr lang="en-US" sz="1600" dirty="0"/>
          </a:p>
        </p:txBody>
      </p:sp>
      <p:sp>
        <p:nvSpPr>
          <p:cNvPr id="34" name="Text 32"/>
          <p:cNvSpPr/>
          <p:nvPr/>
        </p:nvSpPr>
        <p:spPr>
          <a:xfrm>
            <a:off x="11214100" y="5288512"/>
            <a:ext cx="4254500" cy="1244600"/>
          </a:xfrm>
          <a:prstGeom prst="rect">
            <a:avLst/>
          </a:prstGeom>
          <a:noFill/>
          <a:ln/>
        </p:spPr>
        <p:txBody>
          <a:bodyPr wrap="square" lIns="0" tIns="0" rIns="0" bIns="0" rtlCol="0" anchor="t"/>
          <a:lstStyle/>
          <a:p>
            <a:pPr marL="285750" indent="-285750" algn="l">
              <a:lnSpc>
                <a:spcPct val="150000"/>
              </a:lnSpc>
              <a:buFont typeface="Wingdings" panose="05000000000000000000" pitchFamily="2" charset="2"/>
              <a:buChar char="Ø"/>
            </a:pPr>
            <a:r>
              <a:rPr lang="en-US" sz="1400" dirty="0">
                <a:solidFill>
                  <a:srgbClr val="2D3748"/>
                </a:solidFill>
                <a:latin typeface="Calibri" pitchFamily="34" charset="0"/>
                <a:ea typeface="Calibri" pitchFamily="34" charset="-122"/>
                <a:cs typeface="Calibri" pitchFamily="34" charset="-120"/>
              </a:rPr>
              <a:t>More reliable metrics</a:t>
            </a:r>
            <a:endParaRPr lang="en-US" sz="1400" dirty="0"/>
          </a:p>
          <a:p>
            <a:pPr marL="285750" indent="-285750" algn="l">
              <a:lnSpc>
                <a:spcPct val="150000"/>
              </a:lnSpc>
              <a:buFont typeface="Wingdings" panose="05000000000000000000" pitchFamily="2" charset="2"/>
              <a:buChar char="Ø"/>
            </a:pPr>
            <a:r>
              <a:rPr lang="en-US" sz="1400" dirty="0">
                <a:solidFill>
                  <a:srgbClr val="2D3748"/>
                </a:solidFill>
                <a:latin typeface="Calibri" pitchFamily="34" charset="0"/>
                <a:ea typeface="Calibri" pitchFamily="34" charset="-122"/>
                <a:cs typeface="Calibri" pitchFamily="34" charset="-120"/>
              </a:rPr>
              <a:t>Reduced risk from weak patterns</a:t>
            </a:r>
            <a:endParaRPr lang="en-US" sz="1400" dirty="0"/>
          </a:p>
          <a:p>
            <a:pPr marL="285750" indent="-285750" algn="l">
              <a:lnSpc>
                <a:spcPct val="150000"/>
              </a:lnSpc>
              <a:buFont typeface="Wingdings" panose="05000000000000000000" pitchFamily="2" charset="2"/>
              <a:buChar char="Ø"/>
            </a:pPr>
            <a:r>
              <a:rPr lang="en-US" sz="1400" dirty="0">
                <a:solidFill>
                  <a:srgbClr val="2D3748"/>
                </a:solidFill>
                <a:latin typeface="Calibri" pitchFamily="34" charset="0"/>
                <a:ea typeface="Calibri" pitchFamily="34" charset="-122"/>
                <a:cs typeface="Calibri" pitchFamily="34" charset="-120"/>
              </a:rPr>
              <a:t>Data-driven strategy</a:t>
            </a:r>
            <a:endParaRPr lang="en-US" sz="1400" dirty="0"/>
          </a:p>
          <a:p>
            <a:pPr marL="285750" indent="-285750" algn="l">
              <a:lnSpc>
                <a:spcPct val="150000"/>
              </a:lnSpc>
              <a:buFont typeface="Wingdings" panose="05000000000000000000" pitchFamily="2" charset="2"/>
              <a:buChar char="Ø"/>
            </a:pPr>
            <a:r>
              <a:rPr lang="en-US" sz="1400" dirty="0">
                <a:solidFill>
                  <a:srgbClr val="2D3748"/>
                </a:solidFill>
                <a:latin typeface="Calibri" pitchFamily="34" charset="0"/>
                <a:ea typeface="Calibri" pitchFamily="34" charset="-122"/>
                <a:cs typeface="Calibri" pitchFamily="34" charset="-120"/>
              </a:rPr>
              <a:t>Evidence-based prioritization</a:t>
            </a:r>
            <a:endParaRPr lang="en-US" sz="1400" dirty="0"/>
          </a:p>
        </p:txBody>
      </p:sp>
      <p:sp>
        <p:nvSpPr>
          <p:cNvPr id="35" name="Text 33"/>
          <p:cNvSpPr/>
          <p:nvPr/>
        </p:nvSpPr>
        <p:spPr>
          <a:xfrm>
            <a:off x="768350" y="7428215"/>
            <a:ext cx="14732000" cy="889000"/>
          </a:xfrm>
          <a:prstGeom prst="rect">
            <a:avLst/>
          </a:prstGeom>
          <a:noFill/>
          <a:ln/>
        </p:spPr>
        <p:txBody>
          <a:bodyPr wrap="square" lIns="0" tIns="0" rIns="0" bIns="0" rtlCol="0" anchor="t"/>
          <a:lstStyle/>
          <a:p>
            <a:pPr algn="just">
              <a:lnSpc>
                <a:spcPct val="150000"/>
              </a:lnSpc>
            </a:pPr>
            <a:r>
              <a:rPr lang="en-US" sz="1500" b="1" dirty="0">
                <a:solidFill>
                  <a:srgbClr val="2D3748"/>
                </a:solidFill>
                <a:latin typeface="Calibri" pitchFamily="34" charset="0"/>
                <a:ea typeface="Calibri" pitchFamily="34" charset="-122"/>
                <a:cs typeface="Calibri" pitchFamily="34" charset="-120"/>
              </a:rPr>
              <a:t>Implementation Priority:</a:t>
            </a:r>
            <a:r>
              <a:rPr lang="en-US" sz="1500" dirty="0">
                <a:solidFill>
                  <a:srgbClr val="2D3748"/>
                </a:solidFill>
                <a:latin typeface="Calibri" pitchFamily="34" charset="0"/>
                <a:ea typeface="Calibri" pitchFamily="34" charset="-122"/>
                <a:cs typeface="Calibri" pitchFamily="34" charset="-120"/>
              </a:rPr>
              <a:t> Recommendations A (Inventory), C (Staffing), and D (Weekend Readiness) should be implemented first as they address immediate operational needs with clear, measurable outcomes. Recommendations G (Basket Size) and H (Loyalty Programs) follow as medium-term strategic initiatives.</a:t>
            </a:r>
            <a:endParaRPr lang="en-US" sz="1500" dirty="0"/>
          </a:p>
        </p:txBody>
      </p:sp>
      <p:sp>
        <p:nvSpPr>
          <p:cNvPr id="36" name="Shape 34"/>
          <p:cNvSpPr/>
          <p:nvPr/>
        </p:nvSpPr>
        <p:spPr>
          <a:xfrm>
            <a:off x="762000" y="8763000"/>
            <a:ext cx="14732000" cy="25400"/>
          </a:xfrm>
          <a:prstGeom prst="rect">
            <a:avLst/>
          </a:prstGeom>
          <a:solidFill>
            <a:srgbClr val="1B4F8F"/>
          </a:solidFill>
          <a:ln/>
        </p:spPr>
        <p:txBody>
          <a:bodyPr/>
          <a:lstStyle/>
          <a:p>
            <a:endParaRPr lang="en-IN"/>
          </a:p>
        </p:txBody>
      </p:sp>
      <p:sp>
        <p:nvSpPr>
          <p:cNvPr id="37" name="Text 35"/>
          <p:cNvSpPr/>
          <p:nvPr/>
        </p:nvSpPr>
        <p:spPr>
          <a:xfrm>
            <a:off x="14478000" y="8826500"/>
            <a:ext cx="1016000" cy="254000"/>
          </a:xfrm>
          <a:prstGeom prst="rect">
            <a:avLst/>
          </a:prstGeom>
          <a:noFill/>
          <a:ln/>
        </p:spPr>
        <p:txBody>
          <a:bodyPr wrap="none" lIns="0" tIns="0" rIns="0" bIns="0" rtlCol="0" anchor="ctr"/>
          <a:lstStyle/>
          <a:p>
            <a:pPr algn="r">
              <a:lnSpc>
                <a:spcPct val="120000"/>
              </a:lnSpc>
            </a:pPr>
            <a:r>
              <a:rPr lang="en-US" sz="1200" dirty="0">
                <a:solidFill>
                  <a:srgbClr val="718096"/>
                </a:solidFill>
                <a:latin typeface="Calibri" pitchFamily="34" charset="0"/>
                <a:ea typeface="Calibri" pitchFamily="34" charset="-122"/>
                <a:cs typeface="Calibri" pitchFamily="34" charset="-120"/>
              </a:rPr>
              <a:t>48 / 55</a:t>
            </a:r>
            <a:endParaRPr lang="en-US" sz="1200" dirty="0"/>
          </a:p>
        </p:txBody>
      </p:sp>
    </p:spTree>
  </p:cSld>
  <p:clrMapOvr>
    <a:masterClrMapping/>
  </p:clrMapOvr>
  <p:transition>
    <p:fade/>
  </p:transition>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62000" y="444500"/>
            <a:ext cx="11430000" cy="444500"/>
          </a:xfrm>
          <a:prstGeom prst="rect">
            <a:avLst/>
          </a:prstGeom>
          <a:noFill/>
          <a:ln/>
        </p:spPr>
        <p:txBody>
          <a:bodyPr wrap="none" lIns="0" tIns="0" rIns="0" bIns="0" rtlCol="0" anchor="ctr"/>
          <a:lstStyle/>
          <a:p>
            <a:pPr algn="l">
              <a:lnSpc>
                <a:spcPct val="130000"/>
              </a:lnSpc>
            </a:pPr>
            <a:r>
              <a:rPr lang="en-US" sz="2400" b="1" dirty="0">
                <a:solidFill>
                  <a:srgbClr val="2D3748"/>
                </a:solidFill>
                <a:latin typeface="Calibri" pitchFamily="34" charset="0"/>
                <a:ea typeface="Calibri" pitchFamily="34" charset="-122"/>
                <a:cs typeface="Calibri" pitchFamily="34" charset="-120"/>
              </a:rPr>
              <a:t>Conclusion &amp; Future Scope</a:t>
            </a:r>
            <a:endParaRPr lang="en-US" sz="2400" dirty="0"/>
          </a:p>
        </p:txBody>
      </p:sp>
      <p:sp>
        <p:nvSpPr>
          <p:cNvPr id="3" name="Shape 1"/>
          <p:cNvSpPr/>
          <p:nvPr/>
        </p:nvSpPr>
        <p:spPr>
          <a:xfrm>
            <a:off x="762000" y="952500"/>
            <a:ext cx="14732000" cy="25400"/>
          </a:xfrm>
          <a:prstGeom prst="rect">
            <a:avLst/>
          </a:prstGeom>
          <a:solidFill>
            <a:srgbClr val="1B4F8F"/>
          </a:solidFill>
          <a:ln/>
        </p:spPr>
        <p:txBody>
          <a:bodyPr/>
          <a:lstStyle/>
          <a:p>
            <a:endParaRPr lang="en-IN"/>
          </a:p>
        </p:txBody>
      </p:sp>
      <p:sp>
        <p:nvSpPr>
          <p:cNvPr id="4" name="Shape 2"/>
          <p:cNvSpPr/>
          <p:nvPr/>
        </p:nvSpPr>
        <p:spPr>
          <a:xfrm>
            <a:off x="762000" y="1168400"/>
            <a:ext cx="14732000" cy="2235200"/>
          </a:xfrm>
          <a:prstGeom prst="rect">
            <a:avLst/>
          </a:prstGeom>
          <a:solidFill>
            <a:srgbClr val="EDF2F7"/>
          </a:solidFill>
          <a:ln/>
        </p:spPr>
        <p:txBody>
          <a:bodyPr/>
          <a:lstStyle/>
          <a:p>
            <a:endParaRPr lang="en-IN"/>
          </a:p>
        </p:txBody>
      </p:sp>
      <p:sp>
        <p:nvSpPr>
          <p:cNvPr id="5" name="Shape 3"/>
          <p:cNvSpPr/>
          <p:nvPr/>
        </p:nvSpPr>
        <p:spPr>
          <a:xfrm>
            <a:off x="762000" y="1168400"/>
            <a:ext cx="50800" cy="2235200"/>
          </a:xfrm>
          <a:prstGeom prst="rect">
            <a:avLst/>
          </a:prstGeom>
          <a:solidFill>
            <a:srgbClr val="1B4F8F"/>
          </a:solidFill>
          <a:ln/>
        </p:spPr>
        <p:txBody>
          <a:bodyPr/>
          <a:lstStyle/>
          <a:p>
            <a:endParaRPr lang="en-IN"/>
          </a:p>
        </p:txBody>
      </p:sp>
      <p:sp>
        <p:nvSpPr>
          <p:cNvPr id="6" name="Text 4"/>
          <p:cNvSpPr/>
          <p:nvPr/>
        </p:nvSpPr>
        <p:spPr>
          <a:xfrm>
            <a:off x="1016000" y="1244599"/>
            <a:ext cx="2540000" cy="385379"/>
          </a:xfrm>
          <a:prstGeom prst="rect">
            <a:avLst/>
          </a:prstGeom>
          <a:noFill/>
          <a:ln/>
        </p:spPr>
        <p:txBody>
          <a:bodyPr wrap="none" lIns="0" tIns="0" rIns="0" bIns="0" rtlCol="0" anchor="ctr"/>
          <a:lstStyle/>
          <a:p>
            <a:pPr algn="l">
              <a:lnSpc>
                <a:spcPct val="120000"/>
              </a:lnSpc>
            </a:pPr>
            <a:r>
              <a:rPr lang="en-US" sz="1600" b="1" dirty="0">
                <a:solidFill>
                  <a:srgbClr val="1B4F8F"/>
                </a:solidFill>
                <a:latin typeface="Calibri" pitchFamily="34" charset="0"/>
                <a:ea typeface="Calibri" pitchFamily="34" charset="-122"/>
                <a:cs typeface="Calibri" pitchFamily="34" charset="-120"/>
              </a:rPr>
              <a:t>Conclusion</a:t>
            </a:r>
            <a:endParaRPr lang="en-US" sz="1600" dirty="0"/>
          </a:p>
        </p:txBody>
      </p:sp>
      <p:sp>
        <p:nvSpPr>
          <p:cNvPr id="7" name="Text 5"/>
          <p:cNvSpPr/>
          <p:nvPr/>
        </p:nvSpPr>
        <p:spPr>
          <a:xfrm>
            <a:off x="1016000" y="1742669"/>
            <a:ext cx="14224000" cy="1510687"/>
          </a:xfrm>
          <a:prstGeom prst="rect">
            <a:avLst/>
          </a:prstGeom>
          <a:noFill/>
          <a:ln/>
        </p:spPr>
        <p:txBody>
          <a:bodyPr wrap="square" lIns="0" tIns="0" rIns="0" bIns="0" rtlCol="0" anchor="t"/>
          <a:lstStyle/>
          <a:p>
            <a:pPr algn="l">
              <a:lnSpc>
                <a:spcPct val="150000"/>
              </a:lnSpc>
            </a:pPr>
            <a:r>
              <a:rPr lang="en-US" sz="1500" dirty="0">
                <a:solidFill>
                  <a:srgbClr val="2D3748"/>
                </a:solidFill>
                <a:latin typeface="Calibri" pitchFamily="34" charset="0"/>
                <a:ea typeface="Calibri" pitchFamily="34" charset="-122"/>
                <a:cs typeface="Calibri" pitchFamily="34" charset="-120"/>
              </a:rPr>
              <a:t>This analysis converts a relational grocery-order dataset into a </a:t>
            </a:r>
            <a:r>
              <a:rPr lang="en-US" sz="1500" b="1" dirty="0">
                <a:solidFill>
                  <a:srgbClr val="2D3748"/>
                </a:solidFill>
                <a:latin typeface="Calibri" pitchFamily="34" charset="0"/>
                <a:ea typeface="Calibri" pitchFamily="34" charset="-122"/>
                <a:cs typeface="Calibri" pitchFamily="34" charset="-120"/>
              </a:rPr>
              <a:t>validated, cross-checked picture</a:t>
            </a:r>
            <a:r>
              <a:rPr lang="en-US" sz="1500" dirty="0">
                <a:solidFill>
                  <a:srgbClr val="2D3748"/>
                </a:solidFill>
                <a:latin typeface="Calibri" pitchFamily="34" charset="0"/>
                <a:ea typeface="Calibri" pitchFamily="34" charset="-122"/>
                <a:cs typeface="Calibri" pitchFamily="34" charset="-120"/>
              </a:rPr>
              <a:t> of what's bought, how often, by whom, and when — anchored by SQL-level integrity checks, complete pandas answers to all 20 brief questions, and four Power BI dashboards for stakeholder self-service.</a:t>
            </a:r>
            <a:endParaRPr lang="en-US" sz="1500" dirty="0"/>
          </a:p>
          <a:p>
            <a:pPr algn="l">
              <a:lnSpc>
                <a:spcPct val="150000"/>
              </a:lnSpc>
              <a:spcBef>
                <a:spcPts val="400"/>
              </a:spcBef>
            </a:pPr>
            <a:r>
              <a:rPr lang="en-US" sz="1500" dirty="0">
                <a:solidFill>
                  <a:srgbClr val="2D3748"/>
                </a:solidFill>
                <a:latin typeface="Calibri" pitchFamily="34" charset="0"/>
                <a:ea typeface="Calibri" pitchFamily="34" charset="-122"/>
                <a:cs typeface="Calibri" pitchFamily="34" charset="-120"/>
              </a:rPr>
              <a:t>The single most decision-ready finding is the </a:t>
            </a:r>
            <a:r>
              <a:rPr lang="en-US" sz="1500" b="1" dirty="0">
                <a:solidFill>
                  <a:srgbClr val="2D3748"/>
                </a:solidFill>
                <a:latin typeface="Calibri" pitchFamily="34" charset="0"/>
                <a:ea typeface="Calibri" pitchFamily="34" charset="-122"/>
                <a:cs typeface="Calibri" pitchFamily="34" charset="-120"/>
              </a:rPr>
              <a:t>convergent evidence across four independent metrics</a:t>
            </a:r>
            <a:r>
              <a:rPr lang="en-US" sz="1500" dirty="0">
                <a:solidFill>
                  <a:srgbClr val="2D3748"/>
                </a:solidFill>
                <a:latin typeface="Calibri" pitchFamily="34" charset="0"/>
                <a:ea typeface="Calibri" pitchFamily="34" charset="-122"/>
                <a:cs typeface="Calibri" pitchFamily="34" charset="-120"/>
              </a:rPr>
              <a:t> that a small set of perishable staples anchors customer engagement, while catalog breadth sits elsewhere.</a:t>
            </a:r>
            <a:endParaRPr lang="en-US" sz="1500" dirty="0"/>
          </a:p>
        </p:txBody>
      </p:sp>
      <p:sp>
        <p:nvSpPr>
          <p:cNvPr id="8" name="Text 6"/>
          <p:cNvSpPr/>
          <p:nvPr/>
        </p:nvSpPr>
        <p:spPr>
          <a:xfrm>
            <a:off x="762000" y="3751805"/>
            <a:ext cx="5080000" cy="355600"/>
          </a:xfrm>
          <a:prstGeom prst="rect">
            <a:avLst/>
          </a:prstGeom>
          <a:noFill/>
          <a:ln/>
        </p:spPr>
        <p:txBody>
          <a:bodyPr wrap="none" lIns="0" tIns="0" rIns="0" bIns="0" rtlCol="0" anchor="ctr"/>
          <a:lstStyle/>
          <a:p>
            <a:pPr algn="l">
              <a:lnSpc>
                <a:spcPct val="120000"/>
              </a:lnSpc>
            </a:pPr>
            <a:r>
              <a:rPr lang="en-US" sz="1800" b="1" dirty="0">
                <a:solidFill>
                  <a:srgbClr val="1B4F8F"/>
                </a:solidFill>
                <a:latin typeface="Calibri" pitchFamily="34" charset="0"/>
                <a:ea typeface="Calibri" pitchFamily="34" charset="-122"/>
                <a:cs typeface="Calibri" pitchFamily="34" charset="-120"/>
              </a:rPr>
              <a:t>Future Scope</a:t>
            </a:r>
            <a:endParaRPr lang="en-US" sz="1800" dirty="0"/>
          </a:p>
        </p:txBody>
      </p:sp>
      <p:sp>
        <p:nvSpPr>
          <p:cNvPr id="9" name="Shape 7"/>
          <p:cNvSpPr/>
          <p:nvPr/>
        </p:nvSpPr>
        <p:spPr>
          <a:xfrm>
            <a:off x="762000" y="4292600"/>
            <a:ext cx="7175500" cy="1206500"/>
          </a:xfrm>
          <a:prstGeom prst="rect">
            <a:avLst/>
          </a:prstGeom>
          <a:solidFill>
            <a:srgbClr val="EDF2F7"/>
          </a:solidFill>
          <a:ln/>
        </p:spPr>
        <p:txBody>
          <a:bodyPr/>
          <a:lstStyle/>
          <a:p>
            <a:endParaRPr lang="en-IN"/>
          </a:p>
        </p:txBody>
      </p:sp>
      <p:sp>
        <p:nvSpPr>
          <p:cNvPr id="10" name="Shape 8"/>
          <p:cNvSpPr/>
          <p:nvPr/>
        </p:nvSpPr>
        <p:spPr>
          <a:xfrm>
            <a:off x="762000" y="4292600"/>
            <a:ext cx="50800" cy="1206500"/>
          </a:xfrm>
          <a:prstGeom prst="rect">
            <a:avLst/>
          </a:prstGeom>
          <a:solidFill>
            <a:srgbClr val="1B4F8F"/>
          </a:solidFill>
          <a:ln/>
        </p:spPr>
        <p:txBody>
          <a:bodyPr/>
          <a:lstStyle/>
          <a:p>
            <a:endParaRPr lang="en-IN"/>
          </a:p>
        </p:txBody>
      </p:sp>
      <p:sp>
        <p:nvSpPr>
          <p:cNvPr id="11" name="Text 9"/>
          <p:cNvSpPr/>
          <p:nvPr/>
        </p:nvSpPr>
        <p:spPr>
          <a:xfrm>
            <a:off x="952500" y="4356100"/>
            <a:ext cx="381000" cy="317500"/>
          </a:xfrm>
          <a:prstGeom prst="rect">
            <a:avLst/>
          </a:prstGeom>
          <a:noFill/>
          <a:ln/>
        </p:spPr>
        <p:txBody>
          <a:bodyPr wrap="none" lIns="0" tIns="0" rIns="0" bIns="0" rtlCol="0" anchor="ctr"/>
          <a:lstStyle/>
          <a:p>
            <a:pPr algn="ctr">
              <a:lnSpc>
                <a:spcPct val="120000"/>
              </a:lnSpc>
            </a:pPr>
            <a:r>
              <a:rPr lang="en-US" sz="1800" b="1" dirty="0">
                <a:solidFill>
                  <a:srgbClr val="1B4F8F"/>
                </a:solidFill>
                <a:latin typeface="Calibri" pitchFamily="34" charset="0"/>
                <a:ea typeface="Calibri" pitchFamily="34" charset="-122"/>
                <a:cs typeface="Calibri" pitchFamily="34" charset="-120"/>
              </a:rPr>
              <a:t>1</a:t>
            </a:r>
            <a:endParaRPr lang="en-US" sz="1800" dirty="0"/>
          </a:p>
        </p:txBody>
      </p:sp>
      <p:sp>
        <p:nvSpPr>
          <p:cNvPr id="12" name="Text 10"/>
          <p:cNvSpPr/>
          <p:nvPr/>
        </p:nvSpPr>
        <p:spPr>
          <a:xfrm>
            <a:off x="1371600" y="4356100"/>
            <a:ext cx="6413500" cy="1041400"/>
          </a:xfrm>
          <a:prstGeom prst="rect">
            <a:avLst/>
          </a:prstGeom>
          <a:noFill/>
          <a:ln/>
        </p:spPr>
        <p:txBody>
          <a:bodyPr wrap="square" lIns="0" tIns="0" rIns="0" bIns="0" rtlCol="0" anchor="t"/>
          <a:lstStyle/>
          <a:p>
            <a:pPr algn="l">
              <a:lnSpc>
                <a:spcPct val="145000"/>
              </a:lnSpc>
            </a:pPr>
            <a:r>
              <a:rPr lang="en-US" sz="1500" b="1" dirty="0">
                <a:solidFill>
                  <a:srgbClr val="2D3748"/>
                </a:solidFill>
                <a:latin typeface="Calibri" pitchFamily="34" charset="0"/>
                <a:ea typeface="Calibri" pitchFamily="34" charset="-122"/>
                <a:cs typeface="Calibri" pitchFamily="34" charset="-120"/>
              </a:rPr>
              <a:t>Validate the extraction cap</a:t>
            </a:r>
            <a:r>
              <a:rPr lang="en-US" sz="1500" dirty="0">
                <a:solidFill>
                  <a:srgbClr val="2D3748"/>
                </a:solidFill>
                <a:latin typeface="Calibri" pitchFamily="34" charset="0"/>
                <a:ea typeface="Calibri" pitchFamily="34" charset="-122"/>
                <a:cs typeface="Calibri" pitchFamily="34" charset="-120"/>
              </a:rPr>
              <a:t> — confirm whether the ~1,048,575-row tables represent a capped extract and, if so, re-run this analysis against the full order history.</a:t>
            </a:r>
            <a:endParaRPr lang="en-US" sz="1500" dirty="0"/>
          </a:p>
        </p:txBody>
      </p:sp>
      <p:sp>
        <p:nvSpPr>
          <p:cNvPr id="13" name="Shape 11"/>
          <p:cNvSpPr/>
          <p:nvPr/>
        </p:nvSpPr>
        <p:spPr>
          <a:xfrm>
            <a:off x="8318500" y="4292600"/>
            <a:ext cx="7175500" cy="1206500"/>
          </a:xfrm>
          <a:prstGeom prst="rect">
            <a:avLst/>
          </a:prstGeom>
          <a:solidFill>
            <a:srgbClr val="EDF2F7"/>
          </a:solidFill>
          <a:ln/>
        </p:spPr>
        <p:txBody>
          <a:bodyPr/>
          <a:lstStyle/>
          <a:p>
            <a:endParaRPr lang="en-IN"/>
          </a:p>
        </p:txBody>
      </p:sp>
      <p:sp>
        <p:nvSpPr>
          <p:cNvPr id="14" name="Shape 12"/>
          <p:cNvSpPr/>
          <p:nvPr/>
        </p:nvSpPr>
        <p:spPr>
          <a:xfrm>
            <a:off x="8318500" y="4292600"/>
            <a:ext cx="50800" cy="1206500"/>
          </a:xfrm>
          <a:prstGeom prst="rect">
            <a:avLst/>
          </a:prstGeom>
          <a:solidFill>
            <a:srgbClr val="1B4F8F"/>
          </a:solidFill>
          <a:ln/>
        </p:spPr>
        <p:txBody>
          <a:bodyPr/>
          <a:lstStyle/>
          <a:p>
            <a:endParaRPr lang="en-IN"/>
          </a:p>
        </p:txBody>
      </p:sp>
      <p:sp>
        <p:nvSpPr>
          <p:cNvPr id="15" name="Text 13"/>
          <p:cNvSpPr/>
          <p:nvPr/>
        </p:nvSpPr>
        <p:spPr>
          <a:xfrm>
            <a:off x="8509000" y="4356100"/>
            <a:ext cx="431800" cy="317500"/>
          </a:xfrm>
          <a:prstGeom prst="rect">
            <a:avLst/>
          </a:prstGeom>
          <a:noFill/>
          <a:ln/>
        </p:spPr>
        <p:txBody>
          <a:bodyPr wrap="none" lIns="0" tIns="0" rIns="0" bIns="0" rtlCol="0" anchor="ctr"/>
          <a:lstStyle/>
          <a:p>
            <a:pPr algn="ctr">
              <a:lnSpc>
                <a:spcPct val="120000"/>
              </a:lnSpc>
            </a:pPr>
            <a:r>
              <a:rPr lang="en-US" sz="1800" b="1" dirty="0">
                <a:solidFill>
                  <a:srgbClr val="1B4F8F"/>
                </a:solidFill>
                <a:latin typeface="Calibri" pitchFamily="34" charset="0"/>
                <a:ea typeface="Calibri" pitchFamily="34" charset="-122"/>
                <a:cs typeface="Calibri" pitchFamily="34" charset="-120"/>
              </a:rPr>
              <a:t>2</a:t>
            </a:r>
            <a:endParaRPr lang="en-US" sz="1800" dirty="0"/>
          </a:p>
        </p:txBody>
      </p:sp>
      <p:sp>
        <p:nvSpPr>
          <p:cNvPr id="16" name="Text 14"/>
          <p:cNvSpPr/>
          <p:nvPr/>
        </p:nvSpPr>
        <p:spPr>
          <a:xfrm>
            <a:off x="8928100" y="4356100"/>
            <a:ext cx="6413500" cy="1041400"/>
          </a:xfrm>
          <a:prstGeom prst="rect">
            <a:avLst/>
          </a:prstGeom>
          <a:noFill/>
          <a:ln/>
        </p:spPr>
        <p:txBody>
          <a:bodyPr wrap="square" lIns="0" tIns="0" rIns="0" bIns="0" rtlCol="0" anchor="t"/>
          <a:lstStyle/>
          <a:p>
            <a:pPr algn="l">
              <a:lnSpc>
                <a:spcPct val="145000"/>
              </a:lnSpc>
            </a:pPr>
            <a:r>
              <a:rPr lang="en-US" sz="1500" b="1" dirty="0">
                <a:solidFill>
                  <a:srgbClr val="2D3748"/>
                </a:solidFill>
                <a:latin typeface="Calibri" pitchFamily="34" charset="0"/>
                <a:ea typeface="Calibri" pitchFamily="34" charset="-122"/>
                <a:cs typeface="Calibri" pitchFamily="34" charset="-120"/>
              </a:rPr>
              <a:t>Enrich with pricing/margin data</a:t>
            </a:r>
            <a:r>
              <a:rPr lang="en-US" sz="1500" dirty="0">
                <a:solidFill>
                  <a:srgbClr val="2D3748"/>
                </a:solidFill>
                <a:latin typeface="Calibri" pitchFamily="34" charset="0"/>
                <a:ea typeface="Calibri" pitchFamily="34" charset="-122"/>
                <a:cs typeface="Calibri" pitchFamily="34" charset="-120"/>
              </a:rPr>
              <a:t> — add pricing, margin, and marketing-channel data so reorder-rate insights can be turned into ROI-ranked recommendations.</a:t>
            </a:r>
            <a:endParaRPr lang="en-US" sz="1500" dirty="0"/>
          </a:p>
        </p:txBody>
      </p:sp>
      <p:sp>
        <p:nvSpPr>
          <p:cNvPr id="17" name="Shape 15"/>
          <p:cNvSpPr/>
          <p:nvPr/>
        </p:nvSpPr>
        <p:spPr>
          <a:xfrm>
            <a:off x="762000" y="5689600"/>
            <a:ext cx="7175500" cy="1206500"/>
          </a:xfrm>
          <a:prstGeom prst="rect">
            <a:avLst/>
          </a:prstGeom>
          <a:solidFill>
            <a:srgbClr val="EDF2F7"/>
          </a:solidFill>
          <a:ln/>
        </p:spPr>
        <p:txBody>
          <a:bodyPr/>
          <a:lstStyle/>
          <a:p>
            <a:endParaRPr lang="en-IN"/>
          </a:p>
        </p:txBody>
      </p:sp>
      <p:sp>
        <p:nvSpPr>
          <p:cNvPr id="18" name="Shape 16"/>
          <p:cNvSpPr/>
          <p:nvPr/>
        </p:nvSpPr>
        <p:spPr>
          <a:xfrm>
            <a:off x="762000" y="5689600"/>
            <a:ext cx="50800" cy="1206500"/>
          </a:xfrm>
          <a:prstGeom prst="rect">
            <a:avLst/>
          </a:prstGeom>
          <a:solidFill>
            <a:srgbClr val="1B4F8F"/>
          </a:solidFill>
          <a:ln/>
        </p:spPr>
        <p:txBody>
          <a:bodyPr/>
          <a:lstStyle/>
          <a:p>
            <a:endParaRPr lang="en-IN"/>
          </a:p>
        </p:txBody>
      </p:sp>
      <p:sp>
        <p:nvSpPr>
          <p:cNvPr id="19" name="Text 17"/>
          <p:cNvSpPr/>
          <p:nvPr/>
        </p:nvSpPr>
        <p:spPr>
          <a:xfrm>
            <a:off x="952500" y="5753100"/>
            <a:ext cx="431800" cy="317500"/>
          </a:xfrm>
          <a:prstGeom prst="rect">
            <a:avLst/>
          </a:prstGeom>
          <a:noFill/>
          <a:ln/>
        </p:spPr>
        <p:txBody>
          <a:bodyPr wrap="none" lIns="0" tIns="0" rIns="0" bIns="0" rtlCol="0" anchor="ctr"/>
          <a:lstStyle/>
          <a:p>
            <a:pPr algn="ctr">
              <a:lnSpc>
                <a:spcPct val="120000"/>
              </a:lnSpc>
            </a:pPr>
            <a:r>
              <a:rPr lang="en-US" sz="1800" b="1" dirty="0">
                <a:solidFill>
                  <a:srgbClr val="1B4F8F"/>
                </a:solidFill>
                <a:latin typeface="Calibri" pitchFamily="34" charset="0"/>
                <a:ea typeface="Calibri" pitchFamily="34" charset="-122"/>
                <a:cs typeface="Calibri" pitchFamily="34" charset="-120"/>
              </a:rPr>
              <a:t>3</a:t>
            </a:r>
            <a:endParaRPr lang="en-US" sz="1800" dirty="0"/>
          </a:p>
        </p:txBody>
      </p:sp>
      <p:sp>
        <p:nvSpPr>
          <p:cNvPr id="20" name="Text 18"/>
          <p:cNvSpPr/>
          <p:nvPr/>
        </p:nvSpPr>
        <p:spPr>
          <a:xfrm>
            <a:off x="1371600" y="5753100"/>
            <a:ext cx="6413500" cy="1041400"/>
          </a:xfrm>
          <a:prstGeom prst="rect">
            <a:avLst/>
          </a:prstGeom>
          <a:noFill/>
          <a:ln/>
        </p:spPr>
        <p:txBody>
          <a:bodyPr wrap="square" lIns="0" tIns="0" rIns="0" bIns="0" rtlCol="0" anchor="t"/>
          <a:lstStyle/>
          <a:p>
            <a:pPr algn="l">
              <a:lnSpc>
                <a:spcPct val="145000"/>
              </a:lnSpc>
            </a:pPr>
            <a:r>
              <a:rPr lang="en-US" sz="1500" b="1" dirty="0">
                <a:solidFill>
                  <a:srgbClr val="2D3748"/>
                </a:solidFill>
                <a:latin typeface="Calibri" pitchFamily="34" charset="0"/>
                <a:ea typeface="Calibri" pitchFamily="34" charset="-122"/>
                <a:cs typeface="Calibri" pitchFamily="34" charset="-120"/>
              </a:rPr>
              <a:t>Extend to rolling/cohort view</a:t>
            </a:r>
            <a:r>
              <a:rPr lang="en-US" sz="1500" dirty="0">
                <a:solidFill>
                  <a:srgbClr val="2D3748"/>
                </a:solidFill>
                <a:latin typeface="Calibri" pitchFamily="34" charset="0"/>
                <a:ea typeface="Calibri" pitchFamily="34" charset="-122"/>
                <a:cs typeface="Calibri" pitchFamily="34" charset="-120"/>
              </a:rPr>
              <a:t> — analyze reorder cadence by customer tenure and segment to identify churn risk and loyalty progression patterns.</a:t>
            </a:r>
            <a:endParaRPr lang="en-US" sz="1500" dirty="0"/>
          </a:p>
        </p:txBody>
      </p:sp>
      <p:sp>
        <p:nvSpPr>
          <p:cNvPr id="21" name="Shape 19"/>
          <p:cNvSpPr/>
          <p:nvPr/>
        </p:nvSpPr>
        <p:spPr>
          <a:xfrm>
            <a:off x="8318500" y="5689600"/>
            <a:ext cx="7175500" cy="1206500"/>
          </a:xfrm>
          <a:prstGeom prst="rect">
            <a:avLst/>
          </a:prstGeom>
          <a:solidFill>
            <a:srgbClr val="EDF2F7"/>
          </a:solidFill>
          <a:ln/>
        </p:spPr>
        <p:txBody>
          <a:bodyPr/>
          <a:lstStyle/>
          <a:p>
            <a:endParaRPr lang="en-IN"/>
          </a:p>
        </p:txBody>
      </p:sp>
      <p:sp>
        <p:nvSpPr>
          <p:cNvPr id="22" name="Shape 20"/>
          <p:cNvSpPr/>
          <p:nvPr/>
        </p:nvSpPr>
        <p:spPr>
          <a:xfrm>
            <a:off x="8318500" y="5689600"/>
            <a:ext cx="50800" cy="1206500"/>
          </a:xfrm>
          <a:prstGeom prst="rect">
            <a:avLst/>
          </a:prstGeom>
          <a:solidFill>
            <a:srgbClr val="1B4F8F"/>
          </a:solidFill>
          <a:ln/>
        </p:spPr>
        <p:txBody>
          <a:bodyPr/>
          <a:lstStyle/>
          <a:p>
            <a:endParaRPr lang="en-IN"/>
          </a:p>
        </p:txBody>
      </p:sp>
      <p:sp>
        <p:nvSpPr>
          <p:cNvPr id="23" name="Text 21"/>
          <p:cNvSpPr/>
          <p:nvPr/>
        </p:nvSpPr>
        <p:spPr>
          <a:xfrm>
            <a:off x="8509000" y="5753100"/>
            <a:ext cx="431800" cy="317500"/>
          </a:xfrm>
          <a:prstGeom prst="rect">
            <a:avLst/>
          </a:prstGeom>
          <a:noFill/>
          <a:ln/>
        </p:spPr>
        <p:txBody>
          <a:bodyPr wrap="none" lIns="0" tIns="0" rIns="0" bIns="0" rtlCol="0" anchor="ctr"/>
          <a:lstStyle/>
          <a:p>
            <a:pPr algn="ctr">
              <a:lnSpc>
                <a:spcPct val="120000"/>
              </a:lnSpc>
            </a:pPr>
            <a:r>
              <a:rPr lang="en-US" sz="1800" b="1" dirty="0">
                <a:solidFill>
                  <a:srgbClr val="1B4F8F"/>
                </a:solidFill>
                <a:latin typeface="Calibri" pitchFamily="34" charset="0"/>
                <a:ea typeface="Calibri" pitchFamily="34" charset="-122"/>
                <a:cs typeface="Calibri" pitchFamily="34" charset="-120"/>
              </a:rPr>
              <a:t>4</a:t>
            </a:r>
            <a:endParaRPr lang="en-US" sz="1800" dirty="0"/>
          </a:p>
        </p:txBody>
      </p:sp>
      <p:sp>
        <p:nvSpPr>
          <p:cNvPr id="24" name="Text 22"/>
          <p:cNvSpPr/>
          <p:nvPr/>
        </p:nvSpPr>
        <p:spPr>
          <a:xfrm>
            <a:off x="8928100" y="5753100"/>
            <a:ext cx="6413500" cy="1041400"/>
          </a:xfrm>
          <a:prstGeom prst="rect">
            <a:avLst/>
          </a:prstGeom>
          <a:noFill/>
          <a:ln/>
        </p:spPr>
        <p:txBody>
          <a:bodyPr wrap="square" lIns="0" tIns="0" rIns="0" bIns="0" rtlCol="0" anchor="t"/>
          <a:lstStyle/>
          <a:p>
            <a:pPr algn="l">
              <a:lnSpc>
                <a:spcPct val="145000"/>
              </a:lnSpc>
            </a:pPr>
            <a:r>
              <a:rPr lang="en-US" sz="1500" b="1" dirty="0">
                <a:solidFill>
                  <a:srgbClr val="2D3748"/>
                </a:solidFill>
                <a:latin typeface="Calibri" pitchFamily="34" charset="0"/>
                <a:ea typeface="Calibri" pitchFamily="34" charset="-122"/>
                <a:cs typeface="Calibri" pitchFamily="34" charset="-120"/>
              </a:rPr>
              <a:t>Resolve data quality items</a:t>
            </a:r>
            <a:r>
              <a:rPr lang="en-US" sz="1500" dirty="0">
                <a:solidFill>
                  <a:srgbClr val="2D3748"/>
                </a:solidFill>
                <a:latin typeface="Calibri" pitchFamily="34" charset="0"/>
                <a:ea typeface="Calibri" pitchFamily="34" charset="-122"/>
                <a:cs typeface="Calibri" pitchFamily="34" charset="-120"/>
              </a:rPr>
              <a:t> — address the "missing" category label and small metric discrepancies as a formal data-quality remediation backlog item.</a:t>
            </a:r>
            <a:endParaRPr lang="en-US" sz="1500" dirty="0"/>
          </a:p>
        </p:txBody>
      </p:sp>
      <p:sp>
        <p:nvSpPr>
          <p:cNvPr id="25" name="Shape 23"/>
          <p:cNvSpPr/>
          <p:nvPr/>
        </p:nvSpPr>
        <p:spPr>
          <a:xfrm>
            <a:off x="762000" y="7086600"/>
            <a:ext cx="14732000" cy="1016000"/>
          </a:xfrm>
          <a:prstGeom prst="rect">
            <a:avLst/>
          </a:prstGeom>
          <a:solidFill>
            <a:srgbClr val="EDF2F7"/>
          </a:solidFill>
          <a:ln/>
        </p:spPr>
        <p:txBody>
          <a:bodyPr/>
          <a:lstStyle/>
          <a:p>
            <a:endParaRPr lang="en-IN"/>
          </a:p>
        </p:txBody>
      </p:sp>
      <p:sp>
        <p:nvSpPr>
          <p:cNvPr id="26" name="Shape 24"/>
          <p:cNvSpPr/>
          <p:nvPr/>
        </p:nvSpPr>
        <p:spPr>
          <a:xfrm>
            <a:off x="762000" y="7086600"/>
            <a:ext cx="50800" cy="1016000"/>
          </a:xfrm>
          <a:prstGeom prst="rect">
            <a:avLst/>
          </a:prstGeom>
          <a:solidFill>
            <a:srgbClr val="1B4F8F"/>
          </a:solidFill>
          <a:ln/>
        </p:spPr>
        <p:txBody>
          <a:bodyPr/>
          <a:lstStyle/>
          <a:p>
            <a:endParaRPr lang="en-IN"/>
          </a:p>
        </p:txBody>
      </p:sp>
      <p:sp>
        <p:nvSpPr>
          <p:cNvPr id="27" name="Text 25"/>
          <p:cNvSpPr/>
          <p:nvPr/>
        </p:nvSpPr>
        <p:spPr>
          <a:xfrm>
            <a:off x="952500" y="7150100"/>
            <a:ext cx="431800" cy="317500"/>
          </a:xfrm>
          <a:prstGeom prst="rect">
            <a:avLst/>
          </a:prstGeom>
          <a:noFill/>
          <a:ln/>
        </p:spPr>
        <p:txBody>
          <a:bodyPr wrap="none" lIns="0" tIns="0" rIns="0" bIns="0" rtlCol="0" anchor="ctr"/>
          <a:lstStyle/>
          <a:p>
            <a:pPr algn="ctr">
              <a:lnSpc>
                <a:spcPct val="120000"/>
              </a:lnSpc>
            </a:pPr>
            <a:r>
              <a:rPr lang="en-US" sz="1800" b="1" dirty="0">
                <a:solidFill>
                  <a:srgbClr val="1B4F8F"/>
                </a:solidFill>
                <a:latin typeface="Calibri" pitchFamily="34" charset="0"/>
                <a:ea typeface="Calibri" pitchFamily="34" charset="-122"/>
                <a:cs typeface="Calibri" pitchFamily="34" charset="-120"/>
              </a:rPr>
              <a:t>5</a:t>
            </a:r>
            <a:endParaRPr lang="en-US" sz="1800" dirty="0"/>
          </a:p>
        </p:txBody>
      </p:sp>
      <p:sp>
        <p:nvSpPr>
          <p:cNvPr id="28" name="Text 26"/>
          <p:cNvSpPr/>
          <p:nvPr/>
        </p:nvSpPr>
        <p:spPr>
          <a:xfrm>
            <a:off x="1371600" y="7150100"/>
            <a:ext cx="13906500" cy="863600"/>
          </a:xfrm>
          <a:prstGeom prst="rect">
            <a:avLst/>
          </a:prstGeom>
          <a:noFill/>
          <a:ln/>
        </p:spPr>
        <p:txBody>
          <a:bodyPr wrap="square" lIns="0" tIns="0" rIns="0" bIns="0" rtlCol="0" anchor="t"/>
          <a:lstStyle/>
          <a:p>
            <a:pPr algn="l">
              <a:lnSpc>
                <a:spcPct val="145000"/>
              </a:lnSpc>
            </a:pPr>
            <a:r>
              <a:rPr lang="en-US" sz="1500" b="1" dirty="0">
                <a:solidFill>
                  <a:srgbClr val="2D3748"/>
                </a:solidFill>
                <a:latin typeface="Calibri" pitchFamily="34" charset="0"/>
                <a:ea typeface="Calibri" pitchFamily="34" charset="-122"/>
                <a:cs typeface="Calibri" pitchFamily="34" charset="-120"/>
              </a:rPr>
              <a:t>Move to refreshable Power BI model</a:t>
            </a:r>
            <a:r>
              <a:rPr lang="en-US" sz="1500" dirty="0">
                <a:solidFill>
                  <a:srgbClr val="2D3748"/>
                </a:solidFill>
                <a:latin typeface="Calibri" pitchFamily="34" charset="0"/>
                <a:ea typeface="Calibri" pitchFamily="34" charset="-122"/>
                <a:cs typeface="Calibri" pitchFamily="34" charset="-120"/>
              </a:rPr>
              <a:t> — transition from a point-in-time CSV export to a refreshable Power BI model so the dashboards stay current as new orders arrive, rather than reflecting a single export snapshot.</a:t>
            </a:r>
            <a:endParaRPr lang="en-US" sz="1500" dirty="0"/>
          </a:p>
        </p:txBody>
      </p:sp>
      <p:sp>
        <p:nvSpPr>
          <p:cNvPr id="29" name="Shape 27"/>
          <p:cNvSpPr/>
          <p:nvPr/>
        </p:nvSpPr>
        <p:spPr>
          <a:xfrm>
            <a:off x="762000" y="8763000"/>
            <a:ext cx="14732000" cy="25400"/>
          </a:xfrm>
          <a:prstGeom prst="rect">
            <a:avLst/>
          </a:prstGeom>
          <a:solidFill>
            <a:srgbClr val="1B4F8F"/>
          </a:solidFill>
          <a:ln/>
        </p:spPr>
        <p:txBody>
          <a:bodyPr/>
          <a:lstStyle/>
          <a:p>
            <a:endParaRPr lang="en-IN"/>
          </a:p>
        </p:txBody>
      </p:sp>
      <p:sp>
        <p:nvSpPr>
          <p:cNvPr id="30" name="Text 28"/>
          <p:cNvSpPr/>
          <p:nvPr/>
        </p:nvSpPr>
        <p:spPr>
          <a:xfrm>
            <a:off x="14478000" y="8826500"/>
            <a:ext cx="1016000" cy="254000"/>
          </a:xfrm>
          <a:prstGeom prst="rect">
            <a:avLst/>
          </a:prstGeom>
          <a:noFill/>
          <a:ln/>
        </p:spPr>
        <p:txBody>
          <a:bodyPr wrap="none" lIns="0" tIns="0" rIns="0" bIns="0" rtlCol="0" anchor="ctr"/>
          <a:lstStyle/>
          <a:p>
            <a:pPr algn="r">
              <a:lnSpc>
                <a:spcPct val="120000"/>
              </a:lnSpc>
            </a:pPr>
            <a:r>
              <a:rPr lang="en-US" sz="1200" dirty="0">
                <a:solidFill>
                  <a:srgbClr val="718096"/>
                </a:solidFill>
                <a:latin typeface="Calibri" pitchFamily="34" charset="0"/>
                <a:ea typeface="Calibri" pitchFamily="34" charset="-122"/>
                <a:cs typeface="Calibri" pitchFamily="34" charset="-120"/>
              </a:rPr>
              <a:t>54 / 55</a:t>
            </a:r>
            <a:endParaRPr lang="en-US" sz="1200" dirty="0"/>
          </a:p>
        </p:txBody>
      </p:sp>
    </p:spTree>
  </p:cSld>
  <p:clrMapOvr>
    <a:masterClrMapping/>
  </p:clrMapOvr>
  <p:transition>
    <p:fade/>
  </p:transition>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256000" cy="76200"/>
          </a:xfrm>
          <a:prstGeom prst="rect">
            <a:avLst/>
          </a:prstGeom>
          <a:solidFill>
            <a:srgbClr val="1B4F8F"/>
          </a:solidFill>
          <a:ln/>
        </p:spPr>
        <p:txBody>
          <a:bodyPr/>
          <a:lstStyle/>
          <a:p>
            <a:endParaRPr lang="en-IN"/>
          </a:p>
        </p:txBody>
      </p:sp>
      <p:sp>
        <p:nvSpPr>
          <p:cNvPr id="3" name="Text 1"/>
          <p:cNvSpPr/>
          <p:nvPr/>
        </p:nvSpPr>
        <p:spPr>
          <a:xfrm>
            <a:off x="1778000" y="2794000"/>
            <a:ext cx="12700000" cy="1016000"/>
          </a:xfrm>
          <a:prstGeom prst="rect">
            <a:avLst/>
          </a:prstGeom>
          <a:noFill/>
          <a:ln/>
        </p:spPr>
        <p:txBody>
          <a:bodyPr wrap="none" lIns="0" tIns="0" rIns="0" bIns="0" rtlCol="0" anchor="ctr"/>
          <a:lstStyle/>
          <a:p>
            <a:pPr algn="ctr">
              <a:lnSpc>
                <a:spcPct val="120000"/>
              </a:lnSpc>
            </a:pPr>
            <a:r>
              <a:rPr lang="en-US" sz="13800" b="1" dirty="0">
                <a:solidFill>
                  <a:srgbClr val="1B4F8F"/>
                </a:solidFill>
                <a:latin typeface="Calibri" pitchFamily="34" charset="0"/>
                <a:ea typeface="Calibri" pitchFamily="34" charset="-122"/>
                <a:cs typeface="Calibri" pitchFamily="34" charset="-120"/>
              </a:rPr>
              <a:t>Thank You</a:t>
            </a:r>
            <a:endParaRPr lang="en-US" sz="13800" dirty="0"/>
          </a:p>
        </p:txBody>
      </p:sp>
      <p:sp>
        <p:nvSpPr>
          <p:cNvPr id="4" name="Shape 2"/>
          <p:cNvSpPr/>
          <p:nvPr/>
        </p:nvSpPr>
        <p:spPr>
          <a:xfrm>
            <a:off x="6223000" y="4514850"/>
            <a:ext cx="3810000" cy="38100"/>
          </a:xfrm>
          <a:prstGeom prst="rect">
            <a:avLst/>
          </a:prstGeom>
          <a:solidFill>
            <a:srgbClr val="1B4F8F"/>
          </a:solidFill>
          <a:ln/>
        </p:spPr>
        <p:txBody>
          <a:bodyPr/>
          <a:lstStyle/>
          <a:p>
            <a:endParaRPr lang="en-IN"/>
          </a:p>
        </p:txBody>
      </p:sp>
      <p:sp>
        <p:nvSpPr>
          <p:cNvPr id="5" name="Text 3"/>
          <p:cNvSpPr/>
          <p:nvPr/>
        </p:nvSpPr>
        <p:spPr>
          <a:xfrm>
            <a:off x="1778000" y="5337776"/>
            <a:ext cx="12700000" cy="508000"/>
          </a:xfrm>
          <a:prstGeom prst="rect">
            <a:avLst/>
          </a:prstGeom>
          <a:noFill/>
          <a:ln/>
        </p:spPr>
        <p:txBody>
          <a:bodyPr wrap="none" lIns="0" tIns="0" rIns="0" bIns="0" rtlCol="0" anchor="ctr"/>
          <a:lstStyle/>
          <a:p>
            <a:pPr algn="ctr">
              <a:lnSpc>
                <a:spcPct val="120000"/>
              </a:lnSpc>
            </a:pPr>
            <a:r>
              <a:rPr lang="en-US" sz="2000" dirty="0">
                <a:solidFill>
                  <a:srgbClr val="718096"/>
                </a:solidFill>
                <a:latin typeface="Calibri" pitchFamily="34" charset="0"/>
                <a:ea typeface="Calibri" pitchFamily="34" charset="-122"/>
                <a:cs typeface="Calibri" pitchFamily="34" charset="-120"/>
              </a:rPr>
              <a:t>Market Analysis Project Report</a:t>
            </a:r>
            <a:endParaRPr lang="en-US" sz="2000" dirty="0"/>
          </a:p>
        </p:txBody>
      </p:sp>
      <p:sp>
        <p:nvSpPr>
          <p:cNvPr id="8" name="Shape 6"/>
          <p:cNvSpPr/>
          <p:nvPr/>
        </p:nvSpPr>
        <p:spPr>
          <a:xfrm>
            <a:off x="0" y="9067800"/>
            <a:ext cx="16256000" cy="76200"/>
          </a:xfrm>
          <a:prstGeom prst="rect">
            <a:avLst/>
          </a:prstGeom>
          <a:solidFill>
            <a:srgbClr val="1B4F8F"/>
          </a:solidFill>
          <a:ln/>
        </p:spPr>
        <p:txBody>
          <a:bodyPr/>
          <a:lstStyle/>
          <a:p>
            <a:endParaRPr lang="en-IN"/>
          </a:p>
        </p:txBody>
      </p:sp>
    </p:spTree>
  </p:cSld>
  <p:clrMapOvr>
    <a:masterClrMapping/>
  </p:clrMapOvr>
  <p:transition>
    <p:fade/>
  </p:transition>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0AEAED5C-6F9D-4DF8-8BB6-4A1A9FB3AD32}">
  <we:reference id="wa200007130" version="1.0.0.1" store="en-US" storeType="OMEX"/>
  <we:alternateReferences>
    <we:reference id="wa200007130" version="1.0.0.1" store="wa200007130"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651</TotalTime>
  <Words>10021</Words>
  <Application>Microsoft Office PowerPoint</Application>
  <PresentationFormat>Custom</PresentationFormat>
  <Paragraphs>1332</Paragraphs>
  <Slides>55</Slides>
  <Notes>55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55</vt:i4>
      </vt:variant>
    </vt:vector>
  </HeadingPairs>
  <TitlesOfParts>
    <vt:vector size="59" baseType="lpstr">
      <vt:lpstr>Arial</vt:lpstr>
      <vt:lpstr>Calibri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Market Analysis Project Report</dc:title>
  <dc:subject>Market Analysis Project Report</dc:subject>
  <dc:creator>Kimi</dc:creator>
  <cp:lastModifiedBy>Emmett Gilbert</cp:lastModifiedBy>
  <cp:revision>1</cp:revision>
  <dcterms:created xsi:type="dcterms:W3CDTF">2026-07-10T05:44:40Z</dcterms:created>
  <dcterms:modified xsi:type="dcterms:W3CDTF">2026-07-11T09:11:11Z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{"Label":"Market Analysis Project Report","ContentProducer":"001191110108MACG2KBH8F10000","ProduceID":"19f4a3d5-ec82-80fe-8000-0000c3db85f5","ReservedCode1":"","ContentPropagator":"001191110108MACG2KBH8F20000","PropagateID":"19f4a351-6312-809d-8000-09160e60e7cc","ReservedCode2":""}</vt:lpwstr>
  </property>
</Properties>
</file>